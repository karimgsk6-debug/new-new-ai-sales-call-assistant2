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3.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40.xml" ContentType="application/vnd.openxmlformats-officedocument.presentationml.tags+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4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42.xml" ContentType="application/vnd.openxmlformats-officedocument.presentationml.tags+xml"/>
  <Override PartName="/ppt/notesSlides/notesSlide7.xml" ContentType="application/vnd.openxmlformats-officedocument.presentationml.notesSlide+xml"/>
  <Override PartName="/ppt/tags/tag43.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44.xml" ContentType="application/vnd.openxmlformats-officedocument.presentationml.tags+xml"/>
  <Override PartName="/ppt/notesSlides/notesSlide11.xml" ContentType="application/vnd.openxmlformats-officedocument.presentationml.notesSlide+xml"/>
  <Override PartName="/ppt/tags/tag45.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46.xml" ContentType="application/vnd.openxmlformats-officedocument.presentationml.tags+xml"/>
  <Override PartName="/ppt/notesSlides/notesSlide14.xml" ContentType="application/vnd.openxmlformats-officedocument.presentationml.notesSlide+xml"/>
  <Override PartName="/ppt/tags/tag47.xml" ContentType="application/vnd.openxmlformats-officedocument.presentationml.tags+xml"/>
  <Override PartName="/ppt/notesSlides/notesSlide15.xml" ContentType="application/vnd.openxmlformats-officedocument.presentationml.notesSlide+xml"/>
  <Override PartName="/ppt/tags/tag48.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49.xml" ContentType="application/vnd.openxmlformats-officedocument.presentationml.tags+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3" r:id="rId2"/>
    <p:sldMasterId id="2147483715" r:id="rId3"/>
  </p:sldMasterIdLst>
  <p:notesMasterIdLst>
    <p:notesMasterId r:id="rId25"/>
  </p:notesMasterIdLst>
  <p:sldIdLst>
    <p:sldId id="2147472775" r:id="rId4"/>
    <p:sldId id="2147483641" r:id="rId5"/>
    <p:sldId id="2095" r:id="rId6"/>
    <p:sldId id="2147472799" r:id="rId7"/>
    <p:sldId id="2147472800" r:id="rId8"/>
    <p:sldId id="258" r:id="rId9"/>
    <p:sldId id="3901" r:id="rId10"/>
    <p:sldId id="2113416274" r:id="rId11"/>
    <p:sldId id="2147472791" r:id="rId12"/>
    <p:sldId id="2147472790" r:id="rId13"/>
    <p:sldId id="2147483646" r:id="rId14"/>
    <p:sldId id="3947" r:id="rId15"/>
    <p:sldId id="2113416276" r:id="rId16"/>
    <p:sldId id="2147472793" r:id="rId17"/>
    <p:sldId id="2113416302" r:id="rId18"/>
    <p:sldId id="2147472805" r:id="rId19"/>
    <p:sldId id="2113416291" r:id="rId20"/>
    <p:sldId id="3909" r:id="rId21"/>
    <p:sldId id="2147472794" r:id="rId22"/>
    <p:sldId id="2147472795" r:id="rId23"/>
    <p:sldId id="211341631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B1DF128-06B0-4136-1F2A-293509EF1E2C}" name="Diorella Costales" initials="" userId="S::dior.p.paulino@gsk.com::88d74f34-239a-4b43-9065-89ac9de46b63" providerId="AD"/>
  <p188:author id="{2A1B4381-29D2-8AD2-BE06-D528AEEB756A}" name="Ruchi Shah" initials="RS" userId="S::ruchi.8.shah@gsk.com::e6d23372-3c70-4d6e-80c3-8ddba795eb37"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E9B9B6-889C-45AB-A6D8-62D03311396E}" v="135" dt="2025-07-22T08:26:55.5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494" autoAdjust="0"/>
  </p:normalViewPr>
  <p:slideViewPr>
    <p:cSldViewPr snapToGrid="0">
      <p:cViewPr varScale="1">
        <p:scale>
          <a:sx n="54" d="100"/>
          <a:sy n="54" d="100"/>
        </p:scale>
        <p:origin x="112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microsoft.com/office/2018/10/relationships/authors" Target="author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microsoft.com/office/2015/10/relationships/revisionInfo" Target="revisionInfo.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orella Costales" userId="88d74f34-239a-4b43-9065-89ac9de46b63" providerId="ADAL" clId="{9FE9B9B6-889C-45AB-A6D8-62D03311396E}"/>
    <pc:docChg chg="undo custSel addSld delSld modSld sldOrd">
      <pc:chgData name="Diorella Costales" userId="88d74f34-239a-4b43-9065-89ac9de46b63" providerId="ADAL" clId="{9FE9B9B6-889C-45AB-A6D8-62D03311396E}" dt="2025-07-22T08:32:26.138" v="1315" actId="1076"/>
      <pc:docMkLst>
        <pc:docMk/>
      </pc:docMkLst>
      <pc:sldChg chg="add del">
        <pc:chgData name="Diorella Costales" userId="88d74f34-239a-4b43-9065-89ac9de46b63" providerId="ADAL" clId="{9FE9B9B6-889C-45AB-A6D8-62D03311396E}" dt="2025-07-21T06:49:10.973" v="454"/>
        <pc:sldMkLst>
          <pc:docMk/>
          <pc:sldMk cId="1662671751" sldId="258"/>
        </pc:sldMkLst>
      </pc:sldChg>
      <pc:sldChg chg="add del">
        <pc:chgData name="Diorella Costales" userId="88d74f34-239a-4b43-9065-89ac9de46b63" providerId="ADAL" clId="{9FE9B9B6-889C-45AB-A6D8-62D03311396E}" dt="2025-07-21T06:49:10.973" v="454"/>
        <pc:sldMkLst>
          <pc:docMk/>
          <pc:sldMk cId="2830417877" sldId="2095"/>
        </pc:sldMkLst>
      </pc:sldChg>
      <pc:sldChg chg="add del mod modShow">
        <pc:chgData name="Diorella Costales" userId="88d74f34-239a-4b43-9065-89ac9de46b63" providerId="ADAL" clId="{9FE9B9B6-889C-45AB-A6D8-62D03311396E}" dt="2025-07-21T06:49:39.282" v="455" actId="729"/>
        <pc:sldMkLst>
          <pc:docMk/>
          <pc:sldMk cId="3467560822" sldId="3901"/>
        </pc:sldMkLst>
      </pc:sldChg>
      <pc:sldChg chg="addSp modSp add mod ord">
        <pc:chgData name="Diorella Costales" userId="88d74f34-239a-4b43-9065-89ac9de46b63" providerId="ADAL" clId="{9FE9B9B6-889C-45AB-A6D8-62D03311396E}" dt="2025-07-22T08:27:31.927" v="1033"/>
        <pc:sldMkLst>
          <pc:docMk/>
          <pc:sldMk cId="190484416" sldId="3909"/>
        </pc:sldMkLst>
        <pc:spChg chg="add mod">
          <ac:chgData name="Diorella Costales" userId="88d74f34-239a-4b43-9065-89ac9de46b63" providerId="ADAL" clId="{9FE9B9B6-889C-45AB-A6D8-62D03311396E}" dt="2025-07-22T08:23:15.137" v="1011" actId="571"/>
          <ac:spMkLst>
            <pc:docMk/>
            <pc:sldMk cId="190484416" sldId="3909"/>
            <ac:spMk id="5" creationId="{0E0A0850-7C12-5236-A57E-D67BC5560527}"/>
          </ac:spMkLst>
        </pc:spChg>
        <pc:spChg chg="mod">
          <ac:chgData name="Diorella Costales" userId="88d74f34-239a-4b43-9065-89ac9de46b63" providerId="ADAL" clId="{9FE9B9B6-889C-45AB-A6D8-62D03311396E}" dt="2025-07-22T08:23:15.137" v="1011" actId="571"/>
          <ac:spMkLst>
            <pc:docMk/>
            <pc:sldMk cId="190484416" sldId="3909"/>
            <ac:spMk id="7" creationId="{9A58181B-A80C-6E23-E1B2-8A75FE4D8179}"/>
          </ac:spMkLst>
        </pc:spChg>
        <pc:spChg chg="mod">
          <ac:chgData name="Diorella Costales" userId="88d74f34-239a-4b43-9065-89ac9de46b63" providerId="ADAL" clId="{9FE9B9B6-889C-45AB-A6D8-62D03311396E}" dt="2025-07-22T08:23:37.039" v="1018" actId="1076"/>
          <ac:spMkLst>
            <pc:docMk/>
            <pc:sldMk cId="190484416" sldId="3909"/>
            <ac:spMk id="8" creationId="{E6134B12-47CF-52D9-11D6-6165ED784261}"/>
          </ac:spMkLst>
        </pc:spChg>
        <pc:spChg chg="mod">
          <ac:chgData name="Diorella Costales" userId="88d74f34-239a-4b43-9065-89ac9de46b63" providerId="ADAL" clId="{9FE9B9B6-889C-45AB-A6D8-62D03311396E}" dt="2025-07-22T08:23:43.014" v="1019" actId="1076"/>
          <ac:spMkLst>
            <pc:docMk/>
            <pc:sldMk cId="190484416" sldId="3909"/>
            <ac:spMk id="9" creationId="{33A81056-1BE5-4414-B17F-751B6A093F99}"/>
          </ac:spMkLst>
        </pc:spChg>
        <pc:spChg chg="mod">
          <ac:chgData name="Diorella Costales" userId="88d74f34-239a-4b43-9065-89ac9de46b63" providerId="ADAL" clId="{9FE9B9B6-889C-45AB-A6D8-62D03311396E}" dt="2025-07-22T08:23:37.039" v="1018" actId="1076"/>
          <ac:spMkLst>
            <pc:docMk/>
            <pc:sldMk cId="190484416" sldId="3909"/>
            <ac:spMk id="10" creationId="{B0D6E667-F923-A4F0-7E1D-309E62DBB095}"/>
          </ac:spMkLst>
        </pc:spChg>
        <pc:spChg chg="mod">
          <ac:chgData name="Diorella Costales" userId="88d74f34-239a-4b43-9065-89ac9de46b63" providerId="ADAL" clId="{9FE9B9B6-889C-45AB-A6D8-62D03311396E}" dt="2025-07-22T08:23:37.039" v="1018" actId="1076"/>
          <ac:spMkLst>
            <pc:docMk/>
            <pc:sldMk cId="190484416" sldId="3909"/>
            <ac:spMk id="11" creationId="{4D31E7EB-BC0D-1856-0FA1-6AC1FCC96BBC}"/>
          </ac:spMkLst>
        </pc:spChg>
        <pc:spChg chg="mod">
          <ac:chgData name="Diorella Costales" userId="88d74f34-239a-4b43-9065-89ac9de46b63" providerId="ADAL" clId="{9FE9B9B6-889C-45AB-A6D8-62D03311396E}" dt="2025-07-22T08:23:37.039" v="1018" actId="1076"/>
          <ac:spMkLst>
            <pc:docMk/>
            <pc:sldMk cId="190484416" sldId="3909"/>
            <ac:spMk id="12" creationId="{C16869D0-DB8E-05AD-C91C-0C6DDABF88B3}"/>
          </ac:spMkLst>
        </pc:spChg>
        <pc:spChg chg="mod">
          <ac:chgData name="Diorella Costales" userId="88d74f34-239a-4b43-9065-89ac9de46b63" providerId="ADAL" clId="{9FE9B9B6-889C-45AB-A6D8-62D03311396E}" dt="2025-07-22T08:23:37.039" v="1018" actId="1076"/>
          <ac:spMkLst>
            <pc:docMk/>
            <pc:sldMk cId="190484416" sldId="3909"/>
            <ac:spMk id="13" creationId="{F597B9BF-6701-1910-7158-B7B5FF8158E2}"/>
          </ac:spMkLst>
        </pc:spChg>
        <pc:spChg chg="mod">
          <ac:chgData name="Diorella Costales" userId="88d74f34-239a-4b43-9065-89ac9de46b63" providerId="ADAL" clId="{9FE9B9B6-889C-45AB-A6D8-62D03311396E}" dt="2025-07-22T08:23:37.039" v="1018" actId="1076"/>
          <ac:spMkLst>
            <pc:docMk/>
            <pc:sldMk cId="190484416" sldId="3909"/>
            <ac:spMk id="14" creationId="{C7D7AC1D-237A-714F-C1EA-8E9755CF57D4}"/>
          </ac:spMkLst>
        </pc:spChg>
        <pc:spChg chg="mod">
          <ac:chgData name="Diorella Costales" userId="88d74f34-239a-4b43-9065-89ac9de46b63" providerId="ADAL" clId="{9FE9B9B6-889C-45AB-A6D8-62D03311396E}" dt="2025-07-22T08:23:37.039" v="1018" actId="1076"/>
          <ac:spMkLst>
            <pc:docMk/>
            <pc:sldMk cId="190484416" sldId="3909"/>
            <ac:spMk id="15" creationId="{D89B6C4F-554F-C0BB-E964-B4144D3E0AB9}"/>
          </ac:spMkLst>
        </pc:spChg>
        <pc:spChg chg="mod">
          <ac:chgData name="Diorella Costales" userId="88d74f34-239a-4b43-9065-89ac9de46b63" providerId="ADAL" clId="{9FE9B9B6-889C-45AB-A6D8-62D03311396E}" dt="2025-07-22T08:23:37.039" v="1018" actId="1076"/>
          <ac:spMkLst>
            <pc:docMk/>
            <pc:sldMk cId="190484416" sldId="3909"/>
            <ac:spMk id="17" creationId="{8AFEC2DB-F099-C7AB-78CC-5B2BCB12D687}"/>
          </ac:spMkLst>
        </pc:spChg>
        <pc:spChg chg="add mod">
          <ac:chgData name="Diorella Costales" userId="88d74f34-239a-4b43-9065-89ac9de46b63" providerId="ADAL" clId="{9FE9B9B6-889C-45AB-A6D8-62D03311396E}" dt="2025-07-22T08:23:46.358" v="1020" actId="1076"/>
          <ac:spMkLst>
            <pc:docMk/>
            <pc:sldMk cId="190484416" sldId="3909"/>
            <ac:spMk id="20" creationId="{CC70C3CA-DADE-0487-F7FA-67552CFAA991}"/>
          </ac:spMkLst>
        </pc:spChg>
        <pc:grpChg chg="add mod">
          <ac:chgData name="Diorella Costales" userId="88d74f34-239a-4b43-9065-89ac9de46b63" providerId="ADAL" clId="{9FE9B9B6-889C-45AB-A6D8-62D03311396E}" dt="2025-07-22T08:23:15.137" v="1011" actId="571"/>
          <ac:grpSpMkLst>
            <pc:docMk/>
            <pc:sldMk cId="190484416" sldId="3909"/>
            <ac:grpSpMk id="6" creationId="{6ACC3C91-228A-CA3B-0D94-CB2E8B093367}"/>
          </ac:grpSpMkLst>
        </pc:grpChg>
        <pc:grpChg chg="mod">
          <ac:chgData name="Diorella Costales" userId="88d74f34-239a-4b43-9065-89ac9de46b63" providerId="ADAL" clId="{9FE9B9B6-889C-45AB-A6D8-62D03311396E}" dt="2025-07-22T08:23:43.014" v="1019" actId="1076"/>
          <ac:grpSpMkLst>
            <pc:docMk/>
            <pc:sldMk cId="190484416" sldId="3909"/>
            <ac:grpSpMk id="21" creationId="{7A5DFEBA-3F77-96B8-FBE6-9828E1CE4E74}"/>
          </ac:grpSpMkLst>
        </pc:grpChg>
        <pc:picChg chg="mod">
          <ac:chgData name="Diorella Costales" userId="88d74f34-239a-4b43-9065-89ac9de46b63" providerId="ADAL" clId="{9FE9B9B6-889C-45AB-A6D8-62D03311396E}" dt="2025-07-22T08:23:37.039" v="1018" actId="1076"/>
          <ac:picMkLst>
            <pc:docMk/>
            <pc:sldMk cId="190484416" sldId="3909"/>
            <ac:picMk id="3" creationId="{3F0925BF-6A10-3514-0620-200E17530DD9}"/>
          </ac:picMkLst>
        </pc:picChg>
        <pc:picChg chg="mod">
          <ac:chgData name="Diorella Costales" userId="88d74f34-239a-4b43-9065-89ac9de46b63" providerId="ADAL" clId="{9FE9B9B6-889C-45AB-A6D8-62D03311396E}" dt="2025-07-22T08:23:37.039" v="1018" actId="1076"/>
          <ac:picMkLst>
            <pc:docMk/>
            <pc:sldMk cId="190484416" sldId="3909"/>
            <ac:picMk id="4" creationId="{C67C7DD3-0618-8926-4700-AAE02F639666}"/>
          </ac:picMkLst>
        </pc:picChg>
        <pc:picChg chg="mod">
          <ac:chgData name="Diorella Costales" userId="88d74f34-239a-4b43-9065-89ac9de46b63" providerId="ADAL" clId="{9FE9B9B6-889C-45AB-A6D8-62D03311396E}" dt="2025-07-22T08:23:15.137" v="1011" actId="571"/>
          <ac:picMkLst>
            <pc:docMk/>
            <pc:sldMk cId="190484416" sldId="3909"/>
            <ac:picMk id="18" creationId="{4818D66C-1F94-773B-E6EC-31CB5E07568C}"/>
          </ac:picMkLst>
        </pc:picChg>
        <pc:picChg chg="add mod">
          <ac:chgData name="Diorella Costales" userId="88d74f34-239a-4b43-9065-89ac9de46b63" providerId="ADAL" clId="{9FE9B9B6-889C-45AB-A6D8-62D03311396E}" dt="2025-07-22T08:23:15.137" v="1011" actId="571"/>
          <ac:picMkLst>
            <pc:docMk/>
            <pc:sldMk cId="190484416" sldId="3909"/>
            <ac:picMk id="19" creationId="{5463EA17-7A87-5E7E-7870-B627D1ACD242}"/>
          </ac:picMkLst>
        </pc:picChg>
        <pc:picChg chg="mod">
          <ac:chgData name="Diorella Costales" userId="88d74f34-239a-4b43-9065-89ac9de46b63" providerId="ADAL" clId="{9FE9B9B6-889C-45AB-A6D8-62D03311396E}" dt="2025-07-22T08:23:43.014" v="1019" actId="1076"/>
          <ac:picMkLst>
            <pc:docMk/>
            <pc:sldMk cId="190484416" sldId="3909"/>
            <ac:picMk id="22" creationId="{22CD35EE-7353-11A2-86C4-A53A2A1AB516}"/>
          </ac:picMkLst>
        </pc:picChg>
      </pc:sldChg>
      <pc:sldChg chg="addSp modSp add del mod ord modShow modNotesTx">
        <pc:chgData name="Diorella Costales" userId="88d74f34-239a-4b43-9065-89ac9de46b63" providerId="ADAL" clId="{9FE9B9B6-889C-45AB-A6D8-62D03311396E}" dt="2025-07-22T08:32:26.138" v="1315" actId="1076"/>
        <pc:sldMkLst>
          <pc:docMk/>
          <pc:sldMk cId="3294274269" sldId="3947"/>
        </pc:sldMkLst>
        <pc:spChg chg="mod">
          <ac:chgData name="Diorella Costales" userId="88d74f34-239a-4b43-9065-89ac9de46b63" providerId="ADAL" clId="{9FE9B9B6-889C-45AB-A6D8-62D03311396E}" dt="2025-07-22T08:08:36.605" v="667" actId="1076"/>
          <ac:spMkLst>
            <pc:docMk/>
            <pc:sldMk cId="3294274269" sldId="3947"/>
            <ac:spMk id="4" creationId="{BCE1BDEC-69C1-DF61-21A1-B138065D5679}"/>
          </ac:spMkLst>
        </pc:spChg>
        <pc:spChg chg="add mod">
          <ac:chgData name="Diorella Costales" userId="88d74f34-239a-4b43-9065-89ac9de46b63" providerId="ADAL" clId="{9FE9B9B6-889C-45AB-A6D8-62D03311396E}" dt="2025-07-22T07:56:32.284" v="492" actId="164"/>
          <ac:spMkLst>
            <pc:docMk/>
            <pc:sldMk cId="3294274269" sldId="3947"/>
            <ac:spMk id="17" creationId="{52E6E08E-43BF-26FC-431F-B4246A816F1B}"/>
          </ac:spMkLst>
        </pc:spChg>
        <pc:spChg chg="add mod ord">
          <ac:chgData name="Diorella Costales" userId="88d74f34-239a-4b43-9065-89ac9de46b63" providerId="ADAL" clId="{9FE9B9B6-889C-45AB-A6D8-62D03311396E}" dt="2025-07-22T07:56:32.284" v="492" actId="164"/>
          <ac:spMkLst>
            <pc:docMk/>
            <pc:sldMk cId="3294274269" sldId="3947"/>
            <ac:spMk id="18" creationId="{A295D5BC-E161-0DC2-8D58-C81E00C0A08D}"/>
          </ac:spMkLst>
        </pc:spChg>
        <pc:spChg chg="add mod">
          <ac:chgData name="Diorella Costales" userId="88d74f34-239a-4b43-9065-89ac9de46b63" providerId="ADAL" clId="{9FE9B9B6-889C-45AB-A6D8-62D03311396E}" dt="2025-07-22T08:32:26.138" v="1315" actId="1076"/>
          <ac:spMkLst>
            <pc:docMk/>
            <pc:sldMk cId="3294274269" sldId="3947"/>
            <ac:spMk id="20" creationId="{860E21EF-221B-47E9-D18B-1337D9C4AA5B}"/>
          </ac:spMkLst>
        </pc:spChg>
        <pc:grpChg chg="add mod">
          <ac:chgData name="Diorella Costales" userId="88d74f34-239a-4b43-9065-89ac9de46b63" providerId="ADAL" clId="{9FE9B9B6-889C-45AB-A6D8-62D03311396E}" dt="2025-07-22T07:56:32.284" v="492" actId="164"/>
          <ac:grpSpMkLst>
            <pc:docMk/>
            <pc:sldMk cId="3294274269" sldId="3947"/>
            <ac:grpSpMk id="19" creationId="{15027290-11B2-22B2-AEC0-6544D8BD0E4F}"/>
          </ac:grpSpMkLst>
        </pc:grpChg>
        <pc:picChg chg="add mod">
          <ac:chgData name="Diorella Costales" userId="88d74f34-239a-4b43-9065-89ac9de46b63" providerId="ADAL" clId="{9FE9B9B6-889C-45AB-A6D8-62D03311396E}" dt="2025-07-22T07:56:32.284" v="492" actId="164"/>
          <ac:picMkLst>
            <pc:docMk/>
            <pc:sldMk cId="3294274269" sldId="3947"/>
            <ac:picMk id="16" creationId="{AD2378D1-9556-8516-27A7-8CFFE42BA7F1}"/>
          </ac:picMkLst>
        </pc:picChg>
      </pc:sldChg>
      <pc:sldChg chg="add del">
        <pc:chgData name="Diorella Costales" userId="88d74f34-239a-4b43-9065-89ac9de46b63" providerId="ADAL" clId="{9FE9B9B6-889C-45AB-A6D8-62D03311396E}" dt="2025-07-21T06:49:10.973" v="454"/>
        <pc:sldMkLst>
          <pc:docMk/>
          <pc:sldMk cId="253826321" sldId="2113416274"/>
        </pc:sldMkLst>
      </pc:sldChg>
      <pc:sldChg chg="addSp modSp add del mod">
        <pc:chgData name="Diorella Costales" userId="88d74f34-239a-4b43-9065-89ac9de46b63" providerId="ADAL" clId="{9FE9B9B6-889C-45AB-A6D8-62D03311396E}" dt="2025-07-22T08:09:14.432" v="673" actId="403"/>
        <pc:sldMkLst>
          <pc:docMk/>
          <pc:sldMk cId="2289205931" sldId="2113416276"/>
        </pc:sldMkLst>
        <pc:spChg chg="add mod">
          <ac:chgData name="Diorella Costales" userId="88d74f34-239a-4b43-9065-89ac9de46b63" providerId="ADAL" clId="{9FE9B9B6-889C-45AB-A6D8-62D03311396E}" dt="2025-07-22T08:09:14.432" v="673" actId="403"/>
          <ac:spMkLst>
            <pc:docMk/>
            <pc:sldMk cId="2289205931" sldId="2113416276"/>
            <ac:spMk id="8" creationId="{19C981D3-FEF3-A5BB-42B6-26C733201147}"/>
          </ac:spMkLst>
        </pc:spChg>
      </pc:sldChg>
      <pc:sldChg chg="add del">
        <pc:chgData name="Diorella Costales" userId="88d74f34-239a-4b43-9065-89ac9de46b63" providerId="ADAL" clId="{9FE9B9B6-889C-45AB-A6D8-62D03311396E}" dt="2025-07-21T06:49:10.973" v="454"/>
        <pc:sldMkLst>
          <pc:docMk/>
          <pc:sldMk cId="2696711510" sldId="2113416291"/>
        </pc:sldMkLst>
      </pc:sldChg>
      <pc:sldChg chg="modSp add mod">
        <pc:chgData name="Diorella Costales" userId="88d74f34-239a-4b43-9065-89ac9de46b63" providerId="ADAL" clId="{9FE9B9B6-889C-45AB-A6D8-62D03311396E}" dt="2025-07-22T08:21:15.943" v="1003" actId="1076"/>
        <pc:sldMkLst>
          <pc:docMk/>
          <pc:sldMk cId="2045192478" sldId="2113416302"/>
        </pc:sldMkLst>
        <pc:spChg chg="mod">
          <ac:chgData name="Diorella Costales" userId="88d74f34-239a-4b43-9065-89ac9de46b63" providerId="ADAL" clId="{9FE9B9B6-889C-45AB-A6D8-62D03311396E}" dt="2025-07-22T08:13:17.111" v="765" actId="20577"/>
          <ac:spMkLst>
            <pc:docMk/>
            <pc:sldMk cId="2045192478" sldId="2113416302"/>
            <ac:spMk id="2" creationId="{E6C9ACCE-2ACA-4837-A4EE-B6456641C739}"/>
          </ac:spMkLst>
        </pc:spChg>
        <pc:spChg chg="mod">
          <ac:chgData name="Diorella Costales" userId="88d74f34-239a-4b43-9065-89ac9de46b63" providerId="ADAL" clId="{9FE9B9B6-889C-45AB-A6D8-62D03311396E}" dt="2025-07-22T08:13:27.844" v="801" actId="403"/>
          <ac:spMkLst>
            <pc:docMk/>
            <pc:sldMk cId="2045192478" sldId="2113416302"/>
            <ac:spMk id="4" creationId="{BD4B184C-B0D3-8445-D6B4-DF5903A7AADA}"/>
          </ac:spMkLst>
        </pc:spChg>
        <pc:spChg chg="mod">
          <ac:chgData name="Diorella Costales" userId="88d74f34-239a-4b43-9065-89ac9de46b63" providerId="ADAL" clId="{9FE9B9B6-889C-45AB-A6D8-62D03311396E}" dt="2025-07-22T08:17:03.178" v="972" actId="1076"/>
          <ac:spMkLst>
            <pc:docMk/>
            <pc:sldMk cId="2045192478" sldId="2113416302"/>
            <ac:spMk id="6" creationId="{10207DF3-2D62-5BF1-12F8-1FD9CCBDB676}"/>
          </ac:spMkLst>
        </pc:spChg>
        <pc:spChg chg="mod">
          <ac:chgData name="Diorella Costales" userId="88d74f34-239a-4b43-9065-89ac9de46b63" providerId="ADAL" clId="{9FE9B9B6-889C-45AB-A6D8-62D03311396E}" dt="2025-07-22T08:18:08.363" v="978"/>
          <ac:spMkLst>
            <pc:docMk/>
            <pc:sldMk cId="2045192478" sldId="2113416302"/>
            <ac:spMk id="8" creationId="{D944E80B-406F-B11F-F5BA-F0DDF2DF4C60}"/>
          </ac:spMkLst>
        </pc:spChg>
        <pc:spChg chg="mod">
          <ac:chgData name="Diorella Costales" userId="88d74f34-239a-4b43-9065-89ac9de46b63" providerId="ADAL" clId="{9FE9B9B6-889C-45AB-A6D8-62D03311396E}" dt="2025-07-22T08:18:08.363" v="978"/>
          <ac:spMkLst>
            <pc:docMk/>
            <pc:sldMk cId="2045192478" sldId="2113416302"/>
            <ac:spMk id="10" creationId="{630C6672-59EB-474D-2606-0664EE2C449A}"/>
          </ac:spMkLst>
        </pc:spChg>
        <pc:spChg chg="mod">
          <ac:chgData name="Diorella Costales" userId="88d74f34-239a-4b43-9065-89ac9de46b63" providerId="ADAL" clId="{9FE9B9B6-889C-45AB-A6D8-62D03311396E}" dt="2025-07-22T08:21:13.532" v="1002" actId="14100"/>
          <ac:spMkLst>
            <pc:docMk/>
            <pc:sldMk cId="2045192478" sldId="2113416302"/>
            <ac:spMk id="13" creationId="{1631537C-485E-14CB-129B-10B03F5F65C2}"/>
          </ac:spMkLst>
        </pc:spChg>
        <pc:spChg chg="mod">
          <ac:chgData name="Diorella Costales" userId="88d74f34-239a-4b43-9065-89ac9de46b63" providerId="ADAL" clId="{9FE9B9B6-889C-45AB-A6D8-62D03311396E}" dt="2025-07-22T08:18:08.363" v="978"/>
          <ac:spMkLst>
            <pc:docMk/>
            <pc:sldMk cId="2045192478" sldId="2113416302"/>
            <ac:spMk id="14" creationId="{64FBADB9-BA97-FE22-3881-FA5C4721F234}"/>
          </ac:spMkLst>
        </pc:spChg>
        <pc:spChg chg="mod">
          <ac:chgData name="Diorella Costales" userId="88d74f34-239a-4b43-9065-89ac9de46b63" providerId="ADAL" clId="{9FE9B9B6-889C-45AB-A6D8-62D03311396E}" dt="2025-07-22T08:18:08.363" v="978"/>
          <ac:spMkLst>
            <pc:docMk/>
            <pc:sldMk cId="2045192478" sldId="2113416302"/>
            <ac:spMk id="17" creationId="{546BE201-6E44-FC6E-2E2D-D226449C223F}"/>
          </ac:spMkLst>
        </pc:spChg>
        <pc:spChg chg="mod">
          <ac:chgData name="Diorella Costales" userId="88d74f34-239a-4b43-9065-89ac9de46b63" providerId="ADAL" clId="{9FE9B9B6-889C-45AB-A6D8-62D03311396E}" dt="2025-07-22T08:18:25.255" v="983" actId="207"/>
          <ac:spMkLst>
            <pc:docMk/>
            <pc:sldMk cId="2045192478" sldId="2113416302"/>
            <ac:spMk id="19" creationId="{3B351172-90FE-49D0-A66B-080905148379}"/>
          </ac:spMkLst>
        </pc:spChg>
        <pc:spChg chg="mod">
          <ac:chgData name="Diorella Costales" userId="88d74f34-239a-4b43-9065-89ac9de46b63" providerId="ADAL" clId="{9FE9B9B6-889C-45AB-A6D8-62D03311396E}" dt="2025-07-22T08:21:15.943" v="1003" actId="1076"/>
          <ac:spMkLst>
            <pc:docMk/>
            <pc:sldMk cId="2045192478" sldId="2113416302"/>
            <ac:spMk id="20" creationId="{0E4DBA32-FA6A-44F9-A419-E4B44A4B6E6F}"/>
          </ac:spMkLst>
        </pc:spChg>
        <pc:spChg chg="mod">
          <ac:chgData name="Diorella Costales" userId="88d74f34-239a-4b43-9065-89ac9de46b63" providerId="ADAL" clId="{9FE9B9B6-889C-45AB-A6D8-62D03311396E}" dt="2025-07-22T08:18:29.302" v="984" actId="114"/>
          <ac:spMkLst>
            <pc:docMk/>
            <pc:sldMk cId="2045192478" sldId="2113416302"/>
            <ac:spMk id="21" creationId="{09F5238E-8E7F-4587-BCBE-A30DEB763B56}"/>
          </ac:spMkLst>
        </pc:spChg>
        <pc:spChg chg="mod">
          <ac:chgData name="Diorella Costales" userId="88d74f34-239a-4b43-9065-89ac9de46b63" providerId="ADAL" clId="{9FE9B9B6-889C-45AB-A6D8-62D03311396E}" dt="2025-07-22T08:18:08.363" v="978"/>
          <ac:spMkLst>
            <pc:docMk/>
            <pc:sldMk cId="2045192478" sldId="2113416302"/>
            <ac:spMk id="22" creationId="{71BA09A3-B41A-CA38-D101-DE3A71D5ED53}"/>
          </ac:spMkLst>
        </pc:spChg>
        <pc:spChg chg="mod">
          <ac:chgData name="Diorella Costales" userId="88d74f34-239a-4b43-9065-89ac9de46b63" providerId="ADAL" clId="{9FE9B9B6-889C-45AB-A6D8-62D03311396E}" dt="2025-07-22T08:18:08.363" v="978"/>
          <ac:spMkLst>
            <pc:docMk/>
            <pc:sldMk cId="2045192478" sldId="2113416302"/>
            <ac:spMk id="25" creationId="{C133A642-BD82-22C0-9072-7D1D1033BAB1}"/>
          </ac:spMkLst>
        </pc:spChg>
        <pc:spChg chg="mod">
          <ac:chgData name="Diorella Costales" userId="88d74f34-239a-4b43-9065-89ac9de46b63" providerId="ADAL" clId="{9FE9B9B6-889C-45AB-A6D8-62D03311396E}" dt="2025-07-22T08:18:08.363" v="978"/>
          <ac:spMkLst>
            <pc:docMk/>
            <pc:sldMk cId="2045192478" sldId="2113416302"/>
            <ac:spMk id="27" creationId="{568545E3-BCEC-1C4F-3BF6-E4DD985B3D17}"/>
          </ac:spMkLst>
        </pc:spChg>
        <pc:spChg chg="mod">
          <ac:chgData name="Diorella Costales" userId="88d74f34-239a-4b43-9065-89ac9de46b63" providerId="ADAL" clId="{9FE9B9B6-889C-45AB-A6D8-62D03311396E}" dt="2025-07-22T08:18:08.363" v="978"/>
          <ac:spMkLst>
            <pc:docMk/>
            <pc:sldMk cId="2045192478" sldId="2113416302"/>
            <ac:spMk id="32" creationId="{2046BB43-5E5D-B432-49E5-D104DCDEE2C7}"/>
          </ac:spMkLst>
        </pc:spChg>
        <pc:spChg chg="mod">
          <ac:chgData name="Diorella Costales" userId="88d74f34-239a-4b43-9065-89ac9de46b63" providerId="ADAL" clId="{9FE9B9B6-889C-45AB-A6D8-62D03311396E}" dt="2025-07-22T08:18:08.363" v="978"/>
          <ac:spMkLst>
            <pc:docMk/>
            <pc:sldMk cId="2045192478" sldId="2113416302"/>
            <ac:spMk id="34" creationId="{10C27FD6-098A-1705-6DCC-279D9DDB603E}"/>
          </ac:spMkLst>
        </pc:spChg>
        <pc:grpChg chg="mod">
          <ac:chgData name="Diorella Costales" userId="88d74f34-239a-4b43-9065-89ac9de46b63" providerId="ADAL" clId="{9FE9B9B6-889C-45AB-A6D8-62D03311396E}" dt="2025-07-22T08:17:14.776" v="976" actId="1076"/>
          <ac:grpSpMkLst>
            <pc:docMk/>
            <pc:sldMk cId="2045192478" sldId="2113416302"/>
            <ac:grpSpMk id="37" creationId="{6EE66268-CAA1-15D7-AF43-395B7E2D9D6B}"/>
          </ac:grpSpMkLst>
        </pc:grpChg>
        <pc:grpChg chg="mod">
          <ac:chgData name="Diorella Costales" userId="88d74f34-239a-4b43-9065-89ac9de46b63" providerId="ADAL" clId="{9FE9B9B6-889C-45AB-A6D8-62D03311396E}" dt="2025-07-22T08:17:05.966" v="973" actId="14100"/>
          <ac:grpSpMkLst>
            <pc:docMk/>
            <pc:sldMk cId="2045192478" sldId="2113416302"/>
            <ac:grpSpMk id="38" creationId="{E705A2B7-E2E3-47D5-0FF3-236F999BD38C}"/>
          </ac:grpSpMkLst>
        </pc:grpChg>
        <pc:grpChg chg="mod">
          <ac:chgData name="Diorella Costales" userId="88d74f34-239a-4b43-9065-89ac9de46b63" providerId="ADAL" clId="{9FE9B9B6-889C-45AB-A6D8-62D03311396E}" dt="2025-07-22T08:21:08.735" v="1000" actId="1076"/>
          <ac:grpSpMkLst>
            <pc:docMk/>
            <pc:sldMk cId="2045192478" sldId="2113416302"/>
            <ac:grpSpMk id="39" creationId="{331CD8DD-34B5-9AED-7B02-2ECE9BB1592A}"/>
          </ac:grpSpMkLst>
        </pc:grpChg>
        <pc:picChg chg="mod">
          <ac:chgData name="Diorella Costales" userId="88d74f34-239a-4b43-9065-89ac9de46b63" providerId="ADAL" clId="{9FE9B9B6-889C-45AB-A6D8-62D03311396E}" dt="2025-07-22T08:16:56.644" v="971" actId="14100"/>
          <ac:picMkLst>
            <pc:docMk/>
            <pc:sldMk cId="2045192478" sldId="2113416302"/>
            <ac:picMk id="29" creationId="{3E9CBDD8-9668-F302-41D3-FE6E82B557B2}"/>
          </ac:picMkLst>
        </pc:picChg>
        <pc:picChg chg="mod">
          <ac:chgData name="Diorella Costales" userId="88d74f34-239a-4b43-9065-89ac9de46b63" providerId="ADAL" clId="{9FE9B9B6-889C-45AB-A6D8-62D03311396E}" dt="2025-07-22T08:20:52.712" v="995"/>
          <ac:picMkLst>
            <pc:docMk/>
            <pc:sldMk cId="2045192478" sldId="2113416302"/>
            <ac:picMk id="36" creationId="{99E90C2E-E354-DA85-E3E9-1A5254BB4BCE}"/>
          </ac:picMkLst>
        </pc:picChg>
      </pc:sldChg>
      <pc:sldChg chg="add del">
        <pc:chgData name="Diorella Costales" userId="88d74f34-239a-4b43-9065-89ac9de46b63" providerId="ADAL" clId="{9FE9B9B6-889C-45AB-A6D8-62D03311396E}" dt="2025-07-21T06:49:10.973" v="454"/>
        <pc:sldMkLst>
          <pc:docMk/>
          <pc:sldMk cId="921686495" sldId="2113416313"/>
        </pc:sldMkLst>
      </pc:sldChg>
      <pc:sldChg chg="add del modNotesTx">
        <pc:chgData name="Diorella Costales" userId="88d74f34-239a-4b43-9065-89ac9de46b63" providerId="ADAL" clId="{9FE9B9B6-889C-45AB-A6D8-62D03311396E}" dt="2025-07-22T08:29:27.559" v="1089" actId="20577"/>
        <pc:sldMkLst>
          <pc:docMk/>
          <pc:sldMk cId="1042068763" sldId="2147472775"/>
        </pc:sldMkLst>
      </pc:sldChg>
      <pc:sldChg chg="del">
        <pc:chgData name="Diorella Costales" userId="88d74f34-239a-4b43-9065-89ac9de46b63" providerId="ADAL" clId="{9FE9B9B6-889C-45AB-A6D8-62D03311396E}" dt="2025-07-03T10:53:01.071" v="0" actId="47"/>
        <pc:sldMkLst>
          <pc:docMk/>
          <pc:sldMk cId="700603564" sldId="2147472788"/>
        </pc:sldMkLst>
      </pc:sldChg>
      <pc:sldChg chg="addSp modSp add del mod ord modShow modNotesTx">
        <pc:chgData name="Diorella Costales" userId="88d74f34-239a-4b43-9065-89ac9de46b63" providerId="ADAL" clId="{9FE9B9B6-889C-45AB-A6D8-62D03311396E}" dt="2025-07-22T08:30:47.835" v="1095"/>
        <pc:sldMkLst>
          <pc:docMk/>
          <pc:sldMk cId="1607431845" sldId="2147472790"/>
        </pc:sldMkLst>
        <pc:spChg chg="mod">
          <ac:chgData name="Diorella Costales" userId="88d74f34-239a-4b43-9065-89ac9de46b63" providerId="ADAL" clId="{9FE9B9B6-889C-45AB-A6D8-62D03311396E}" dt="2025-07-22T08:30:36.152" v="1093" actId="12"/>
          <ac:spMkLst>
            <pc:docMk/>
            <pc:sldMk cId="1607431845" sldId="2147472790"/>
            <ac:spMk id="5" creationId="{788C6B39-8244-7281-84CC-B7C5EDD0F28C}"/>
          </ac:spMkLst>
        </pc:spChg>
        <pc:spChg chg="mod">
          <ac:chgData name="Diorella Costales" userId="88d74f34-239a-4b43-9065-89ac9de46b63" providerId="ADAL" clId="{9FE9B9B6-889C-45AB-A6D8-62D03311396E}" dt="2025-07-22T07:57:10.451" v="527" actId="20577"/>
          <ac:spMkLst>
            <pc:docMk/>
            <pc:sldMk cId="1607431845" sldId="2147472790"/>
            <ac:spMk id="7" creationId="{CFFF5EDD-5FA8-5202-31B5-327FF664ECAF}"/>
          </ac:spMkLst>
        </pc:spChg>
        <pc:spChg chg="mod">
          <ac:chgData name="Diorella Costales" userId="88d74f34-239a-4b43-9065-89ac9de46b63" providerId="ADAL" clId="{9FE9B9B6-889C-45AB-A6D8-62D03311396E}" dt="2025-07-22T07:56:53.806" v="496"/>
          <ac:spMkLst>
            <pc:docMk/>
            <pc:sldMk cId="1607431845" sldId="2147472790"/>
            <ac:spMk id="8" creationId="{0E85B677-0178-3D75-52F8-2250D0BAE25C}"/>
          </ac:spMkLst>
        </pc:spChg>
        <pc:spChg chg="mod">
          <ac:chgData name="Diorella Costales" userId="88d74f34-239a-4b43-9065-89ac9de46b63" providerId="ADAL" clId="{9FE9B9B6-889C-45AB-A6D8-62D03311396E}" dt="2025-07-22T07:56:53.806" v="496"/>
          <ac:spMkLst>
            <pc:docMk/>
            <pc:sldMk cId="1607431845" sldId="2147472790"/>
            <ac:spMk id="10" creationId="{F43B1900-5776-8D19-F3B9-ABB88CD1A8D7}"/>
          </ac:spMkLst>
        </pc:spChg>
        <pc:grpChg chg="add mod">
          <ac:chgData name="Diorella Costales" userId="88d74f34-239a-4b43-9065-89ac9de46b63" providerId="ADAL" clId="{9FE9B9B6-889C-45AB-A6D8-62D03311396E}" dt="2025-07-22T07:56:53.806" v="496"/>
          <ac:grpSpMkLst>
            <pc:docMk/>
            <pc:sldMk cId="1607431845" sldId="2147472790"/>
            <ac:grpSpMk id="2" creationId="{615503E4-C012-10F5-2358-D83584B51F68}"/>
          </ac:grpSpMkLst>
        </pc:grpChg>
        <pc:picChg chg="mod">
          <ac:chgData name="Diorella Costales" userId="88d74f34-239a-4b43-9065-89ac9de46b63" providerId="ADAL" clId="{9FE9B9B6-889C-45AB-A6D8-62D03311396E}" dt="2025-07-22T07:56:53.806" v="496"/>
          <ac:picMkLst>
            <pc:docMk/>
            <pc:sldMk cId="1607431845" sldId="2147472790"/>
            <ac:picMk id="9" creationId="{AF761AD6-DE55-4DCA-5778-EB3342F5768D}"/>
          </ac:picMkLst>
        </pc:picChg>
      </pc:sldChg>
      <pc:sldChg chg="add del">
        <pc:chgData name="Diorella Costales" userId="88d74f34-239a-4b43-9065-89ac9de46b63" providerId="ADAL" clId="{9FE9B9B6-889C-45AB-A6D8-62D03311396E}" dt="2025-07-21T06:49:10.973" v="454"/>
        <pc:sldMkLst>
          <pc:docMk/>
          <pc:sldMk cId="3615316854" sldId="2147472791"/>
        </pc:sldMkLst>
      </pc:sldChg>
      <pc:sldChg chg="addSp modSp del mod">
        <pc:chgData name="Diorella Costales" userId="88d74f34-239a-4b43-9065-89ac9de46b63" providerId="ADAL" clId="{9FE9B9B6-889C-45AB-A6D8-62D03311396E}" dt="2025-07-21T06:49:07.780" v="451" actId="47"/>
        <pc:sldMkLst>
          <pc:docMk/>
          <pc:sldMk cId="2815397947" sldId="2147472792"/>
        </pc:sldMkLst>
      </pc:sldChg>
      <pc:sldChg chg="addSp modSp add del">
        <pc:chgData name="Diorella Costales" userId="88d74f34-239a-4b43-9065-89ac9de46b63" providerId="ADAL" clId="{9FE9B9B6-889C-45AB-A6D8-62D03311396E}" dt="2025-07-22T08:12:10.107" v="675"/>
        <pc:sldMkLst>
          <pc:docMk/>
          <pc:sldMk cId="3015955925" sldId="2147472793"/>
        </pc:sldMkLst>
        <pc:spChg chg="add mod">
          <ac:chgData name="Diorella Costales" userId="88d74f34-239a-4b43-9065-89ac9de46b63" providerId="ADAL" clId="{9FE9B9B6-889C-45AB-A6D8-62D03311396E}" dt="2025-07-22T08:12:10.107" v="675"/>
          <ac:spMkLst>
            <pc:docMk/>
            <pc:sldMk cId="3015955925" sldId="2147472793"/>
            <ac:spMk id="2" creationId="{EFC515C9-DD14-F9FA-6AD2-884040EE3819}"/>
          </ac:spMkLst>
        </pc:spChg>
      </pc:sldChg>
      <pc:sldChg chg="addSp delSp modSp add del mod">
        <pc:chgData name="Diorella Costales" userId="88d74f34-239a-4b43-9065-89ac9de46b63" providerId="ADAL" clId="{9FE9B9B6-889C-45AB-A6D8-62D03311396E}" dt="2025-07-22T08:27:54.209" v="1068" actId="20577"/>
        <pc:sldMkLst>
          <pc:docMk/>
          <pc:sldMk cId="2882863047" sldId="2147472794"/>
        </pc:sldMkLst>
        <pc:spChg chg="mod">
          <ac:chgData name="Diorella Costales" userId="88d74f34-239a-4b43-9065-89ac9de46b63" providerId="ADAL" clId="{9FE9B9B6-889C-45AB-A6D8-62D03311396E}" dt="2025-07-22T08:27:24.332" v="1031" actId="14100"/>
          <ac:spMkLst>
            <pc:docMk/>
            <pc:sldMk cId="2882863047" sldId="2147472794"/>
            <ac:spMk id="2" creationId="{A43A64CE-9F13-D971-2FFE-92F7F37B209D}"/>
          </ac:spMkLst>
        </pc:spChg>
        <pc:spChg chg="del">
          <ac:chgData name="Diorella Costales" userId="88d74f34-239a-4b43-9065-89ac9de46b63" providerId="ADAL" clId="{9FE9B9B6-889C-45AB-A6D8-62D03311396E}" dt="2025-07-22T08:27:09.157" v="1025" actId="478"/>
          <ac:spMkLst>
            <pc:docMk/>
            <pc:sldMk cId="2882863047" sldId="2147472794"/>
            <ac:spMk id="3" creationId="{CDE81ACE-CB89-58A3-EF7B-81418AA3895C}"/>
          </ac:spMkLst>
        </pc:spChg>
        <pc:spChg chg="mod">
          <ac:chgData name="Diorella Costales" userId="88d74f34-239a-4b43-9065-89ac9de46b63" providerId="ADAL" clId="{9FE9B9B6-889C-45AB-A6D8-62D03311396E}" dt="2025-07-22T08:27:54.209" v="1068" actId="20577"/>
          <ac:spMkLst>
            <pc:docMk/>
            <pc:sldMk cId="2882863047" sldId="2147472794"/>
            <ac:spMk id="6" creationId="{20B99B21-081D-E551-E81C-3AA4BDD093A4}"/>
          </ac:spMkLst>
        </pc:spChg>
        <pc:spChg chg="add del">
          <ac:chgData name="Diorella Costales" userId="88d74f34-239a-4b43-9065-89ac9de46b63" providerId="ADAL" clId="{9FE9B9B6-889C-45AB-A6D8-62D03311396E}" dt="2025-07-22T08:27:14.090" v="1027" actId="478"/>
          <ac:spMkLst>
            <pc:docMk/>
            <pc:sldMk cId="2882863047" sldId="2147472794"/>
            <ac:spMk id="9" creationId="{27039BA2-3A7A-0435-18C3-3237F0564A60}"/>
          </ac:spMkLst>
        </pc:spChg>
        <pc:picChg chg="mod">
          <ac:chgData name="Diorella Costales" userId="88d74f34-239a-4b43-9065-89ac9de46b63" providerId="ADAL" clId="{9FE9B9B6-889C-45AB-A6D8-62D03311396E}" dt="2025-07-07T09:44:46.645" v="100" actId="14100"/>
          <ac:picMkLst>
            <pc:docMk/>
            <pc:sldMk cId="2882863047" sldId="2147472794"/>
            <ac:picMk id="19" creationId="{845DCC56-06E0-FFF1-D4B6-9331720D9AFE}"/>
          </ac:picMkLst>
        </pc:picChg>
      </pc:sldChg>
      <pc:sldChg chg="add del modNotesTx">
        <pc:chgData name="Diorella Costales" userId="88d74f34-239a-4b43-9065-89ac9de46b63" providerId="ADAL" clId="{9FE9B9B6-889C-45AB-A6D8-62D03311396E}" dt="2025-07-21T06:49:10.973" v="454"/>
        <pc:sldMkLst>
          <pc:docMk/>
          <pc:sldMk cId="3708202018" sldId="2147472795"/>
        </pc:sldMkLst>
      </pc:sldChg>
      <pc:sldChg chg="del">
        <pc:chgData name="Diorella Costales" userId="88d74f34-239a-4b43-9065-89ac9de46b63" providerId="ADAL" clId="{9FE9B9B6-889C-45AB-A6D8-62D03311396E}" dt="2025-07-21T06:49:07.780" v="451" actId="47"/>
        <pc:sldMkLst>
          <pc:docMk/>
          <pc:sldMk cId="1482365860" sldId="2147472796"/>
        </pc:sldMkLst>
      </pc:sldChg>
      <pc:sldChg chg="add del">
        <pc:chgData name="Diorella Costales" userId="88d74f34-239a-4b43-9065-89ac9de46b63" providerId="ADAL" clId="{9FE9B9B6-889C-45AB-A6D8-62D03311396E}" dt="2025-07-21T06:49:10.973" v="454"/>
        <pc:sldMkLst>
          <pc:docMk/>
          <pc:sldMk cId="1324106159" sldId="2147472799"/>
        </pc:sldMkLst>
      </pc:sldChg>
      <pc:sldChg chg="add del">
        <pc:chgData name="Diorella Costales" userId="88d74f34-239a-4b43-9065-89ac9de46b63" providerId="ADAL" clId="{9FE9B9B6-889C-45AB-A6D8-62D03311396E}" dt="2025-07-21T06:49:10.973" v="454"/>
        <pc:sldMkLst>
          <pc:docMk/>
          <pc:sldMk cId="204764647" sldId="2147472800"/>
        </pc:sldMkLst>
      </pc:sldChg>
      <pc:sldChg chg="del">
        <pc:chgData name="Diorella Costales" userId="88d74f34-239a-4b43-9065-89ac9de46b63" providerId="ADAL" clId="{9FE9B9B6-889C-45AB-A6D8-62D03311396E}" dt="2025-07-21T06:49:07.780" v="451" actId="47"/>
        <pc:sldMkLst>
          <pc:docMk/>
          <pc:sldMk cId="1105972410" sldId="2147472801"/>
        </pc:sldMkLst>
      </pc:sldChg>
      <pc:sldChg chg="del">
        <pc:chgData name="Diorella Costales" userId="88d74f34-239a-4b43-9065-89ac9de46b63" providerId="ADAL" clId="{9FE9B9B6-889C-45AB-A6D8-62D03311396E}" dt="2025-07-21T06:49:07.780" v="451" actId="47"/>
        <pc:sldMkLst>
          <pc:docMk/>
          <pc:sldMk cId="2212746772" sldId="2147472802"/>
        </pc:sldMkLst>
      </pc:sldChg>
      <pc:sldChg chg="del">
        <pc:chgData name="Diorella Costales" userId="88d74f34-239a-4b43-9065-89ac9de46b63" providerId="ADAL" clId="{9FE9B9B6-889C-45AB-A6D8-62D03311396E}" dt="2025-07-21T06:49:07.780" v="451" actId="47"/>
        <pc:sldMkLst>
          <pc:docMk/>
          <pc:sldMk cId="216467433" sldId="2147472803"/>
        </pc:sldMkLst>
      </pc:sldChg>
      <pc:sldChg chg="addSp modSp add del mod ord modShow">
        <pc:chgData name="Diorella Costales" userId="88d74f34-239a-4b43-9065-89ac9de46b63" providerId="ADAL" clId="{9FE9B9B6-889C-45AB-A6D8-62D03311396E}" dt="2025-07-22T08:26:55.558" v="1024"/>
        <pc:sldMkLst>
          <pc:docMk/>
          <pc:sldMk cId="673803630" sldId="2147472805"/>
        </pc:sldMkLst>
        <pc:spChg chg="mod">
          <ac:chgData name="Diorella Costales" userId="88d74f34-239a-4b43-9065-89ac9de46b63" providerId="ADAL" clId="{9FE9B9B6-889C-45AB-A6D8-62D03311396E}" dt="2025-07-22T08:26:55.558" v="1024"/>
          <ac:spMkLst>
            <pc:docMk/>
            <pc:sldMk cId="673803630" sldId="2147472805"/>
            <ac:spMk id="15" creationId="{3C1CBB09-F541-36BA-67C4-B3184A337A7C}"/>
          </ac:spMkLst>
        </pc:spChg>
        <pc:spChg chg="mod">
          <ac:chgData name="Diorella Costales" userId="88d74f34-239a-4b43-9065-89ac9de46b63" providerId="ADAL" clId="{9FE9B9B6-889C-45AB-A6D8-62D03311396E}" dt="2025-07-22T08:26:55.558" v="1024"/>
          <ac:spMkLst>
            <pc:docMk/>
            <pc:sldMk cId="673803630" sldId="2147472805"/>
            <ac:spMk id="17" creationId="{93917488-5A6D-2F80-61F1-75B99D356EEE}"/>
          </ac:spMkLst>
        </pc:spChg>
        <pc:grpChg chg="add mod">
          <ac:chgData name="Diorella Costales" userId="88d74f34-239a-4b43-9065-89ac9de46b63" providerId="ADAL" clId="{9FE9B9B6-889C-45AB-A6D8-62D03311396E}" dt="2025-07-22T08:26:55.558" v="1024"/>
          <ac:grpSpMkLst>
            <pc:docMk/>
            <pc:sldMk cId="673803630" sldId="2147472805"/>
            <ac:grpSpMk id="14" creationId="{C1F1A91F-E14E-EA98-82E3-23FC187F1391}"/>
          </ac:grpSpMkLst>
        </pc:grpChg>
        <pc:picChg chg="mod">
          <ac:chgData name="Diorella Costales" userId="88d74f34-239a-4b43-9065-89ac9de46b63" providerId="ADAL" clId="{9FE9B9B6-889C-45AB-A6D8-62D03311396E}" dt="2025-07-22T08:26:55.558" v="1024"/>
          <ac:picMkLst>
            <pc:docMk/>
            <pc:sldMk cId="673803630" sldId="2147472805"/>
            <ac:picMk id="16" creationId="{FC92EA9A-8AFA-06CF-4F03-8676C96E5158}"/>
          </ac:picMkLst>
        </pc:picChg>
      </pc:sldChg>
      <pc:sldChg chg="add del">
        <pc:chgData name="Diorella Costales" userId="88d74f34-239a-4b43-9065-89ac9de46b63" providerId="ADAL" clId="{9FE9B9B6-889C-45AB-A6D8-62D03311396E}" dt="2025-07-21T06:49:10.973" v="454"/>
        <pc:sldMkLst>
          <pc:docMk/>
          <pc:sldMk cId="3481200009" sldId="2147483641"/>
        </pc:sldMkLst>
      </pc:sldChg>
      <pc:sldChg chg="addSp modSp add del mod ord modShow">
        <pc:chgData name="Diorella Costales" userId="88d74f34-239a-4b43-9065-89ac9de46b63" providerId="ADAL" clId="{9FE9B9B6-889C-45AB-A6D8-62D03311396E}" dt="2025-07-22T07:58:23.903" v="539" actId="20577"/>
        <pc:sldMkLst>
          <pc:docMk/>
          <pc:sldMk cId="2676889235" sldId="2147483646"/>
        </pc:sldMkLst>
        <pc:spChg chg="mod">
          <ac:chgData name="Diorella Costales" userId="88d74f34-239a-4b43-9065-89ac9de46b63" providerId="ADAL" clId="{9FE9B9B6-889C-45AB-A6D8-62D03311396E}" dt="2025-07-22T07:57:51.001" v="533"/>
          <ac:spMkLst>
            <pc:docMk/>
            <pc:sldMk cId="2676889235" sldId="2147483646"/>
            <ac:spMk id="3" creationId="{B8820A8D-6E1C-5D78-A99B-9D6F73600A62}"/>
          </ac:spMkLst>
        </pc:spChg>
        <pc:spChg chg="mod">
          <ac:chgData name="Diorella Costales" userId="88d74f34-239a-4b43-9065-89ac9de46b63" providerId="ADAL" clId="{9FE9B9B6-889C-45AB-A6D8-62D03311396E}" dt="2025-07-22T07:58:23.903" v="539" actId="20577"/>
          <ac:spMkLst>
            <pc:docMk/>
            <pc:sldMk cId="2676889235" sldId="2147483646"/>
            <ac:spMk id="7" creationId="{583F8837-BE09-B3EF-A71F-35E4EA39998E}"/>
          </ac:spMkLst>
        </pc:spChg>
        <pc:spChg chg="mod">
          <ac:chgData name="Diorella Costales" userId="88d74f34-239a-4b43-9065-89ac9de46b63" providerId="ADAL" clId="{9FE9B9B6-889C-45AB-A6D8-62D03311396E}" dt="2025-07-22T07:58:05.993" v="537" actId="20577"/>
          <ac:spMkLst>
            <pc:docMk/>
            <pc:sldMk cId="2676889235" sldId="2147483646"/>
            <ac:spMk id="13" creationId="{1C16DB7D-AFFA-A398-9475-993E1C0E703D}"/>
          </ac:spMkLst>
        </pc:spChg>
        <pc:spChg chg="mod">
          <ac:chgData name="Diorella Costales" userId="88d74f34-239a-4b43-9065-89ac9de46b63" providerId="ADAL" clId="{9FE9B9B6-889C-45AB-A6D8-62D03311396E}" dt="2025-07-22T07:58:03.379" v="535" actId="20577"/>
          <ac:spMkLst>
            <pc:docMk/>
            <pc:sldMk cId="2676889235" sldId="2147483646"/>
            <ac:spMk id="14" creationId="{8E070174-142F-E3AD-A3D3-6F1B2691E80A}"/>
          </ac:spMkLst>
        </pc:spChg>
        <pc:spChg chg="mod">
          <ac:chgData name="Diorella Costales" userId="88d74f34-239a-4b43-9065-89ac9de46b63" providerId="ADAL" clId="{9FE9B9B6-889C-45AB-A6D8-62D03311396E}" dt="2025-07-22T07:57:51.001" v="533"/>
          <ac:spMkLst>
            <pc:docMk/>
            <pc:sldMk cId="2676889235" sldId="2147483646"/>
            <ac:spMk id="30" creationId="{050500F0-A036-A66F-02B9-B6D58132D22E}"/>
          </ac:spMkLst>
        </pc:spChg>
        <pc:grpChg chg="add mod">
          <ac:chgData name="Diorella Costales" userId="88d74f34-239a-4b43-9065-89ac9de46b63" providerId="ADAL" clId="{9FE9B9B6-889C-45AB-A6D8-62D03311396E}" dt="2025-07-22T07:57:51.001" v="533"/>
          <ac:grpSpMkLst>
            <pc:docMk/>
            <pc:sldMk cId="2676889235" sldId="2147483646"/>
            <ac:grpSpMk id="2" creationId="{DC2F953F-5171-4EBD-DFC6-82AF1ABF07FF}"/>
          </ac:grpSpMkLst>
        </pc:grpChg>
        <pc:picChg chg="mod">
          <ac:chgData name="Diorella Costales" userId="88d74f34-239a-4b43-9065-89ac9de46b63" providerId="ADAL" clId="{9FE9B9B6-889C-45AB-A6D8-62D03311396E}" dt="2025-07-22T07:57:51.001" v="533"/>
          <ac:picMkLst>
            <pc:docMk/>
            <pc:sldMk cId="2676889235" sldId="2147483646"/>
            <ac:picMk id="15" creationId="{BFCB0C7F-2C39-A6BE-18F6-0D174E5D8C6A}"/>
          </ac:picMkLst>
        </pc:picChg>
      </pc:sldChg>
    </pc:docChg>
  </pc:docChgLst>
</pc:chgInfo>
</file>

<file path=ppt/diagrams/_rels/data1.xml.rels><?xml version="1.0" encoding="UTF-8" standalone="yes"?>
<Relationships xmlns="http://schemas.openxmlformats.org/package/2006/relationships"><Relationship Id="rId1" Type="http://schemas.openxmlformats.org/officeDocument/2006/relationships/image" Target="../media/image25.jpeg"/></Relationships>
</file>

<file path=ppt/diagrams/_rels/drawing1.xml.rels><?xml version="1.0" encoding="UTF-8" standalone="yes"?>
<Relationships xmlns="http://schemas.openxmlformats.org/package/2006/relationships"><Relationship Id="rId1" Type="http://schemas.openxmlformats.org/officeDocument/2006/relationships/image" Target="../media/image25.jpeg"/></Relationships>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9E6606C-29E7-4C71-A5CB-8AE292B17229}" type="doc">
      <dgm:prSet loTypeId="urn:microsoft.com/office/officeart/2005/8/layout/vList3#2" loCatId="list" qsTypeId="urn:microsoft.com/office/officeart/2005/8/quickstyle/simple1" qsCatId="simple" csTypeId="urn:microsoft.com/office/officeart/2005/8/colors/accent4_2" csCatId="accent4" phldr="1"/>
      <dgm:spPr/>
      <dgm:t>
        <a:bodyPr/>
        <a:lstStyle/>
        <a:p>
          <a:endParaRPr lang="en-US"/>
        </a:p>
      </dgm:t>
    </dgm:pt>
    <dgm:pt modelId="{B8D8D4C3-BEC1-44E2-9950-7109B4AC7D59}">
      <dgm:prSet custT="1"/>
      <dgm:spPr/>
      <dgm:t>
        <a:bodyPr/>
        <a:lstStyle/>
        <a:p>
          <a:pPr algn="r"/>
          <a:r>
            <a:rPr lang="en-US" sz="1800" b="1"/>
            <a:t>Constructive Tension</a:t>
          </a:r>
        </a:p>
        <a:p>
          <a:pPr algn="r"/>
          <a:r>
            <a:rPr lang="en-US" sz="1600"/>
            <a:t>A productive </a:t>
          </a:r>
          <a:r>
            <a:rPr lang="en-US" sz="1600" b="1"/>
            <a:t>force</a:t>
          </a:r>
          <a:r>
            <a:rPr lang="en-US" sz="1600"/>
            <a:t> that moves the interaction into unfamiliar and/or uncomfortable territory where the HCP feels compelled to take clinically appropriate action</a:t>
          </a:r>
          <a:endParaRPr lang="en-GB" sz="1800"/>
        </a:p>
      </dgm:t>
    </dgm:pt>
    <dgm:pt modelId="{DBA9C27B-CF3F-46D1-9829-58C98BC685E8}" type="parTrans" cxnId="{3A17CDD9-160F-4B9E-AE28-43077628547F}">
      <dgm:prSet/>
      <dgm:spPr/>
      <dgm:t>
        <a:bodyPr/>
        <a:lstStyle/>
        <a:p>
          <a:endParaRPr lang="en-US"/>
        </a:p>
      </dgm:t>
    </dgm:pt>
    <dgm:pt modelId="{45C918AB-D724-490E-BB83-107EA4CD7E42}" type="sibTrans" cxnId="{3A17CDD9-160F-4B9E-AE28-43077628547F}">
      <dgm:prSet/>
      <dgm:spPr/>
      <dgm:t>
        <a:bodyPr/>
        <a:lstStyle/>
        <a:p>
          <a:endParaRPr lang="en-US"/>
        </a:p>
      </dgm:t>
    </dgm:pt>
    <dgm:pt modelId="{33396678-0C39-4845-B81C-19DF8DC01AC1}" type="pres">
      <dgm:prSet presAssocID="{A9E6606C-29E7-4C71-A5CB-8AE292B17229}" presName="linearFlow" presStyleCnt="0">
        <dgm:presLayoutVars>
          <dgm:dir/>
          <dgm:resizeHandles val="exact"/>
        </dgm:presLayoutVars>
      </dgm:prSet>
      <dgm:spPr/>
    </dgm:pt>
    <dgm:pt modelId="{7A78A496-C76D-40EF-8C6A-1CA458C8DBAA}" type="pres">
      <dgm:prSet presAssocID="{B8D8D4C3-BEC1-44E2-9950-7109B4AC7D59}" presName="composite" presStyleCnt="0"/>
      <dgm:spPr/>
    </dgm:pt>
    <dgm:pt modelId="{C1C317CC-44DC-44DE-AF55-38760243FCA9}" type="pres">
      <dgm:prSet presAssocID="{B8D8D4C3-BEC1-44E2-9950-7109B4AC7D59}" presName="imgShp" presStyleLbl="fgImgPlace1" presStyleIdx="0" presStyleCnt="1" custScaleX="59536" custScaleY="54269" custLinFactNeighborX="81495" custLinFactNeighborY="-2773"/>
      <dgm:spPr>
        <a:blipFill rotWithShape="1">
          <a:blip xmlns:r="http://schemas.openxmlformats.org/officeDocument/2006/relationships" r:embed="rId1" cstate="screen">
            <a:extLst>
              <a:ext uri="{28A0092B-C50C-407E-A947-70E740481C1C}">
                <a14:useLocalDpi xmlns:a14="http://schemas.microsoft.com/office/drawing/2010/main"/>
              </a:ext>
            </a:extLst>
          </a:blip>
          <a:srcRect/>
          <a:stretch>
            <a:fillRect/>
          </a:stretch>
        </a:blipFill>
      </dgm:spPr>
    </dgm:pt>
    <dgm:pt modelId="{CDCD55E3-BFB8-4A42-A466-D9A49E3190EA}" type="pres">
      <dgm:prSet presAssocID="{B8D8D4C3-BEC1-44E2-9950-7109B4AC7D59}" presName="txShp" presStyleLbl="node1" presStyleIdx="0" presStyleCnt="1" custScaleX="80124" custLinFactNeighborX="8530" custLinFactNeighborY="-126">
        <dgm:presLayoutVars>
          <dgm:bulletEnabled val="1"/>
        </dgm:presLayoutVars>
      </dgm:prSet>
      <dgm:spPr/>
    </dgm:pt>
  </dgm:ptLst>
  <dgm:cxnLst>
    <dgm:cxn modelId="{8F38751D-4AAB-45AB-A23A-6C98450E1016}" type="presOf" srcId="{B8D8D4C3-BEC1-44E2-9950-7109B4AC7D59}" destId="{CDCD55E3-BFB8-4A42-A466-D9A49E3190EA}" srcOrd="0" destOrd="0" presId="urn:microsoft.com/office/officeart/2005/8/layout/vList3#2"/>
    <dgm:cxn modelId="{3A17CDD9-160F-4B9E-AE28-43077628547F}" srcId="{A9E6606C-29E7-4C71-A5CB-8AE292B17229}" destId="{B8D8D4C3-BEC1-44E2-9950-7109B4AC7D59}" srcOrd="0" destOrd="0" parTransId="{DBA9C27B-CF3F-46D1-9829-58C98BC685E8}" sibTransId="{45C918AB-D724-490E-BB83-107EA4CD7E42}"/>
    <dgm:cxn modelId="{3A8B02F1-B0BC-41E7-B3D1-C6F52567CC01}" type="presOf" srcId="{A9E6606C-29E7-4C71-A5CB-8AE292B17229}" destId="{33396678-0C39-4845-B81C-19DF8DC01AC1}" srcOrd="0" destOrd="0" presId="urn:microsoft.com/office/officeart/2005/8/layout/vList3#2"/>
    <dgm:cxn modelId="{734D2EB5-C1B3-472A-9D5E-C95358887D77}" type="presParOf" srcId="{33396678-0C39-4845-B81C-19DF8DC01AC1}" destId="{7A78A496-C76D-40EF-8C6A-1CA458C8DBAA}" srcOrd="0" destOrd="0" presId="urn:microsoft.com/office/officeart/2005/8/layout/vList3#2"/>
    <dgm:cxn modelId="{764E0DE5-30CC-4D4F-9B6C-59D19FD378B7}" type="presParOf" srcId="{7A78A496-C76D-40EF-8C6A-1CA458C8DBAA}" destId="{C1C317CC-44DC-44DE-AF55-38760243FCA9}" srcOrd="0" destOrd="0" presId="urn:microsoft.com/office/officeart/2005/8/layout/vList3#2"/>
    <dgm:cxn modelId="{41DB05B3-FCED-4544-91C5-517075223FF3}" type="presParOf" srcId="{7A78A496-C76D-40EF-8C6A-1CA458C8DBAA}" destId="{CDCD55E3-BFB8-4A42-A466-D9A49E3190EA}" srcOrd="1" destOrd="0" presId="urn:microsoft.com/office/officeart/2005/8/layout/vList3#2"/>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CD55E3-BFB8-4A42-A466-D9A49E3190EA}">
      <dsp:nvSpPr>
        <dsp:cNvPr id="0" name=""/>
        <dsp:cNvSpPr/>
      </dsp:nvSpPr>
      <dsp:spPr>
        <a:xfrm rot="10800000">
          <a:off x="3091072" y="0"/>
          <a:ext cx="4608239" cy="1978390"/>
        </a:xfrm>
        <a:prstGeom prst="homePlat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2415" tIns="68580" rIns="128016" bIns="68580" numCol="1" spcCol="1270" anchor="ctr" anchorCtr="0">
          <a:noAutofit/>
        </a:bodyPr>
        <a:lstStyle/>
        <a:p>
          <a:pPr marL="0" lvl="0" indent="0" algn="r" defTabSz="800100">
            <a:lnSpc>
              <a:spcPct val="90000"/>
            </a:lnSpc>
            <a:spcBef>
              <a:spcPct val="0"/>
            </a:spcBef>
            <a:spcAft>
              <a:spcPct val="35000"/>
            </a:spcAft>
            <a:buNone/>
          </a:pPr>
          <a:r>
            <a:rPr lang="en-US" sz="1800" b="1" kern="1200"/>
            <a:t>Constructive Tension</a:t>
          </a:r>
        </a:p>
        <a:p>
          <a:pPr marL="0" lvl="0" indent="0" algn="r" defTabSz="800100">
            <a:lnSpc>
              <a:spcPct val="90000"/>
            </a:lnSpc>
            <a:spcBef>
              <a:spcPct val="0"/>
            </a:spcBef>
            <a:spcAft>
              <a:spcPct val="35000"/>
            </a:spcAft>
            <a:buNone/>
          </a:pPr>
          <a:r>
            <a:rPr lang="en-US" sz="1600" kern="1200"/>
            <a:t>A productive </a:t>
          </a:r>
          <a:r>
            <a:rPr lang="en-US" sz="1600" b="1" kern="1200"/>
            <a:t>force</a:t>
          </a:r>
          <a:r>
            <a:rPr lang="en-US" sz="1600" kern="1200"/>
            <a:t> that moves the interaction into unfamiliar and/or uncomfortable territory where the HCP feels compelled to take clinically appropriate action</a:t>
          </a:r>
          <a:endParaRPr lang="en-GB" sz="1800" kern="1200"/>
        </a:p>
      </dsp:txBody>
      <dsp:txXfrm rot="10800000">
        <a:off x="3585669" y="0"/>
        <a:ext cx="4113642" cy="1978390"/>
      </dsp:txXfrm>
    </dsp:sp>
    <dsp:sp modelId="{C1C317CC-44DC-44DE-AF55-38760243FCA9}">
      <dsp:nvSpPr>
        <dsp:cNvPr id="0" name=""/>
        <dsp:cNvSpPr/>
      </dsp:nvSpPr>
      <dsp:spPr>
        <a:xfrm>
          <a:off x="3052268" y="397508"/>
          <a:ext cx="1177854" cy="1073652"/>
        </a:xfrm>
        <a:prstGeom prst="ellipse">
          <a:avLst/>
        </a:prstGeom>
        <a:blipFill rotWithShape="1">
          <a:blip xmlns:r="http://schemas.openxmlformats.org/officeDocument/2006/relationships" r:embed="rId1" cstate="screen">
            <a:extLst>
              <a:ext uri="{28A0092B-C50C-407E-A947-70E740481C1C}">
                <a14:useLocalDpi xmlns:a14="http://schemas.microsoft.com/office/drawing/2010/main"/>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2">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FD0389-F1E6-497F-861A-1B59E72B9A08}" type="datetimeFigureOut">
              <a:rPr lang="en-PH" smtClean="0"/>
              <a:t>22/07/2025</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178573-9E99-4E28-964D-185B0A563733}" type="slidenum">
              <a:rPr lang="en-PH" smtClean="0"/>
              <a:t>‹#›</a:t>
            </a:fld>
            <a:endParaRPr lang="en-PH"/>
          </a:p>
        </p:txBody>
      </p:sp>
    </p:spTree>
    <p:extLst>
      <p:ext uri="{BB962C8B-B14F-4D97-AF65-F5344CB8AC3E}">
        <p14:creationId xmlns:p14="http://schemas.microsoft.com/office/powerpoint/2010/main" val="3825543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notesMaster" Target="../notesMasters/notesMaster1.xml"/><Relationship Id="rId1" Type="http://schemas.openxmlformats.org/officeDocument/2006/relationships/tags" Target="../tags/tag4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Target HCPs: Fence sitters, who thinks all SITTs are the same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FD5212-2CA9-4C33-B016-E5A7A5D3996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988938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dirty="0"/>
              <a:t>According to Challenger  Performance Optimization  Inc. Research, customers value sales professionals who:</a:t>
            </a:r>
          </a:p>
          <a:p>
            <a:pPr marL="1025525" lvl="2" indent="-342900" defTabSz="1097280">
              <a:spcAft>
                <a:spcPts val="2880"/>
              </a:spcAft>
              <a:buFont typeface="Wingdings" panose="05000000000000000000" pitchFamily="2" charset="2"/>
              <a:buChar char="ü"/>
              <a:defRPr/>
            </a:pPr>
            <a:r>
              <a:rPr lang="en-US" sz="2400" kern="0" dirty="0">
                <a:solidFill>
                  <a:schemeClr val="tx1"/>
                </a:solidFill>
                <a:latin typeface="+mn-lt"/>
                <a:ea typeface="Times New Roman"/>
                <a:cs typeface="Times New Roman"/>
              </a:rPr>
              <a:t>Offer me unique, valuable perspectives on my market</a:t>
            </a:r>
          </a:p>
          <a:p>
            <a:pPr marL="1025525" lvl="2" indent="-342900" defTabSz="1097280">
              <a:spcAft>
                <a:spcPts val="2880"/>
              </a:spcAft>
              <a:buFont typeface="Wingdings" panose="05000000000000000000" pitchFamily="2" charset="2"/>
              <a:buChar char="ü"/>
              <a:defRPr/>
            </a:pPr>
            <a:r>
              <a:rPr lang="en-US" sz="2400" kern="0" dirty="0">
                <a:solidFill>
                  <a:schemeClr val="tx1"/>
                </a:solidFill>
                <a:latin typeface="+mn-lt"/>
                <a:ea typeface="Times New Roman"/>
                <a:cs typeface="Times New Roman"/>
              </a:rPr>
              <a:t>Help me navigate alternatives</a:t>
            </a:r>
          </a:p>
          <a:p>
            <a:pPr marL="1025525" lvl="2" indent="-342900" defTabSz="1097280">
              <a:spcAft>
                <a:spcPts val="2880"/>
              </a:spcAft>
              <a:buFont typeface="Wingdings" panose="05000000000000000000" pitchFamily="2" charset="2"/>
              <a:buChar char="ü"/>
              <a:defRPr/>
            </a:pPr>
            <a:r>
              <a:rPr lang="en-US" sz="2400" kern="0" dirty="0">
                <a:solidFill>
                  <a:schemeClr val="tx1"/>
                </a:solidFill>
                <a:latin typeface="+mn-lt"/>
                <a:ea typeface="Times New Roman"/>
                <a:cs typeface="Times New Roman"/>
              </a:rPr>
              <a:t>Help me avoid potential risks</a:t>
            </a:r>
          </a:p>
          <a:p>
            <a:pPr marL="1025525" lvl="2" indent="-342900" defTabSz="1097280">
              <a:spcAft>
                <a:spcPts val="2880"/>
              </a:spcAft>
              <a:buFont typeface="Wingdings" panose="05000000000000000000" pitchFamily="2" charset="2"/>
              <a:buChar char="ü"/>
              <a:defRPr/>
            </a:pPr>
            <a:r>
              <a:rPr lang="en-US" sz="2400" kern="0" dirty="0">
                <a:solidFill>
                  <a:schemeClr val="tx1"/>
                </a:solidFill>
                <a:latin typeface="+mn-lt"/>
                <a:ea typeface="Times New Roman"/>
                <a:cs typeface="Times New Roman"/>
              </a:rPr>
              <a:t>Educate me on new issues and outcomes</a:t>
            </a:r>
          </a:p>
          <a:p>
            <a:endParaRPr lang="en-PH" dirty="0"/>
          </a:p>
          <a:p>
            <a:r>
              <a:rPr lang="en-PH" dirty="0"/>
              <a:t>In their research, they also found that most effective Sales Reps Teaches, Tailors and Takes Control of the buying process – the Prescription process. </a:t>
            </a:r>
          </a:p>
          <a:p>
            <a:r>
              <a:rPr lang="en-PH" dirty="0"/>
              <a:t>They call these sales professionals ‘CHALLENGERS’.</a:t>
            </a:r>
          </a:p>
          <a:p>
            <a:pPr marL="0" marR="0" lvl="0" indent="0" algn="l" defTabSz="914400" rtl="0" eaLnBrk="1" fontAlgn="auto" latinLnBrk="0" hangingPunct="1">
              <a:lnSpc>
                <a:spcPct val="100000"/>
              </a:lnSpc>
              <a:spcBef>
                <a:spcPts val="0"/>
              </a:spcBef>
              <a:spcAft>
                <a:spcPts val="0"/>
              </a:spcAft>
              <a:buClrTx/>
              <a:buSzTx/>
              <a:buFontTx/>
              <a:buNone/>
              <a:tabLst/>
              <a:defRPr/>
            </a:pPr>
            <a:r>
              <a:rPr lang="en-PH" dirty="0"/>
              <a:t>One of the key differentiators of these Challengers is that they BUILD CONSTRUCTIVE TENSION in order to </a:t>
            </a:r>
            <a:r>
              <a:rPr lang="en-US" sz="1200" b="1" dirty="0">
                <a:solidFill>
                  <a:schemeClr val="bg1"/>
                </a:solidFill>
                <a:latin typeface="Graphik Regular" panose="020B0503030202060203" pitchFamily="34" charset="0"/>
              </a:rPr>
              <a:t>Shift behavior to compel the customer to take action</a:t>
            </a:r>
          </a:p>
          <a:p>
            <a:endParaRPr lang="en-PH" dirty="0"/>
          </a:p>
          <a:p>
            <a:endParaRPr lang="en-PH"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FD5212-2CA9-4C33-B016-E5A7A5D3996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67599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normAutofit/>
          </a:bodyPr>
          <a:lstStyle/>
          <a:p>
            <a:pPr marL="285664" indent="-285664" defTabSz="608774">
              <a:buFont typeface="Arial" panose="020B0604020202020204" pitchFamily="34" charset="0"/>
              <a:buChar char="•"/>
              <a:defRPr/>
            </a:pPr>
            <a:r>
              <a:rPr lang="en-US">
                <a:solidFill>
                  <a:prstClr val="black"/>
                </a:solidFill>
              </a:rPr>
              <a:t>Construction tension is defined as a productive force that moves the interaction into unfamiliar and/or uncomfortable territory where the HCP feels compelled to take clinically appropriate action.  </a:t>
            </a:r>
          </a:p>
          <a:p>
            <a:pPr marL="285664" indent="-285664" defTabSz="608774">
              <a:buFont typeface="Arial" panose="020B0604020202020204" pitchFamily="34" charset="0"/>
              <a:buChar char="•"/>
              <a:defRPr/>
            </a:pPr>
            <a:r>
              <a:rPr lang="en-US">
                <a:solidFill>
                  <a:prstClr val="black"/>
                </a:solidFill>
              </a:rPr>
              <a:t>As sales professionals, most default is to avoid creating tension with a customer because you think that it is detrimental to your relationship…</a:t>
            </a:r>
          </a:p>
          <a:p>
            <a:pPr marL="285664" indent="-285664" defTabSz="608774">
              <a:buFont typeface="Arial" panose="020B0604020202020204" pitchFamily="34" charset="0"/>
              <a:buChar char="•"/>
              <a:defRPr/>
            </a:pPr>
            <a:r>
              <a:rPr lang="en-CA">
                <a:solidFill>
                  <a:prstClr val="black"/>
                </a:solidFill>
              </a:rPr>
              <a:t>…However if there is not enough tension in the call, the HCP will not be compelled to take any action</a:t>
            </a:r>
          </a:p>
          <a:p>
            <a:pPr marL="285664" indent="-285664" defTabSz="608774">
              <a:buFont typeface="Arial" panose="020B0604020202020204" pitchFamily="34" charset="0"/>
              <a:buChar char="•"/>
              <a:defRPr/>
            </a:pPr>
            <a:r>
              <a:rPr lang="en-CA">
                <a:solidFill>
                  <a:prstClr val="black"/>
                </a:solidFill>
              </a:rPr>
              <a:t>…Although in case of too much tension, they may feel personal affront and shut down on you</a:t>
            </a:r>
          </a:p>
          <a:p>
            <a:pPr marL="285664" indent="-285664" defTabSz="608774">
              <a:buFont typeface="Arial" panose="020B0604020202020204" pitchFamily="34" charset="0"/>
              <a:buChar char="•"/>
              <a:defRPr/>
            </a:pPr>
            <a:r>
              <a:rPr lang="en-CA">
                <a:solidFill>
                  <a:prstClr val="black"/>
                </a:solidFill>
              </a:rPr>
              <a:t>Therefore, you need to be skilled here to create the right amount of tension, to challenge the HCP’s thinking but not to challenge them personally. Ultimately, driving them to take a clinically appropriate action</a:t>
            </a:r>
            <a:endParaRPr lang="en-US">
              <a:solidFill>
                <a:prstClr val="black"/>
              </a:solidFill>
            </a:endParaRPr>
          </a:p>
        </p:txBody>
      </p:sp>
      <p:sp>
        <p:nvSpPr>
          <p:cNvPr id="4" name="TextBox 3"/>
          <p:cNvSpPr txBox="1"/>
          <p:nvPr>
            <p:custDataLst>
              <p:tags r:id="rId1"/>
            </p:custDataLst>
          </p:nvPr>
        </p:nvSpPr>
        <p:spPr>
          <a:xfrm>
            <a:off x="1" y="0"/>
            <a:ext cx="3809110" cy="369300"/>
          </a:xfrm>
          <a:prstGeom prst="rect">
            <a:avLst/>
          </a:prstGeom>
          <a:noFill/>
        </p:spPr>
        <p:txBody>
          <a:bodyPr vert="horz" lIns="91408" tIns="45704" rIns="91408" bIns="45704"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393356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a:t>Whichever Selling model you are using, creating constructive tension can be demonstrated in these steps.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FD5212-2CA9-4C33-B016-E5A7A5D3996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201924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a:t>According to Challenger, when we create Constructive tension, we disrupt the status quo. We do this by addressing the </a:t>
            </a:r>
            <a:r>
              <a:rPr lang="en-PH" err="1"/>
              <a:t>customet</a:t>
            </a:r>
            <a:r>
              <a:rPr lang="en-PH"/>
              <a:t> problem in a right way.  What you are seeing is an abridged framework </a:t>
            </a:r>
            <a:r>
              <a:rPr lang="en-PH" err="1"/>
              <a:t>fo</a:t>
            </a:r>
            <a:r>
              <a:rPr lang="en-PH"/>
              <a:t> delivering a 3-phase message</a:t>
            </a:r>
          </a:p>
          <a:p>
            <a:endParaRPr lang="en-PH"/>
          </a:p>
          <a:p>
            <a:r>
              <a:rPr lang="en-PH"/>
              <a:t>Let us zoom in on how we deliver the REFRAME or current state to GAP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FD5212-2CA9-4C33-B016-E5A7A5D3996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572041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324B0-7867-2D97-D25F-FF1E1F9351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BBAE45-E016-C271-3666-133E49A7CB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D14D03-DBC7-A2D5-7C53-4AFA712370A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dirty="0"/>
              <a:t>Let us zoom in on how we deliver the REFRAME or current state to GAP – this is the first bucket that you are seeing on the screen</a:t>
            </a:r>
          </a:p>
          <a:p>
            <a:endParaRPr lang="en-PH" dirty="0"/>
          </a:p>
        </p:txBody>
      </p:sp>
      <p:sp>
        <p:nvSpPr>
          <p:cNvPr id="4" name="Slide Number Placeholder 3">
            <a:extLst>
              <a:ext uri="{FF2B5EF4-FFF2-40B4-BE49-F238E27FC236}">
                <a16:creationId xmlns:a16="http://schemas.microsoft.com/office/drawing/2014/main" id="{8A8AB26E-8A11-892A-2264-19D9E096A6E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178573-9E99-4E28-964D-185B0A563733}" type="slidenum">
              <a:rPr kumimoji="0" lang="en-PH"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PH"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925593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a:latin typeface="Graphik Regular" panose="020B0503030202060203" pitchFamily="34" charset="0"/>
              </a:rPr>
              <a:t>Insert – Surprising – DID YOU KNOW THAT EXACERBATIONS INCREASE….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BC096A-345A-9245-8367-0B7231BB613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596794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BC096A-345A-9245-8367-0B7231BB613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577729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Rep: Doctor, based on our previous engagements, you have made it clear that your goal is to ensure patients are seeing less symptoms and improving quickly, along with reduced risk of exacerbations. </a:t>
            </a:r>
          </a:p>
          <a:p>
            <a:r>
              <a:rPr lang="en-US"/>
              <a:t>Most Pulmonologists are using Triple Therapies interchangeably and believe that they are all the same.</a:t>
            </a:r>
          </a:p>
          <a:p>
            <a:r>
              <a:rPr lang="en-US"/>
              <a:t>What they failed to realize is that not all are the same in reducing moderate to severe exacerbations among COPD patients</a:t>
            </a:r>
          </a:p>
          <a:p>
            <a:endParaRPr lang="en-PH"/>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FD5212-2CA9-4C33-B016-E5A7A5D3996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139128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UNDERSTAND PROBLEM FIRST BEFORE SOLUTION</a:t>
            </a:r>
          </a:p>
          <a:p>
            <a:r>
              <a:rPr lang="en-PH" dirty="0"/>
              <a:t>Discipline not to mention brand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178573-9E99-4E28-964D-185B0A563733}" type="slidenum">
              <a:rPr kumimoji="0" lang="en-PH"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PH"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242475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latin typeface="Graphik Regular" panose="020B0503030202060203" pitchFamily="34" charset="0"/>
              </a:rPr>
              <a:t>Develop a reframe anchored on your answers to the 4 questions</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BC096A-345A-9245-8367-0B7231BB613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483732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52835"/>
                </a:solidFill>
                <a:effectLst/>
                <a:uLnTx/>
                <a:uFillTx/>
                <a:latin typeface="Graphik Regular" panose="020B0503030202060203" pitchFamily="34" charset="0"/>
                <a:ea typeface="Graphik Bold" charset="0"/>
                <a:cs typeface="Graphik Bold" charset="0"/>
              </a:rPr>
              <a:t>Intensify the </a:t>
            </a:r>
            <a:r>
              <a:rPr kumimoji="0" lang="en-US" sz="1200" b="0" i="0" u="none" strike="noStrike" kern="1200" cap="none" spc="0" normalizeH="0" baseline="0" noProof="0">
                <a:ln>
                  <a:noFill/>
                </a:ln>
                <a:solidFill>
                  <a:srgbClr val="052835"/>
                </a:solidFill>
                <a:effectLst/>
                <a:uLnTx/>
                <a:uFillTx/>
                <a:latin typeface="Graphik Bold" panose="020B0803030202060203" pitchFamily="34" charset="0"/>
                <a:ea typeface="Graphik Bold" charset="0"/>
                <a:cs typeface="Graphik Bold" charset="0"/>
              </a:rPr>
              <a:t>business consequences</a:t>
            </a:r>
            <a:r>
              <a:rPr kumimoji="0" lang="en-US" sz="1200" b="0" i="0" u="none" strike="noStrike" kern="1200" cap="none" spc="0" normalizeH="0" baseline="0" noProof="0">
                <a:ln>
                  <a:noFill/>
                </a:ln>
                <a:solidFill>
                  <a:srgbClr val="052835"/>
                </a:solidFill>
                <a:effectLst/>
                <a:uLnTx/>
                <a:uFillTx/>
                <a:latin typeface="Graphik Regular" panose="020B0503030202060203" pitchFamily="34" charset="0"/>
                <a:ea typeface="Graphik Bold" charset="0"/>
                <a:cs typeface="Graphik Bold" charset="0"/>
              </a:rPr>
              <a:t> and </a:t>
            </a:r>
            <a:r>
              <a:rPr kumimoji="0" lang="en-US" sz="1200" b="1" i="0" u="none" strike="noStrike" kern="1200" cap="none" spc="0" normalizeH="0" baseline="0" noProof="0">
                <a:ln>
                  <a:noFill/>
                </a:ln>
                <a:solidFill>
                  <a:srgbClr val="052835"/>
                </a:solidFill>
                <a:effectLst/>
                <a:uLnTx/>
                <a:uFillTx/>
                <a:latin typeface="Graphik Bold" panose="020B0803030202060203" pitchFamily="34" charset="0"/>
                <a:ea typeface="Graphik Bold" charset="0"/>
                <a:cs typeface="Graphik Bold" charset="0"/>
              </a:rPr>
              <a:t>humanize </a:t>
            </a:r>
            <a:r>
              <a:rPr kumimoji="0" lang="en-US" sz="1200" b="0" i="0" u="none" strike="noStrike" kern="1200" cap="none" spc="0" normalizeH="0" baseline="0" noProof="0">
                <a:ln>
                  <a:noFill/>
                </a:ln>
                <a:solidFill>
                  <a:srgbClr val="052835"/>
                </a:solidFill>
                <a:effectLst/>
                <a:uLnTx/>
                <a:uFillTx/>
                <a:latin typeface="Graphik Regular" panose="020B0503030202060203" pitchFamily="34" charset="0"/>
                <a:ea typeface="Graphik Bold" charset="0"/>
                <a:cs typeface="Graphik Bold" charset="0"/>
              </a:rPr>
              <a:t>the problem by articulating the </a:t>
            </a:r>
            <a:r>
              <a:rPr kumimoji="0" lang="en-US" sz="1200" b="1" i="0" u="none" strike="noStrike" kern="1200" cap="none" spc="0" normalizeH="0" baseline="0" noProof="0">
                <a:ln>
                  <a:noFill/>
                </a:ln>
                <a:solidFill>
                  <a:srgbClr val="052835"/>
                </a:solidFill>
                <a:effectLst/>
                <a:uLnTx/>
                <a:uFillTx/>
                <a:latin typeface="Graphik Bold" panose="020B0803030202060203" pitchFamily="34" charset="0"/>
                <a:ea typeface="Graphik Bold" charset="0"/>
                <a:cs typeface="Graphik Bold" charset="0"/>
              </a:rPr>
              <a:t>cost of staying the same.</a:t>
            </a:r>
            <a:endParaRPr kumimoji="0" lang="en-US" sz="1200" b="0" i="0" u="none" strike="noStrike" kern="1200" cap="none" spc="0" normalizeH="0" baseline="0" noProof="0">
              <a:ln>
                <a:noFill/>
              </a:ln>
              <a:solidFill>
                <a:srgbClr val="052835"/>
              </a:solidFill>
              <a:effectLst/>
              <a:uLnTx/>
              <a:uFillTx/>
              <a:latin typeface="Graphik Regular" panose="020B0503030202060203" pitchFamily="34" charset="0"/>
              <a:ea typeface="Graphik Bold" charset="0"/>
              <a:cs typeface="Graphik Bold" charset="0"/>
            </a:endParaRPr>
          </a:p>
        </p:txBody>
      </p:sp>
      <p:sp>
        <p:nvSpPr>
          <p:cNvPr id="4" name="Slide Number Placeholder 3"/>
          <p:cNvSpPr>
            <a:spLocks noGrp="1"/>
          </p:cNvSpPr>
          <p:nvPr>
            <p:ph type="sldNum" sz="quarter" idx="5"/>
          </p:nvPr>
        </p:nvSpPr>
        <p:spPr/>
        <p:txBody>
          <a:bodyPr/>
          <a:lstStyle/>
          <a:p>
            <a:pPr marL="0" marR="0" lvl="0" indent="0" algn="r" defTabSz="966612" rtl="0" eaLnBrk="1" fontAlgn="auto" latinLnBrk="0" hangingPunct="1">
              <a:lnSpc>
                <a:spcPct val="100000"/>
              </a:lnSpc>
              <a:spcBef>
                <a:spcPts val="0"/>
              </a:spcBef>
              <a:spcAft>
                <a:spcPts val="0"/>
              </a:spcAft>
              <a:buClrTx/>
              <a:buSzTx/>
              <a:buFontTx/>
              <a:buNone/>
              <a:tabLst/>
              <a:defRPr/>
            </a:pPr>
            <a:fld id="{9CBC096A-345A-9245-8367-0B7231BB613E}"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66612"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720777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a:t>Everyday our HCPs, in every patient encounter, need to make decisions. They need to balance patient outcomes, experience, guidelines etc. </a:t>
            </a:r>
            <a:r>
              <a:rPr lang="en-US" sz="1200" b="0" i="0" kern="1200">
                <a:solidFill>
                  <a:schemeClr val="tx1"/>
                </a:solidFill>
                <a:effectLst/>
                <a:latin typeface="+mn-lt"/>
                <a:ea typeface="+mn-ea"/>
                <a:cs typeface="+mn-cs"/>
              </a:rPr>
              <a:t>These decisions often come down to a choice: continue with established habits or embrace new approaches. This is where the concept of "pain of same" and "pain of change" comes into play.</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In order to introduce the impact, there are 2 elements which must be present in order to be most effective…</a:t>
            </a:r>
          </a:p>
          <a:p>
            <a:r>
              <a:rPr lang="en-PH"/>
              <a:t>First, the RATIONAL Case for change – this is where we anchor impact of sizable, quantifiable impact – </a:t>
            </a:r>
          </a:p>
          <a:p>
            <a:r>
              <a:rPr lang="en-PH"/>
              <a:t>Second, the EMOTIONAL Case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FD5212-2CA9-4C33-B016-E5A7A5D3996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728148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FULL BUILD TIMING</a:t>
            </a:r>
            <a:r>
              <a:rPr lang="en-US" sz="1200" dirty="0"/>
              <a:t>: 4 mins across 5 slides	</a:t>
            </a:r>
          </a:p>
          <a:p>
            <a:pPr defTabSz="966612">
              <a:defRPr/>
            </a:pPr>
            <a:r>
              <a:rPr lang="en-US" sz="1200" b="1" dirty="0"/>
              <a:t>SLIDE TIMING</a:t>
            </a:r>
            <a:r>
              <a:rPr lang="en-US" sz="1200" dirty="0"/>
              <a:t>: 1 min	</a:t>
            </a:r>
            <a:r>
              <a:rPr lang="en-US" sz="1200" b="1" dirty="0"/>
              <a:t>RUNNING TIME</a:t>
            </a:r>
            <a:r>
              <a:rPr lang="en-US" sz="1200" dirty="0"/>
              <a:t>: 2:35-2:36</a:t>
            </a:r>
          </a:p>
          <a:p>
            <a:endParaRPr lang="en-US" sz="1200" dirty="0"/>
          </a:p>
          <a:p>
            <a:endParaRPr lang="en-US" sz="1200" kern="1200" dirty="0">
              <a:effectLst/>
            </a:endParaRPr>
          </a:p>
          <a:p>
            <a:endParaRPr lang="en-US" sz="1200" kern="1200" dirty="0">
              <a:effectLst/>
              <a:ea typeface="+mn-ea"/>
              <a:cs typeface="+mn-cs"/>
            </a:endParaRPr>
          </a:p>
          <a:p>
            <a:r>
              <a:rPr lang="en-US" sz="1200" b="1" dirty="0"/>
              <a:t>FLOW (SLIDE 5 OF 5)</a:t>
            </a:r>
          </a:p>
          <a:p>
            <a:pPr defTabSz="966612">
              <a:defRPr/>
            </a:pPr>
            <a:r>
              <a:rPr lang="en-US" sz="1200" dirty="0"/>
              <a:t>Discuss how to use vivid equivalents</a:t>
            </a:r>
          </a:p>
          <a:p>
            <a:pPr defTabSz="966612">
              <a:defRPr/>
            </a:pPr>
            <a:endParaRPr lang="en-US" sz="1200" dirty="0"/>
          </a:p>
          <a:p>
            <a:pPr defTabSz="966612">
              <a:defRPr/>
            </a:pPr>
            <a:endParaRPr lang="en-US" sz="1200" dirty="0"/>
          </a:p>
          <a:p>
            <a:pPr defTabSz="966612">
              <a:defRPr/>
            </a:pPr>
            <a:r>
              <a:rPr lang="en-US" sz="1200" b="1" dirty="0"/>
              <a:t>TRANSITION</a:t>
            </a:r>
          </a:p>
          <a:p>
            <a:pPr defTabSz="966612">
              <a:defRPr/>
            </a:pPr>
            <a:r>
              <a:rPr lang="en-US" sz="1200" dirty="0"/>
              <a:t>Again, the point of Emotional Impact is to help the customer get their head around just how bad things currently are…</a:t>
            </a:r>
          </a:p>
        </p:txBody>
      </p:sp>
      <p:sp>
        <p:nvSpPr>
          <p:cNvPr id="4" name="Slide Number Placeholder 3"/>
          <p:cNvSpPr>
            <a:spLocks noGrp="1"/>
          </p:cNvSpPr>
          <p:nvPr>
            <p:ph type="sldNum" sz="quarter" idx="5"/>
          </p:nvPr>
        </p:nvSpPr>
        <p:spPr/>
        <p:txBody>
          <a:bodyPr/>
          <a:lstStyle/>
          <a:p>
            <a:pPr defTabSz="966612">
              <a:defRPr/>
            </a:pPr>
            <a:fld id="{9CBC096A-345A-9245-8367-0B7231BB613E}" type="slidenum">
              <a:rPr lang="en-US">
                <a:solidFill>
                  <a:prstClr val="black"/>
                </a:solidFill>
                <a:latin typeface="Aptos" panose="02110004020202020204"/>
              </a:rPr>
              <a:pPr defTabSz="966612">
                <a:defRPr/>
              </a:pPr>
              <a:t>15</a:t>
            </a:fld>
            <a:endParaRPr lang="en-US">
              <a:solidFill>
                <a:prstClr val="black"/>
              </a:solidFill>
              <a:latin typeface="Aptos" panose="02110004020202020204"/>
            </a:endParaRPr>
          </a:p>
        </p:txBody>
      </p:sp>
    </p:spTree>
    <p:extLst>
      <p:ext uri="{BB962C8B-B14F-4D97-AF65-F5344CB8AC3E}">
        <p14:creationId xmlns:p14="http://schemas.microsoft.com/office/powerpoint/2010/main" val="2322166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a:t>Now that you have introduced the impact, you may now be ready to reveal the value.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t>The objective is to </a:t>
            </a:r>
            <a:r>
              <a:rPr kumimoji="0" lang="en-US" sz="1200" b="0" i="0" u="none" strike="noStrike" kern="1200" cap="none" spc="0" normalizeH="0" baseline="0" noProof="0">
                <a:ln>
                  <a:noFill/>
                </a:ln>
                <a:solidFill>
                  <a:srgbClr val="052835"/>
                </a:solidFill>
                <a:effectLst/>
                <a:uLnTx/>
                <a:uFillTx/>
                <a:latin typeface="Graphik Regular" panose="020B0503030202060203" pitchFamily="34" charset="0"/>
                <a:ea typeface="Graphik Bold" charset="0"/>
                <a:cs typeface="Graphik Bold" charset="0"/>
              </a:rPr>
              <a:t>Demonstrate the </a:t>
            </a:r>
            <a:r>
              <a:rPr kumimoji="0" lang="en-US" sz="1200" b="0" i="0" u="none" strike="noStrike" kern="1200" cap="none" spc="0" normalizeH="0" baseline="0" noProof="0">
                <a:ln>
                  <a:noFill/>
                </a:ln>
                <a:solidFill>
                  <a:srgbClr val="052835"/>
                </a:solidFill>
                <a:effectLst/>
                <a:uLnTx/>
                <a:uFillTx/>
                <a:latin typeface="Graphik Bold" panose="020B0803030202060203" pitchFamily="34" charset="0"/>
                <a:ea typeface="Graphik Bold" charset="0"/>
                <a:cs typeface="Graphik Bold" charset="0"/>
              </a:rPr>
              <a:t>value </a:t>
            </a:r>
            <a:r>
              <a:rPr kumimoji="0" lang="en-US" sz="1200" b="0" i="0" u="none" strike="noStrike" kern="1200" cap="none" spc="0" normalizeH="0" baseline="0" noProof="0">
                <a:ln>
                  <a:noFill/>
                </a:ln>
                <a:solidFill>
                  <a:srgbClr val="052835"/>
                </a:solidFill>
                <a:effectLst/>
                <a:uLnTx/>
                <a:uFillTx/>
                <a:latin typeface="Graphik Regular" panose="020B0503030202060203" pitchFamily="34" charset="0"/>
                <a:ea typeface="Graphik Bold" charset="0"/>
                <a:cs typeface="Graphik Bold" charset="0"/>
              </a:rPr>
              <a:t>of adopting a </a:t>
            </a:r>
            <a:r>
              <a:rPr kumimoji="0" lang="en-US" sz="1200" b="0" i="0" u="none" strike="noStrike" kern="1200" cap="none" spc="0" normalizeH="0" baseline="0" noProof="0">
                <a:ln>
                  <a:noFill/>
                </a:ln>
                <a:solidFill>
                  <a:srgbClr val="052835"/>
                </a:solidFill>
                <a:effectLst/>
                <a:uLnTx/>
                <a:uFillTx/>
                <a:latin typeface="Graphik Bold"/>
                <a:ea typeface="Graphik Bold" charset="0"/>
                <a:cs typeface="Graphik Bold" charset="0"/>
              </a:rPr>
              <a:t>new way forward </a:t>
            </a:r>
            <a:r>
              <a:rPr kumimoji="0" lang="en-US" sz="1200" b="0" i="0" u="none" strike="noStrike" kern="1200" cap="none" spc="0" normalizeH="0" baseline="0" noProof="0">
                <a:ln>
                  <a:noFill/>
                </a:ln>
                <a:solidFill>
                  <a:srgbClr val="052835"/>
                </a:solidFill>
                <a:effectLst/>
                <a:uLnTx/>
                <a:uFillTx/>
                <a:latin typeface="Graphik Regular" panose="020B0503030202060203" pitchFamily="34" charset="0"/>
                <a:ea typeface="Graphik Bold" charset="0"/>
                <a:cs typeface="Graphik Bold" charset="0"/>
              </a:rPr>
              <a:t>and reveal the </a:t>
            </a:r>
            <a:r>
              <a:rPr kumimoji="0" lang="en-US" sz="1200" b="0" i="0" u="none" strike="noStrike" kern="1200" cap="none" spc="0" normalizeH="0" baseline="0" noProof="0">
                <a:ln>
                  <a:noFill/>
                </a:ln>
                <a:solidFill>
                  <a:srgbClr val="052835"/>
                </a:solidFill>
                <a:effectLst/>
                <a:uLnTx/>
                <a:uFillTx/>
                <a:latin typeface="Graphik Bold"/>
                <a:ea typeface="Graphik Bold" charset="0"/>
                <a:cs typeface="Graphik Bold" charset="0"/>
              </a:rPr>
              <a:t>distinctiveness of your solution</a:t>
            </a:r>
            <a:r>
              <a:rPr kumimoji="0" lang="en-US" sz="1200" b="0" i="0" u="none" strike="noStrike" kern="1200" cap="none" spc="0" normalizeH="0" baseline="0" noProof="0">
                <a:ln>
                  <a:noFill/>
                </a:ln>
                <a:solidFill>
                  <a:srgbClr val="052835"/>
                </a:solidFill>
                <a:effectLst/>
                <a:uLnTx/>
                <a:uFillTx/>
                <a:latin typeface="Graphik Bold" panose="020B0803030202060203" pitchFamily="34" charset="0"/>
                <a:ea typeface="Graphik Bold" charset="0"/>
                <a:cs typeface="Graphik Bold" charset="0"/>
              </a:rPr>
              <a:t>.</a:t>
            </a:r>
            <a:endParaRPr kumimoji="0" lang="en-US" sz="1200" b="0" i="0" u="none" strike="noStrike" kern="1200" cap="none" spc="0" normalizeH="0" baseline="0" noProof="0">
              <a:ln>
                <a:noFill/>
              </a:ln>
              <a:solidFill>
                <a:srgbClr val="052835"/>
              </a:solidFill>
              <a:effectLst/>
              <a:uLnTx/>
              <a:uFillTx/>
              <a:latin typeface="Graphik Regular" panose="020B0503030202060203" pitchFamily="34" charset="0"/>
              <a:ea typeface="Graphik Bold" charset="0"/>
              <a:cs typeface="Graphik Bold" charset="0"/>
            </a:endParaRPr>
          </a:p>
          <a:p>
            <a:endParaRPr lang="en-US" sz="1200" b="0"/>
          </a:p>
        </p:txBody>
      </p:sp>
      <p:sp>
        <p:nvSpPr>
          <p:cNvPr id="4" name="Slide Number Placeholder 3"/>
          <p:cNvSpPr>
            <a:spLocks noGrp="1"/>
          </p:cNvSpPr>
          <p:nvPr>
            <p:ph type="sldNum" sz="quarter" idx="5"/>
          </p:nvPr>
        </p:nvSpPr>
        <p:spPr/>
        <p:txBody>
          <a:bodyPr/>
          <a:lstStyle/>
          <a:p>
            <a:pPr marL="0" marR="0" lvl="0" indent="0" algn="r" defTabSz="966612" rtl="0" eaLnBrk="1" fontAlgn="auto" latinLnBrk="0" hangingPunct="1">
              <a:lnSpc>
                <a:spcPct val="100000"/>
              </a:lnSpc>
              <a:spcBef>
                <a:spcPts val="0"/>
              </a:spcBef>
              <a:spcAft>
                <a:spcPts val="0"/>
              </a:spcAft>
              <a:buClrTx/>
              <a:buSzTx/>
              <a:buFontTx/>
              <a:buNone/>
              <a:tabLst/>
              <a:defRPr/>
            </a:pPr>
            <a:fld id="{9CBC096A-345A-9245-8367-0B7231BB613E}"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66612"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662083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SLIDE TIMING</a:t>
            </a:r>
            <a:r>
              <a:rPr lang="en-US" sz="1200" dirty="0"/>
              <a:t>: 2 mins 	</a:t>
            </a:r>
            <a:r>
              <a:rPr lang="en-US" sz="1200" b="1" dirty="0"/>
              <a:t>RUNNING TIME</a:t>
            </a:r>
            <a:r>
              <a:rPr lang="en-US" sz="1200" dirty="0"/>
              <a:t>: 2:59-3:01 </a:t>
            </a:r>
          </a:p>
          <a:p>
            <a:endParaRPr lang="en-US" sz="1200" kern="1200" dirty="0">
              <a:effectLst/>
            </a:endParaRPr>
          </a:p>
          <a:p>
            <a:endParaRPr lang="en-US" sz="1200" kern="1200" dirty="0">
              <a:effectLst/>
              <a:ea typeface="+mn-ea"/>
              <a:cs typeface="+mn-cs"/>
            </a:endParaRPr>
          </a:p>
          <a:p>
            <a:r>
              <a:rPr lang="en-US" sz="1200" b="1" dirty="0"/>
              <a:t>FLOW</a:t>
            </a:r>
          </a:p>
          <a:p>
            <a:pPr marL="241653" indent="-241653">
              <a:buFont typeface="+mj-lt"/>
              <a:buAutoNum type="arabicPeriod"/>
            </a:pPr>
            <a:r>
              <a:rPr lang="en-US" sz="1200" dirty="0"/>
              <a:t>Discuss the action the customer should take</a:t>
            </a:r>
          </a:p>
          <a:p>
            <a:pPr marL="241653" indent="-241653">
              <a:buFont typeface="+mj-lt"/>
              <a:buAutoNum type="arabicPeriod"/>
            </a:pPr>
            <a:r>
              <a:rPr lang="en-US" sz="1200" dirty="0"/>
              <a:t>Discuss the idea of differentiating your solution from others</a:t>
            </a:r>
          </a:p>
          <a:p>
            <a:endParaRPr lang="en-US" sz="1200" b="1" dirty="0"/>
          </a:p>
          <a:p>
            <a:endParaRPr lang="en-US" sz="1200" b="1" dirty="0"/>
          </a:p>
          <a:p>
            <a:r>
              <a:rPr lang="en-US" sz="1200" b="1" dirty="0"/>
              <a:t>TRANSITION</a:t>
            </a:r>
          </a:p>
          <a:p>
            <a:pPr defTabSz="966612">
              <a:defRPr/>
            </a:pPr>
            <a:r>
              <a:rPr lang="en-US" sz="1200" dirty="0"/>
              <a:t>As you think about what this might sound like, we have a few ideas for you to consider…</a:t>
            </a:r>
          </a:p>
          <a:p>
            <a:endParaRPr lang="en-US" b="1" dirty="0"/>
          </a:p>
        </p:txBody>
      </p:sp>
      <p:sp>
        <p:nvSpPr>
          <p:cNvPr id="4" name="Slide Number Placeholder 3"/>
          <p:cNvSpPr>
            <a:spLocks noGrp="1"/>
          </p:cNvSpPr>
          <p:nvPr>
            <p:ph type="sldNum" sz="quarter" idx="5"/>
          </p:nvPr>
        </p:nvSpPr>
        <p:spPr/>
        <p:txBody>
          <a:bodyPr/>
          <a:lstStyle/>
          <a:p>
            <a:pPr defTabSz="966612">
              <a:defRPr/>
            </a:pPr>
            <a:fld id="{9CBC096A-345A-9245-8367-0B7231BB613E}" type="slidenum">
              <a:rPr lang="en-US">
                <a:solidFill>
                  <a:prstClr val="black"/>
                </a:solidFill>
                <a:latin typeface="Aptos" panose="02110004020202020204"/>
              </a:rPr>
              <a:pPr defTabSz="966612">
                <a:defRPr/>
              </a:pPr>
              <a:t>18</a:t>
            </a:fld>
            <a:endParaRPr lang="en-US">
              <a:solidFill>
                <a:prstClr val="black"/>
              </a:solidFill>
              <a:latin typeface="Aptos" panose="02110004020202020204"/>
            </a:endParaRPr>
          </a:p>
        </p:txBody>
      </p:sp>
    </p:spTree>
    <p:extLst>
      <p:ext uri="{BB962C8B-B14F-4D97-AF65-F5344CB8AC3E}">
        <p14:creationId xmlns:p14="http://schemas.microsoft.com/office/powerpoint/2010/main" val="35062722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a:t>12% switching from mono/dual/no therapy (broader population) experiencing the benefit of Trelegy vs previous treatment)</a:t>
            </a:r>
          </a:p>
          <a:p>
            <a:r>
              <a:rPr lang="en-PH"/>
              <a:t>18% treated with ICS/LABA or LAMA/LABA (dual to triple benefit)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FD5212-2CA9-4C33-B016-E5A7A5D3996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152170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178573-9E99-4E28-964D-185B0A563733}" type="slidenum">
              <a:rPr kumimoji="0" lang="en-PH"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PH"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764939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4582CA-D868-4F5A-9797-71E6409A96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48666322"/>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slideMaster" Target="../slideMasters/slideMaster1.xml"/><Relationship Id="rId7" Type="http://schemas.openxmlformats.org/officeDocument/2006/relationships/image" Target="../media/image5.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image" Target="../media/image4.png"/><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slideMaster" Target="../slideMasters/slideMaster1.xml"/><Relationship Id="rId7" Type="http://schemas.openxmlformats.org/officeDocument/2006/relationships/image" Target="../media/image8.pn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7.png"/><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1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slideMaster" Target="../slideMasters/slideMaster1.xml"/><Relationship Id="rId7" Type="http://schemas.openxmlformats.org/officeDocument/2006/relationships/image" Target="../media/image2.pn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1.emf"/><Relationship Id="rId5" Type="http://schemas.openxmlformats.org/officeDocument/2006/relationships/oleObject" Target="../embeddings/oleObject5.bin"/><Relationship Id="rId4" Type="http://schemas.openxmlformats.org/officeDocument/2006/relationships/image" Target="../media/image12.jpeg"/></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slideMaster" Target="../slideMasters/slideMaster1.xml"/><Relationship Id="rId7" Type="http://schemas.openxmlformats.org/officeDocument/2006/relationships/image" Target="../media/image10.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image" Target="../media/image14.jpe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11.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slideMaster" Target="../slideMasters/slideMaster3.xml"/><Relationship Id="rId7" Type="http://schemas.openxmlformats.org/officeDocument/2006/relationships/image" Target="../media/image5.png"/><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image" Target="../media/image4.png"/><Relationship Id="rId9" Type="http://schemas.openxmlformats.org/officeDocument/2006/relationships/image" Target="../media/image7.png"/></Relationships>
</file>

<file path=ppt/slideLayouts/_rels/slideLayout55.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slideMaster" Target="../slideMasters/slideMaster3.xml"/><Relationship Id="rId7" Type="http://schemas.openxmlformats.org/officeDocument/2006/relationships/image" Target="../media/image8.png"/><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image" Target="../media/image7.png"/><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3.xml"/><Relationship Id="rId1" Type="http://schemas.openxmlformats.org/officeDocument/2006/relationships/tags" Target="../tags/tag26.xml"/></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7.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8.xml"/></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9.xml"/></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0.xml"/></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1.xml"/></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34.xml"/><Relationship Id="rId1" Type="http://schemas.openxmlformats.org/officeDocument/2006/relationships/tags" Target="../tags/tag33.xml"/><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11.sv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slideMaster" Target="../slideMasters/slideMaster3.xml"/><Relationship Id="rId7" Type="http://schemas.openxmlformats.org/officeDocument/2006/relationships/image" Target="../media/image2.png"/><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1.emf"/><Relationship Id="rId5" Type="http://schemas.openxmlformats.org/officeDocument/2006/relationships/oleObject" Target="../embeddings/oleObject5.bin"/><Relationship Id="rId4" Type="http://schemas.openxmlformats.org/officeDocument/2006/relationships/image" Target="../media/image12.jpeg"/></Relationships>
</file>

<file path=ppt/slideLayouts/_rels/slideLayout8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slideMaster" Target="../slideMasters/slideMaster3.xml"/><Relationship Id="rId7" Type="http://schemas.openxmlformats.org/officeDocument/2006/relationships/image" Target="../media/image10.png"/><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image" Target="../media/image14.jpe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png"/><Relationship Id="rId1" Type="http://schemas.openxmlformats.org/officeDocument/2006/relationships/slideMaster" Target="../slideMasters/slideMaster3.xml"/><Relationship Id="rId6" Type="http://schemas.openxmlformats.org/officeDocument/2006/relationships/image" Target="../media/image21.svg"/><Relationship Id="rId5" Type="http://schemas.openxmlformats.org/officeDocument/2006/relationships/image" Target="../media/image5.png"/><Relationship Id="rId4" Type="http://schemas.openxmlformats.org/officeDocument/2006/relationships/image" Target="../media/image11.svg"/></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9.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892896-0027-443A-D01E-0CE282B3A5CC}"/>
              </a:ext>
            </a:extLst>
          </p:cNvPr>
          <p:cNvGraphicFramePr>
            <a:graphicFrameLocks noChangeAspect="1"/>
          </p:cNvGraphicFramePr>
          <p:nvPr>
            <p:custDataLst>
              <p:tags r:id="rId1"/>
            </p:custDataLst>
            <p:extLst>
              <p:ext uri="{D42A27DB-BD31-4B8C-83A1-F6EECF244321}">
                <p14:modId xmlns:p14="http://schemas.microsoft.com/office/powerpoint/2010/main" val="8691361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4" progId="TCLayout.ActiveDocument.1">
                  <p:embed/>
                </p:oleObj>
              </mc:Choice>
              <mc:Fallback>
                <p:oleObj name="think-cell Slide" r:id="rId5" imgW="425" imgH="424" progId="TCLayout.ActiveDocument.1">
                  <p:embed/>
                  <p:pic>
                    <p:nvPicPr>
                      <p:cNvPr id="3" name="Object 2" hidden="1">
                        <a:extLst>
                          <a:ext uri="{FF2B5EF4-FFF2-40B4-BE49-F238E27FC236}">
                            <a16:creationId xmlns:a16="http://schemas.microsoft.com/office/drawing/2014/main" id="{C2892896-0027-443A-D01E-0CE282B3A5CC}"/>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9" name="Freeform: Shape 38">
            <a:extLst>
              <a:ext uri="{FF2B5EF4-FFF2-40B4-BE49-F238E27FC236}">
                <a16:creationId xmlns:a16="http://schemas.microsoft.com/office/drawing/2014/main" id="{8ADD59A9-81EE-0DF4-BF97-645E59790906}"/>
              </a:ext>
            </a:extLst>
          </p:cNvPr>
          <p:cNvSpPr>
            <a:spLocks/>
          </p:cNvSpPr>
          <p:nvPr/>
        </p:nvSpPr>
        <p:spPr bwMode="auto">
          <a:xfrm>
            <a:off x="0" y="0"/>
            <a:ext cx="12192000" cy="3382710"/>
          </a:xfrm>
          <a:custGeom>
            <a:avLst/>
            <a:gdLst>
              <a:gd name="connsiteX0" fmla="*/ 0 w 12192000"/>
              <a:gd name="connsiteY0" fmla="*/ 0 h 3382710"/>
              <a:gd name="connsiteX1" fmla="*/ 12192000 w 12192000"/>
              <a:gd name="connsiteY1" fmla="*/ 0 h 3382710"/>
              <a:gd name="connsiteX2" fmla="*/ 12192000 w 12192000"/>
              <a:gd name="connsiteY2" fmla="*/ 2525484 h 3382710"/>
              <a:gd name="connsiteX3" fmla="*/ 10930890 w 12192000"/>
              <a:gd name="connsiteY3" fmla="*/ 2525484 h 3382710"/>
              <a:gd name="connsiteX4" fmla="*/ 8755659 w 12192000"/>
              <a:gd name="connsiteY4" fmla="*/ 2525484 h 3382710"/>
              <a:gd name="connsiteX5" fmla="*/ 7004114 w 12192000"/>
              <a:gd name="connsiteY5" fmla="*/ 2525484 h 3382710"/>
              <a:gd name="connsiteX6" fmla="*/ 6113526 w 12192000"/>
              <a:gd name="connsiteY6" fmla="*/ 3366922 h 3382710"/>
              <a:gd name="connsiteX7" fmla="*/ 6078476 w 12192000"/>
              <a:gd name="connsiteY7" fmla="*/ 3366922 h 3382710"/>
              <a:gd name="connsiteX8" fmla="*/ 5187887 w 12192000"/>
              <a:gd name="connsiteY8" fmla="*/ 2525484 h 3382710"/>
              <a:gd name="connsiteX9" fmla="*/ 3436341 w 12192000"/>
              <a:gd name="connsiteY9" fmla="*/ 2525484 h 3382710"/>
              <a:gd name="connsiteX10" fmla="*/ 1261112 w 12192000"/>
              <a:gd name="connsiteY10" fmla="*/ 2525484 h 3382710"/>
              <a:gd name="connsiteX11" fmla="*/ 0 w 12192000"/>
              <a:gd name="connsiteY11" fmla="*/ 2525484 h 3382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3382710">
                <a:moveTo>
                  <a:pt x="0" y="0"/>
                </a:moveTo>
                <a:lnTo>
                  <a:pt x="12192000" y="0"/>
                </a:lnTo>
                <a:lnTo>
                  <a:pt x="12192000" y="2525484"/>
                </a:lnTo>
                <a:lnTo>
                  <a:pt x="10930890" y="2525484"/>
                </a:lnTo>
                <a:lnTo>
                  <a:pt x="8755659" y="2525484"/>
                </a:lnTo>
                <a:lnTo>
                  <a:pt x="7004114" y="2525484"/>
                </a:lnTo>
                <a:cubicBezTo>
                  <a:pt x="6541294" y="2525484"/>
                  <a:pt x="6260783" y="2827046"/>
                  <a:pt x="6113526" y="3366922"/>
                </a:cubicBezTo>
                <a:cubicBezTo>
                  <a:pt x="6106478" y="3387973"/>
                  <a:pt x="6085525" y="3387973"/>
                  <a:pt x="6078476" y="3366922"/>
                </a:cubicBezTo>
                <a:cubicBezTo>
                  <a:pt x="5931221" y="2827046"/>
                  <a:pt x="5650707" y="2525484"/>
                  <a:pt x="5187887" y="2525484"/>
                </a:cubicBezTo>
                <a:lnTo>
                  <a:pt x="3436341" y="2525484"/>
                </a:lnTo>
                <a:lnTo>
                  <a:pt x="1261112" y="2525484"/>
                </a:lnTo>
                <a:lnTo>
                  <a:pt x="0" y="2525484"/>
                </a:lnTo>
                <a:close/>
              </a:path>
            </a:pathLst>
          </a:cu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0"/>
              </a:spcBef>
              <a:spcAft>
                <a:spcPts val="300"/>
              </a:spcAft>
              <a:buClr>
                <a:schemeClr val="tx2"/>
              </a:buClr>
              <a:buSzPct val="110000"/>
              <a:buFont typeface="Arial" panose="020B0604020202020204" pitchFamily="34" charset="0"/>
              <a:buChar char="•"/>
            </a:pPr>
            <a:endParaRPr lang="en-GB" sz="1600" kern="0">
              <a:solidFill>
                <a:schemeClr val="tx1"/>
              </a:solidFill>
            </a:endParaRPr>
          </a:p>
        </p:txBody>
      </p:sp>
      <p:sp>
        <p:nvSpPr>
          <p:cNvPr id="17" name="Title 1"/>
          <p:cNvSpPr>
            <a:spLocks noGrp="1"/>
          </p:cNvSpPr>
          <p:nvPr>
            <p:ph type="ctrTitle" hasCustomPrompt="1"/>
          </p:nvPr>
        </p:nvSpPr>
        <p:spPr>
          <a:xfrm>
            <a:off x="520700" y="3940216"/>
            <a:ext cx="11150600" cy="548009"/>
          </a:xfrm>
          <a:prstGeom prst="rect">
            <a:avLst/>
          </a:prstGeom>
        </p:spPr>
        <p:txBody>
          <a:bodyPr vert="horz" anchor="b" anchorCtr="0">
            <a:noAutofit/>
          </a:bodyPr>
          <a:lstStyle>
            <a:lvl1pPr algn="ctr">
              <a:lnSpc>
                <a:spcPct val="100000"/>
              </a:lnSpc>
              <a:defRPr sz="3600">
                <a:solidFill>
                  <a:schemeClr val="bg1"/>
                </a:solidFill>
              </a:defRPr>
            </a:lvl1pPr>
          </a:lstStyle>
          <a:p>
            <a:r>
              <a:rPr lang="en-GB"/>
              <a:t>Click to enter presentation title</a:t>
            </a:r>
          </a:p>
        </p:txBody>
      </p:sp>
      <p:sp>
        <p:nvSpPr>
          <p:cNvPr id="20" name="Subtitle 2"/>
          <p:cNvSpPr>
            <a:spLocks noGrp="1"/>
          </p:cNvSpPr>
          <p:nvPr>
            <p:ph type="subTitle" idx="1" hasCustomPrompt="1"/>
          </p:nvPr>
        </p:nvSpPr>
        <p:spPr>
          <a:xfrm>
            <a:off x="520700" y="4502943"/>
            <a:ext cx="11150600" cy="475200"/>
          </a:xfrm>
          <a:prstGeom prst="rect">
            <a:avLst/>
          </a:prstGeom>
        </p:spPr>
        <p:txBody>
          <a:bodyPr wrap="square" lIns="0" tIns="0" rIns="0" bIns="0" anchor="t" anchorCtr="0">
            <a:noAutofit/>
          </a:bodyPr>
          <a:lstStyle>
            <a:lvl1pPr marL="0" indent="0" algn="ctr">
              <a:spcBef>
                <a:spcPts val="0"/>
              </a:spcBef>
              <a:spcAft>
                <a:spcPts val="0"/>
              </a:spcAft>
              <a:buNone/>
              <a:defRPr sz="24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subtitle / presenter name</a:t>
            </a:r>
          </a:p>
        </p:txBody>
      </p:sp>
      <p:sp>
        <p:nvSpPr>
          <p:cNvPr id="5" name="Rectangle 4">
            <a:extLst>
              <a:ext uri="{FF2B5EF4-FFF2-40B4-BE49-F238E27FC236}">
                <a16:creationId xmlns:a16="http://schemas.microsoft.com/office/drawing/2014/main" id="{B081E81C-A3CE-333A-79BA-25D8F93FB564}"/>
              </a:ext>
            </a:extLst>
          </p:cNvPr>
          <p:cNvSpPr/>
          <p:nvPr/>
        </p:nvSpPr>
        <p:spPr bwMode="auto">
          <a:xfrm>
            <a:off x="11039475" y="6058694"/>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rgbClr val="FFFFFF"/>
                </a:solidFill>
                <a:latin typeface="+mn-lt"/>
              </a:rPr>
              <a:t>gsk.com</a:t>
            </a:r>
          </a:p>
        </p:txBody>
      </p:sp>
      <p:pic>
        <p:nvPicPr>
          <p:cNvPr id="7" name="Graphic 6">
            <a:extLst>
              <a:ext uri="{FF2B5EF4-FFF2-40B4-BE49-F238E27FC236}">
                <a16:creationId xmlns:a16="http://schemas.microsoft.com/office/drawing/2014/main" id="{8E1FA932-514A-C951-F952-F8A43667EAE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094470" y="6137672"/>
            <a:ext cx="159543" cy="159543"/>
          </a:xfrm>
          <a:prstGeom prst="rect">
            <a:avLst/>
          </a:prstGeom>
        </p:spPr>
      </p:pic>
      <p:sp>
        <p:nvSpPr>
          <p:cNvPr id="9" name="Text Placeholder 8">
            <a:extLst>
              <a:ext uri="{FF2B5EF4-FFF2-40B4-BE49-F238E27FC236}">
                <a16:creationId xmlns:a16="http://schemas.microsoft.com/office/drawing/2014/main" id="{C04D693C-2F89-1D26-FDEF-3BF8AB9EE532}"/>
              </a:ext>
            </a:extLst>
          </p:cNvPr>
          <p:cNvSpPr>
            <a:spLocks noGrp="1"/>
          </p:cNvSpPr>
          <p:nvPr>
            <p:ph type="body" sz="quarter" idx="11"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a:t>Click to insert date</a:t>
            </a:r>
          </a:p>
        </p:txBody>
      </p:sp>
      <p:pic>
        <p:nvPicPr>
          <p:cNvPr id="24" name="Picture 23" descr="Icon&#10;&#10;Description automatically generated with medium confidence">
            <a:extLst>
              <a:ext uri="{FF2B5EF4-FFF2-40B4-BE49-F238E27FC236}">
                <a16:creationId xmlns:a16="http://schemas.microsoft.com/office/drawing/2014/main" id="{40DDF016-D509-BED0-161C-B51B4CFCB427}"/>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graphicFrame>
        <p:nvGraphicFramePr>
          <p:cNvPr id="2" name="Object 1" hidden="1">
            <a:extLst>
              <a:ext uri="{FF2B5EF4-FFF2-40B4-BE49-F238E27FC236}">
                <a16:creationId xmlns:a16="http://schemas.microsoft.com/office/drawing/2014/main" id="{9BE730EF-2ADF-F2EE-3385-DFE2929A2F21}"/>
              </a:ext>
            </a:extLst>
          </p:cNvPr>
          <p:cNvGraphicFramePr>
            <a:graphicFrameLocks noChangeAspect="1"/>
          </p:cNvGraphicFramePr>
          <p:nvPr userDrawn="1">
            <p:custDataLst>
              <p:tags r:id="rId2"/>
            </p:custDataLst>
            <p:extLst>
              <p:ext uri="{D42A27DB-BD31-4B8C-83A1-F6EECF244321}">
                <p14:modId xmlns:p14="http://schemas.microsoft.com/office/powerpoint/2010/main" val="8691361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4" progId="TCLayout.ActiveDocument.1">
                  <p:embed/>
                </p:oleObj>
              </mc:Choice>
              <mc:Fallback>
                <p:oleObj name="think-cell Slide" r:id="rId5" imgW="425" imgH="424" progId="TCLayout.ActiveDocument.1">
                  <p:embed/>
                  <p:pic>
                    <p:nvPicPr>
                      <p:cNvPr id="2" name="Object 1" hidden="1">
                        <a:extLst>
                          <a:ext uri="{FF2B5EF4-FFF2-40B4-BE49-F238E27FC236}">
                            <a16:creationId xmlns:a16="http://schemas.microsoft.com/office/drawing/2014/main" id="{9BE730EF-2ADF-F2EE-3385-DFE2929A2F2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Freeform: Shape 3">
            <a:extLst>
              <a:ext uri="{FF2B5EF4-FFF2-40B4-BE49-F238E27FC236}">
                <a16:creationId xmlns:a16="http://schemas.microsoft.com/office/drawing/2014/main" id="{868889F4-99D5-C4D7-F0A7-1D0B9BD3F930}"/>
              </a:ext>
            </a:extLst>
          </p:cNvPr>
          <p:cNvSpPr>
            <a:spLocks/>
          </p:cNvSpPr>
          <p:nvPr userDrawn="1"/>
        </p:nvSpPr>
        <p:spPr bwMode="auto">
          <a:xfrm>
            <a:off x="0" y="0"/>
            <a:ext cx="12192000" cy="3382710"/>
          </a:xfrm>
          <a:custGeom>
            <a:avLst/>
            <a:gdLst>
              <a:gd name="connsiteX0" fmla="*/ 0 w 12192000"/>
              <a:gd name="connsiteY0" fmla="*/ 0 h 3382710"/>
              <a:gd name="connsiteX1" fmla="*/ 12192000 w 12192000"/>
              <a:gd name="connsiteY1" fmla="*/ 0 h 3382710"/>
              <a:gd name="connsiteX2" fmla="*/ 12192000 w 12192000"/>
              <a:gd name="connsiteY2" fmla="*/ 2525484 h 3382710"/>
              <a:gd name="connsiteX3" fmla="*/ 10930890 w 12192000"/>
              <a:gd name="connsiteY3" fmla="*/ 2525484 h 3382710"/>
              <a:gd name="connsiteX4" fmla="*/ 8755659 w 12192000"/>
              <a:gd name="connsiteY4" fmla="*/ 2525484 h 3382710"/>
              <a:gd name="connsiteX5" fmla="*/ 7004114 w 12192000"/>
              <a:gd name="connsiteY5" fmla="*/ 2525484 h 3382710"/>
              <a:gd name="connsiteX6" fmla="*/ 6113526 w 12192000"/>
              <a:gd name="connsiteY6" fmla="*/ 3366922 h 3382710"/>
              <a:gd name="connsiteX7" fmla="*/ 6078476 w 12192000"/>
              <a:gd name="connsiteY7" fmla="*/ 3366922 h 3382710"/>
              <a:gd name="connsiteX8" fmla="*/ 5187887 w 12192000"/>
              <a:gd name="connsiteY8" fmla="*/ 2525484 h 3382710"/>
              <a:gd name="connsiteX9" fmla="*/ 3436341 w 12192000"/>
              <a:gd name="connsiteY9" fmla="*/ 2525484 h 3382710"/>
              <a:gd name="connsiteX10" fmla="*/ 1261112 w 12192000"/>
              <a:gd name="connsiteY10" fmla="*/ 2525484 h 3382710"/>
              <a:gd name="connsiteX11" fmla="*/ 0 w 12192000"/>
              <a:gd name="connsiteY11" fmla="*/ 2525484 h 3382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3382710">
                <a:moveTo>
                  <a:pt x="0" y="0"/>
                </a:moveTo>
                <a:lnTo>
                  <a:pt x="12192000" y="0"/>
                </a:lnTo>
                <a:lnTo>
                  <a:pt x="12192000" y="2525484"/>
                </a:lnTo>
                <a:lnTo>
                  <a:pt x="10930890" y="2525484"/>
                </a:lnTo>
                <a:lnTo>
                  <a:pt x="8755659" y="2525484"/>
                </a:lnTo>
                <a:lnTo>
                  <a:pt x="7004114" y="2525484"/>
                </a:lnTo>
                <a:cubicBezTo>
                  <a:pt x="6541294" y="2525484"/>
                  <a:pt x="6260783" y="2827046"/>
                  <a:pt x="6113526" y="3366922"/>
                </a:cubicBezTo>
                <a:cubicBezTo>
                  <a:pt x="6106478" y="3387973"/>
                  <a:pt x="6085525" y="3387973"/>
                  <a:pt x="6078476" y="3366922"/>
                </a:cubicBezTo>
                <a:cubicBezTo>
                  <a:pt x="5931221" y="2827046"/>
                  <a:pt x="5650707" y="2525484"/>
                  <a:pt x="5187887" y="2525484"/>
                </a:cubicBezTo>
                <a:lnTo>
                  <a:pt x="3436341" y="2525484"/>
                </a:lnTo>
                <a:lnTo>
                  <a:pt x="1261112" y="2525484"/>
                </a:lnTo>
                <a:lnTo>
                  <a:pt x="0" y="2525484"/>
                </a:lnTo>
                <a:close/>
              </a:path>
            </a:pathLst>
          </a:cu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0"/>
              </a:spcBef>
              <a:spcAft>
                <a:spcPts val="300"/>
              </a:spcAft>
              <a:buClr>
                <a:schemeClr val="tx2"/>
              </a:buClr>
              <a:buSzPct val="110000"/>
              <a:buFont typeface="Arial" panose="020B0604020202020204" pitchFamily="34" charset="0"/>
              <a:buChar char="•"/>
            </a:pPr>
            <a:endParaRPr lang="en-GB" sz="1600" kern="0">
              <a:solidFill>
                <a:schemeClr val="tx1"/>
              </a:solidFill>
            </a:endParaRPr>
          </a:p>
        </p:txBody>
      </p:sp>
      <p:sp>
        <p:nvSpPr>
          <p:cNvPr id="6" name="Rectangle 5">
            <a:extLst>
              <a:ext uri="{FF2B5EF4-FFF2-40B4-BE49-F238E27FC236}">
                <a16:creationId xmlns:a16="http://schemas.microsoft.com/office/drawing/2014/main" id="{56174A64-5B94-1C65-071E-17BF59F9F083}"/>
              </a:ext>
            </a:extLst>
          </p:cNvPr>
          <p:cNvSpPr/>
          <p:nvPr userDrawn="1"/>
        </p:nvSpPr>
        <p:spPr bwMode="auto">
          <a:xfrm>
            <a:off x="11039475" y="6058694"/>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rgbClr val="FFFFFF"/>
                </a:solidFill>
                <a:latin typeface="+mn-lt"/>
              </a:rPr>
              <a:t>gsk.com</a:t>
            </a:r>
          </a:p>
        </p:txBody>
      </p:sp>
      <p:pic>
        <p:nvPicPr>
          <p:cNvPr id="8" name="Graphic 7">
            <a:extLst>
              <a:ext uri="{FF2B5EF4-FFF2-40B4-BE49-F238E27FC236}">
                <a16:creationId xmlns:a16="http://schemas.microsoft.com/office/drawing/2014/main" id="{1C5EB409-F04C-F34E-2784-56F55DA5C77F}"/>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094470" y="6137672"/>
            <a:ext cx="159543" cy="159543"/>
          </a:xfrm>
          <a:prstGeom prst="rect">
            <a:avLst/>
          </a:prstGeom>
        </p:spPr>
      </p:pic>
      <p:pic>
        <p:nvPicPr>
          <p:cNvPr id="10" name="Picture 9" descr="Icon&#10;&#10;Description automatically generated with medium confidence">
            <a:extLst>
              <a:ext uri="{FF2B5EF4-FFF2-40B4-BE49-F238E27FC236}">
                <a16:creationId xmlns:a16="http://schemas.microsoft.com/office/drawing/2014/main" id="{AFA72B64-3B0D-5F16-E0A3-81BFBFF335F1}"/>
              </a:ext>
            </a:extLst>
          </p:cNvPr>
          <p:cNvPicPr>
            <a:picLocks noChangeAspect="1"/>
          </p:cNvPicPr>
          <p:nvPr userDrawn="1"/>
        </p:nvPicPr>
        <p:blipFill>
          <a:blip r:embed="rId9"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Tree>
    <p:extLst>
      <p:ext uri="{BB962C8B-B14F-4D97-AF65-F5344CB8AC3E}">
        <p14:creationId xmlns:p14="http://schemas.microsoft.com/office/powerpoint/2010/main" val="4086211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White)">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F30D3666-6EB4-2815-6D2E-EFE946A218AB}"/>
              </a:ext>
            </a:extLst>
          </p:cNvPr>
          <p:cNvGraphicFramePr>
            <a:graphicFrameLocks noChangeAspect="1"/>
          </p:cNvGraphicFramePr>
          <p:nvPr>
            <p:custDataLst>
              <p:tags r:id="rId1"/>
            </p:custDataLst>
            <p:extLst>
              <p:ext uri="{D42A27DB-BD31-4B8C-83A1-F6EECF244321}">
                <p14:modId xmlns:p14="http://schemas.microsoft.com/office/powerpoint/2010/main" val="22244321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5" name="Object 4" hidden="1">
                        <a:extLst>
                          <a:ext uri="{FF2B5EF4-FFF2-40B4-BE49-F238E27FC236}">
                            <a16:creationId xmlns:a16="http://schemas.microsoft.com/office/drawing/2014/main" id="{F30D3666-6EB4-2815-6D2E-EFE946A218A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6" name="Picture 5" descr="Icon&#10;&#10;Description automatically generated with medium confidence">
            <a:extLst>
              <a:ext uri="{FF2B5EF4-FFF2-40B4-BE49-F238E27FC236}">
                <a16:creationId xmlns:a16="http://schemas.microsoft.com/office/drawing/2014/main" id="{CD0C9FF5-5269-0182-FD37-55478A13B6D1}"/>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
        <p:nvSpPr>
          <p:cNvPr id="11" name="Text Placeholder 8">
            <a:extLst>
              <a:ext uri="{FF2B5EF4-FFF2-40B4-BE49-F238E27FC236}">
                <a16:creationId xmlns:a16="http://schemas.microsoft.com/office/drawing/2014/main" id="{8D015E68-9B94-B2B9-2F33-1D9732CC14B4}"/>
              </a:ext>
            </a:extLst>
          </p:cNvPr>
          <p:cNvSpPr>
            <a:spLocks noGrp="1"/>
          </p:cNvSpPr>
          <p:nvPr>
            <p:ph type="body" sz="quarter" idx="11"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a:t>Click to insert date</a:t>
            </a:r>
          </a:p>
        </p:txBody>
      </p:sp>
      <p:sp>
        <p:nvSpPr>
          <p:cNvPr id="12" name="Freeform: Shape 11">
            <a:extLst>
              <a:ext uri="{FF2B5EF4-FFF2-40B4-BE49-F238E27FC236}">
                <a16:creationId xmlns:a16="http://schemas.microsoft.com/office/drawing/2014/main" id="{458F29C9-8F7E-1D4B-3005-616565FA7753}"/>
              </a:ext>
            </a:extLst>
          </p:cNvPr>
          <p:cNvSpPr/>
          <p:nvPr/>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5" name="Title 1">
            <a:extLst>
              <a:ext uri="{FF2B5EF4-FFF2-40B4-BE49-F238E27FC236}">
                <a16:creationId xmlns:a16="http://schemas.microsoft.com/office/drawing/2014/main" id="{4DF7007A-5965-5814-8FF8-29077566CBED}"/>
              </a:ext>
            </a:extLst>
          </p:cNvPr>
          <p:cNvSpPr>
            <a:spLocks noGrp="1"/>
          </p:cNvSpPr>
          <p:nvPr>
            <p:ph type="ctrTitle" hasCustomPrompt="1"/>
          </p:nvPr>
        </p:nvSpPr>
        <p:spPr>
          <a:xfrm>
            <a:off x="520700" y="5010784"/>
            <a:ext cx="11150600" cy="548009"/>
          </a:xfrm>
          <a:prstGeom prst="rect">
            <a:avLst/>
          </a:prstGeom>
        </p:spPr>
        <p:txBody>
          <a:bodyPr vert="horz" anchor="b" anchorCtr="0">
            <a:noAutofit/>
          </a:bodyPr>
          <a:lstStyle>
            <a:lvl1pPr>
              <a:lnSpc>
                <a:spcPct val="100000"/>
              </a:lnSpc>
              <a:defRPr sz="3600">
                <a:solidFill>
                  <a:schemeClr val="tx2"/>
                </a:solidFill>
              </a:defRPr>
            </a:lvl1pPr>
          </a:lstStyle>
          <a:p>
            <a:r>
              <a:rPr lang="en-GB"/>
              <a:t>Click to enter presentation title</a:t>
            </a:r>
          </a:p>
        </p:txBody>
      </p:sp>
      <p:sp>
        <p:nvSpPr>
          <p:cNvPr id="16" name="Subtitle 2">
            <a:extLst>
              <a:ext uri="{FF2B5EF4-FFF2-40B4-BE49-F238E27FC236}">
                <a16:creationId xmlns:a16="http://schemas.microsoft.com/office/drawing/2014/main" id="{F6A64F09-F5D8-B6EE-7ED5-2B69A4668CD5}"/>
              </a:ext>
            </a:extLst>
          </p:cNvPr>
          <p:cNvSpPr>
            <a:spLocks noGrp="1"/>
          </p:cNvSpPr>
          <p:nvPr>
            <p:ph type="subTitle" idx="1" hasCustomPrompt="1"/>
          </p:nvPr>
        </p:nvSpPr>
        <p:spPr>
          <a:xfrm>
            <a:off x="520700" y="5558794"/>
            <a:ext cx="11150600" cy="4752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subtitle / presenter name</a:t>
            </a:r>
          </a:p>
        </p:txBody>
      </p:sp>
      <p:sp>
        <p:nvSpPr>
          <p:cNvPr id="10" name="Rectangle 9">
            <a:extLst>
              <a:ext uri="{FF2B5EF4-FFF2-40B4-BE49-F238E27FC236}">
                <a16:creationId xmlns:a16="http://schemas.microsoft.com/office/drawing/2014/main" id="{1811AA76-84DB-E6D7-7F67-E7CF37FEEDBC}"/>
              </a:ext>
            </a:extLst>
          </p:cNvPr>
          <p:cNvSpPr/>
          <p:nvPr/>
        </p:nvSpPr>
        <p:spPr bwMode="auto">
          <a:xfrm>
            <a:off x="11039475" y="6058694"/>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chemeClr val="tx2"/>
                </a:solidFill>
                <a:latin typeface="+mn-lt"/>
              </a:rPr>
              <a:t>gsk.com</a:t>
            </a:r>
          </a:p>
        </p:txBody>
      </p:sp>
      <p:pic>
        <p:nvPicPr>
          <p:cNvPr id="14" name="Graphic 13">
            <a:extLst>
              <a:ext uri="{FF2B5EF4-FFF2-40B4-BE49-F238E27FC236}">
                <a16:creationId xmlns:a16="http://schemas.microsoft.com/office/drawing/2014/main" id="{F8155D66-36CA-D9A7-7EDA-E532E62376F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094470" y="6137672"/>
            <a:ext cx="159543" cy="159543"/>
          </a:xfrm>
          <a:prstGeom prst="rect">
            <a:avLst/>
          </a:prstGeom>
        </p:spPr>
      </p:pic>
      <p:graphicFrame>
        <p:nvGraphicFramePr>
          <p:cNvPr id="2" name="Object 1" hidden="1">
            <a:extLst>
              <a:ext uri="{FF2B5EF4-FFF2-40B4-BE49-F238E27FC236}">
                <a16:creationId xmlns:a16="http://schemas.microsoft.com/office/drawing/2014/main" id="{D55F83A6-67EC-BF30-F3AD-7891EB5F2F44}"/>
              </a:ext>
            </a:extLst>
          </p:cNvPr>
          <p:cNvGraphicFramePr>
            <a:graphicFrameLocks noChangeAspect="1"/>
          </p:cNvGraphicFramePr>
          <p:nvPr userDrawn="1">
            <p:custDataLst>
              <p:tags r:id="rId2"/>
            </p:custDataLst>
            <p:extLst>
              <p:ext uri="{D42A27DB-BD31-4B8C-83A1-F6EECF244321}">
                <p14:modId xmlns:p14="http://schemas.microsoft.com/office/powerpoint/2010/main" val="22244321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2" name="Object 1" hidden="1">
                        <a:extLst>
                          <a:ext uri="{FF2B5EF4-FFF2-40B4-BE49-F238E27FC236}">
                            <a16:creationId xmlns:a16="http://schemas.microsoft.com/office/drawing/2014/main" id="{D55F83A6-67EC-BF30-F3AD-7891EB5F2F4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3" name="Picture 2" descr="Icon&#10;&#10;Description automatically generated with medium confidence">
            <a:extLst>
              <a:ext uri="{FF2B5EF4-FFF2-40B4-BE49-F238E27FC236}">
                <a16:creationId xmlns:a16="http://schemas.microsoft.com/office/drawing/2014/main" id="{357E4C88-FB78-C0EB-6CA2-6DB87B647316}"/>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
        <p:nvSpPr>
          <p:cNvPr id="4" name="Freeform: Shape 3">
            <a:extLst>
              <a:ext uri="{FF2B5EF4-FFF2-40B4-BE49-F238E27FC236}">
                <a16:creationId xmlns:a16="http://schemas.microsoft.com/office/drawing/2014/main" id="{40E51AA2-DEA8-2D1B-54F8-4EE8EBF4ABFD}"/>
              </a:ext>
            </a:extLst>
          </p:cNvPr>
          <p:cNvSpPr/>
          <p:nvPr userDrawn="1"/>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 name="Rectangle 6">
            <a:extLst>
              <a:ext uri="{FF2B5EF4-FFF2-40B4-BE49-F238E27FC236}">
                <a16:creationId xmlns:a16="http://schemas.microsoft.com/office/drawing/2014/main" id="{428D691E-620B-C251-3069-82DAB53E7FE8}"/>
              </a:ext>
            </a:extLst>
          </p:cNvPr>
          <p:cNvSpPr/>
          <p:nvPr userDrawn="1"/>
        </p:nvSpPr>
        <p:spPr bwMode="auto">
          <a:xfrm>
            <a:off x="11039475" y="6058694"/>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chemeClr val="tx2"/>
                </a:solidFill>
                <a:latin typeface="+mn-lt"/>
              </a:rPr>
              <a:t>gsk.com</a:t>
            </a:r>
          </a:p>
        </p:txBody>
      </p:sp>
      <p:pic>
        <p:nvPicPr>
          <p:cNvPr id="8" name="Graphic 7">
            <a:extLst>
              <a:ext uri="{FF2B5EF4-FFF2-40B4-BE49-F238E27FC236}">
                <a16:creationId xmlns:a16="http://schemas.microsoft.com/office/drawing/2014/main" id="{A920F982-80BA-58FA-0389-6CA3EEEAB06E}"/>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094470" y="6137672"/>
            <a:ext cx="159543" cy="159543"/>
          </a:xfrm>
          <a:prstGeom prst="rect">
            <a:avLst/>
          </a:prstGeom>
        </p:spPr>
      </p:pic>
    </p:spTree>
    <p:extLst>
      <p:ext uri="{BB962C8B-B14F-4D97-AF65-F5344CB8AC3E}">
        <p14:creationId xmlns:p14="http://schemas.microsoft.com/office/powerpoint/2010/main" val="610903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DIA Slide">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A717EDF-9AA4-491F-3311-9F14A5CFB89C}"/>
              </a:ext>
            </a:extLst>
          </p:cNvPr>
          <p:cNvSpPr/>
          <p:nvPr/>
        </p:nvSpPr>
        <p:spPr bwMode="auto">
          <a:xfrm>
            <a:off x="523973" y="6107998"/>
            <a:ext cx="1806576" cy="505527"/>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a:solidFill>
                  <a:schemeClr val="tx2"/>
                </a:solidFill>
              </a:rPr>
              <a:t>Owner</a:t>
            </a:r>
          </a:p>
        </p:txBody>
      </p:sp>
      <p:sp>
        <p:nvSpPr>
          <p:cNvPr id="47" name="Rectangle 46">
            <a:extLst>
              <a:ext uri="{FF2B5EF4-FFF2-40B4-BE49-F238E27FC236}">
                <a16:creationId xmlns:a16="http://schemas.microsoft.com/office/drawing/2014/main" id="{D4AC67F3-7D0E-A071-327B-17B446179DB8}"/>
              </a:ext>
            </a:extLst>
          </p:cNvPr>
          <p:cNvSpPr/>
          <p:nvPr/>
        </p:nvSpPr>
        <p:spPr bwMode="auto">
          <a:xfrm>
            <a:off x="523973" y="4557510"/>
            <a:ext cx="1806576" cy="14736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a:solidFill>
                  <a:schemeClr val="tx2"/>
                </a:solidFill>
              </a:rPr>
              <a:t>Objectives</a:t>
            </a:r>
          </a:p>
        </p:txBody>
      </p:sp>
      <p:sp>
        <p:nvSpPr>
          <p:cNvPr id="25" name="Text Placeholder 24">
            <a:extLst>
              <a:ext uri="{FF2B5EF4-FFF2-40B4-BE49-F238E27FC236}">
                <a16:creationId xmlns:a16="http://schemas.microsoft.com/office/drawing/2014/main" id="{4E30BA3B-88CD-41DE-E089-7100E3E52AF4}"/>
              </a:ext>
            </a:extLst>
          </p:cNvPr>
          <p:cNvSpPr>
            <a:spLocks noGrp="1"/>
          </p:cNvSpPr>
          <p:nvPr>
            <p:ph type="body" sz="quarter" idx="13" hasCustomPrompt="1"/>
          </p:nvPr>
        </p:nvSpPr>
        <p:spPr>
          <a:xfrm>
            <a:off x="2407432" y="4557510"/>
            <a:ext cx="9414362" cy="1473605"/>
          </a:xfrm>
          <a:prstGeom prst="rect">
            <a:avLst/>
          </a:prstGeom>
          <a:solidFill>
            <a:schemeClr val="bg1">
              <a:lumMod val="95000"/>
            </a:schemeClr>
          </a:solidFill>
          <a:ln>
            <a:noFill/>
          </a:ln>
        </p:spPr>
        <p:txBody>
          <a:bodyPr wrap="square" lIns="180000" tIns="144000" rIns="18000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a:t>DECISION: To seek X’s [single point accountable decision maker] decision to implement A</a:t>
            </a:r>
            <a:br>
              <a:rPr lang="en-US"/>
            </a:br>
            <a:r>
              <a:rPr lang="en-US"/>
              <a:t>INPUT: To receive input to the proposed plan for B</a:t>
            </a:r>
            <a:br>
              <a:rPr lang="en-US"/>
            </a:br>
            <a:r>
              <a:rPr lang="en-US"/>
              <a:t>AWARENESS: To update XXX regarding C</a:t>
            </a:r>
          </a:p>
        </p:txBody>
      </p:sp>
      <p:sp>
        <p:nvSpPr>
          <p:cNvPr id="31" name="Text Placeholder 30">
            <a:extLst>
              <a:ext uri="{FF2B5EF4-FFF2-40B4-BE49-F238E27FC236}">
                <a16:creationId xmlns:a16="http://schemas.microsoft.com/office/drawing/2014/main" id="{DC6E06B6-BD9A-7A5E-5A90-56308009FF5E}"/>
              </a:ext>
            </a:extLst>
          </p:cNvPr>
          <p:cNvSpPr>
            <a:spLocks noGrp="1"/>
          </p:cNvSpPr>
          <p:nvPr>
            <p:ph type="body" sz="quarter" idx="41" hasCustomPrompt="1"/>
          </p:nvPr>
        </p:nvSpPr>
        <p:spPr>
          <a:xfrm>
            <a:off x="2407432" y="6107998"/>
            <a:ext cx="9414362" cy="505527"/>
          </a:xfrm>
          <a:prstGeom prst="rect">
            <a:avLst/>
          </a:prstGeom>
          <a:solidFill>
            <a:schemeClr val="bg1">
              <a:lumMod val="95000"/>
            </a:schemeClr>
          </a:solidFill>
          <a:ln>
            <a:noFill/>
          </a:ln>
        </p:spPr>
        <p:txBody>
          <a:bodyPr wrap="square" lIns="180000" tIns="72000" rIns="180000" bIns="72000" anchor="ctr" anchorCtr="0">
            <a:noAutofit/>
          </a:bodyPr>
          <a:lstStyle>
            <a:lvl1pPr marL="0" indent="0">
              <a:buFont typeface="+mj-lt"/>
              <a:buNone/>
              <a:defRPr sz="1200"/>
            </a:lvl1pPr>
            <a:lvl2pPr marL="357542" indent="0">
              <a:buNone/>
              <a:defRPr/>
            </a:lvl2pPr>
          </a:lstStyle>
          <a:p>
            <a:pPr lvl="0"/>
            <a:r>
              <a:rPr lang="en-US"/>
              <a:t>Single person accountable for this topic / paper</a:t>
            </a:r>
          </a:p>
        </p:txBody>
      </p:sp>
      <p:sp>
        <p:nvSpPr>
          <p:cNvPr id="23" name="Text Placeholder 6">
            <a:extLst>
              <a:ext uri="{FF2B5EF4-FFF2-40B4-BE49-F238E27FC236}">
                <a16:creationId xmlns:a16="http://schemas.microsoft.com/office/drawing/2014/main" id="{472F201F-277F-F24E-085D-8160B5FF4CE6}"/>
              </a:ext>
            </a:extLst>
          </p:cNvPr>
          <p:cNvSpPr>
            <a:spLocks noGrp="1"/>
          </p:cNvSpPr>
          <p:nvPr>
            <p:ph type="body" sz="quarter" idx="36" hasCustomPrompt="1"/>
          </p:nvPr>
        </p:nvSpPr>
        <p:spPr>
          <a:xfrm>
            <a:off x="523973" y="4990763"/>
            <a:ext cx="1806576" cy="1040352"/>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a:t>Up to 5 clear, focused objectives </a:t>
            </a:r>
            <a:br>
              <a:rPr lang="en-US"/>
            </a:br>
            <a:r>
              <a:rPr lang="en-US"/>
              <a:t>(</a:t>
            </a:r>
            <a:r>
              <a:rPr lang="en-US" err="1"/>
              <a:t>i</a:t>
            </a:r>
            <a:r>
              <a:rPr lang="en-US"/>
              <a:t>) for decision, </a:t>
            </a:r>
            <a:br>
              <a:rPr lang="en-US"/>
            </a:br>
            <a:r>
              <a:rPr lang="en-US"/>
              <a:t>(ii) for input </a:t>
            </a:r>
            <a:br>
              <a:rPr lang="en-US"/>
            </a:br>
            <a:r>
              <a:rPr lang="en-US"/>
              <a:t>(iii) for awareness</a:t>
            </a:r>
          </a:p>
        </p:txBody>
      </p:sp>
      <p:sp>
        <p:nvSpPr>
          <p:cNvPr id="52" name="Freeform: Shape 51">
            <a:extLst>
              <a:ext uri="{FF2B5EF4-FFF2-40B4-BE49-F238E27FC236}">
                <a16:creationId xmlns:a16="http://schemas.microsoft.com/office/drawing/2014/main" id="{4E683597-5ADE-F2A0-A01C-FD8E476ABB8B}"/>
              </a:ext>
            </a:extLst>
          </p:cNvPr>
          <p:cNvSpPr/>
          <p:nvPr/>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2" name="Text Placeholder 8">
            <a:extLst>
              <a:ext uri="{FF2B5EF4-FFF2-40B4-BE49-F238E27FC236}">
                <a16:creationId xmlns:a16="http://schemas.microsoft.com/office/drawing/2014/main" id="{7A99F019-A435-B954-ABA9-68CA4DD19B21}"/>
              </a:ext>
            </a:extLst>
          </p:cNvPr>
          <p:cNvSpPr>
            <a:spLocks noGrp="1"/>
          </p:cNvSpPr>
          <p:nvPr>
            <p:ph type="body" sz="quarter" idx="42"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a:t>Click to insert date</a:t>
            </a:r>
          </a:p>
        </p:txBody>
      </p:sp>
      <p:pic>
        <p:nvPicPr>
          <p:cNvPr id="3" name="Picture 2" descr="Icon&#10;&#10;Description automatically generated with medium confidence">
            <a:extLst>
              <a:ext uri="{FF2B5EF4-FFF2-40B4-BE49-F238E27FC236}">
                <a16:creationId xmlns:a16="http://schemas.microsoft.com/office/drawing/2014/main" id="{81F87534-B1D7-C46B-9E66-8AC88439308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
        <p:nvSpPr>
          <p:cNvPr id="2" name="Rectangle 1">
            <a:extLst>
              <a:ext uri="{FF2B5EF4-FFF2-40B4-BE49-F238E27FC236}">
                <a16:creationId xmlns:a16="http://schemas.microsoft.com/office/drawing/2014/main" id="{F768B13C-C35B-6F45-C01B-3C6267B26CED}"/>
              </a:ext>
            </a:extLst>
          </p:cNvPr>
          <p:cNvSpPr/>
          <p:nvPr userDrawn="1"/>
        </p:nvSpPr>
        <p:spPr bwMode="auto">
          <a:xfrm>
            <a:off x="523973" y="6107998"/>
            <a:ext cx="1806576" cy="505527"/>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a:solidFill>
                  <a:schemeClr val="tx2"/>
                </a:solidFill>
              </a:rPr>
              <a:t>Owner</a:t>
            </a:r>
          </a:p>
        </p:txBody>
      </p:sp>
      <p:sp>
        <p:nvSpPr>
          <p:cNvPr id="4" name="Rectangle 3">
            <a:extLst>
              <a:ext uri="{FF2B5EF4-FFF2-40B4-BE49-F238E27FC236}">
                <a16:creationId xmlns:a16="http://schemas.microsoft.com/office/drawing/2014/main" id="{C07EAF8D-F928-6A87-2D9C-669CBF910AF3}"/>
              </a:ext>
            </a:extLst>
          </p:cNvPr>
          <p:cNvSpPr/>
          <p:nvPr userDrawn="1"/>
        </p:nvSpPr>
        <p:spPr bwMode="auto">
          <a:xfrm>
            <a:off x="523973" y="4557510"/>
            <a:ext cx="1806576" cy="14736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a:solidFill>
                  <a:schemeClr val="tx2"/>
                </a:solidFill>
              </a:rPr>
              <a:t>Objectives</a:t>
            </a:r>
          </a:p>
        </p:txBody>
      </p:sp>
      <p:sp>
        <p:nvSpPr>
          <p:cNvPr id="5" name="Freeform: Shape 4">
            <a:extLst>
              <a:ext uri="{FF2B5EF4-FFF2-40B4-BE49-F238E27FC236}">
                <a16:creationId xmlns:a16="http://schemas.microsoft.com/office/drawing/2014/main" id="{955555DC-AF4D-D959-E8F8-8DAA516CC473}"/>
              </a:ext>
            </a:extLst>
          </p:cNvPr>
          <p:cNvSpPr/>
          <p:nvPr userDrawn="1"/>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pic>
        <p:nvPicPr>
          <p:cNvPr id="6" name="Picture 5" descr="Icon&#10;&#10;Description automatically generated with medium confidence">
            <a:extLst>
              <a:ext uri="{FF2B5EF4-FFF2-40B4-BE49-F238E27FC236}">
                <a16:creationId xmlns:a16="http://schemas.microsoft.com/office/drawing/2014/main" id="{3E07F268-9821-E4F1-853E-B3387EEAED73}"/>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Tree>
    <p:custDataLst>
      <p:tags r:id="rId1"/>
    </p:custDataLst>
    <p:extLst>
      <p:ext uri="{BB962C8B-B14F-4D97-AF65-F5344CB8AC3E}">
        <p14:creationId xmlns:p14="http://schemas.microsoft.com/office/powerpoint/2010/main" val="1052437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A/SPADM">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0AC59E1C-A015-4BA4-AB7D-EC00F37B815F}"/>
              </a:ext>
            </a:extLst>
          </p:cNvPr>
          <p:cNvSpPr/>
          <p:nvPr/>
        </p:nvSpPr>
        <p:spPr bwMode="auto">
          <a:xfrm>
            <a:off x="365126" y="1307574"/>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Objectives</a:t>
            </a:r>
          </a:p>
        </p:txBody>
      </p:sp>
      <p:sp>
        <p:nvSpPr>
          <p:cNvPr id="34" name="Rectangle 33">
            <a:extLst>
              <a:ext uri="{FF2B5EF4-FFF2-40B4-BE49-F238E27FC236}">
                <a16:creationId xmlns:a16="http://schemas.microsoft.com/office/drawing/2014/main" id="{D4EBA022-30B3-B17F-5D7C-3A3D869D35FA}"/>
              </a:ext>
            </a:extLst>
          </p:cNvPr>
          <p:cNvSpPr>
            <a:spLocks/>
          </p:cNvSpPr>
          <p:nvPr/>
        </p:nvSpPr>
        <p:spPr bwMode="auto">
          <a:xfrm>
            <a:off x="365126" y="2778690"/>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Key questions</a:t>
            </a:r>
          </a:p>
        </p:txBody>
      </p:sp>
      <p:sp>
        <p:nvSpPr>
          <p:cNvPr id="35" name="Rectangle 34">
            <a:extLst>
              <a:ext uri="{FF2B5EF4-FFF2-40B4-BE49-F238E27FC236}">
                <a16:creationId xmlns:a16="http://schemas.microsoft.com/office/drawing/2014/main" id="{FF5A742C-A049-77AC-C2E5-4272D118CC96}"/>
              </a:ext>
            </a:extLst>
          </p:cNvPr>
          <p:cNvSpPr>
            <a:spLocks/>
          </p:cNvSpPr>
          <p:nvPr/>
        </p:nvSpPr>
        <p:spPr bwMode="auto">
          <a:xfrm>
            <a:off x="365126" y="4249806"/>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Next steps</a:t>
            </a:r>
          </a:p>
        </p:txBody>
      </p:sp>
      <p:sp>
        <p:nvSpPr>
          <p:cNvPr id="21" name="Rectangle 20">
            <a:extLst>
              <a:ext uri="{FF2B5EF4-FFF2-40B4-BE49-F238E27FC236}">
                <a16:creationId xmlns:a16="http://schemas.microsoft.com/office/drawing/2014/main" id="{E66507E6-44A7-B4B5-33F1-9F0C0DC0FDE1}"/>
              </a:ext>
            </a:extLst>
          </p:cNvPr>
          <p:cNvSpPr/>
          <p:nvPr/>
        </p:nvSpPr>
        <p:spPr bwMode="auto">
          <a:xfrm>
            <a:off x="365126" y="5720922"/>
            <a:ext cx="1806576" cy="363373"/>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72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Owner</a:t>
            </a:r>
          </a:p>
        </p:txBody>
      </p:sp>
      <p:sp>
        <p:nvSpPr>
          <p:cNvPr id="3" name="Footer Placeholder 2">
            <a:extLst>
              <a:ext uri="{FF2B5EF4-FFF2-40B4-BE49-F238E27FC236}">
                <a16:creationId xmlns:a16="http://schemas.microsoft.com/office/drawing/2014/main" id="{9B773ECA-2D04-B6E9-1FB4-377F08AA5D14}"/>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C3976886-926E-8975-E95D-5BCD6F82EEEF}"/>
              </a:ext>
            </a:extLst>
          </p:cNvPr>
          <p:cNvSpPr>
            <a:spLocks noGrp="1"/>
          </p:cNvSpPr>
          <p:nvPr>
            <p:ph type="sldNum" sz="quarter" idx="11"/>
          </p:nvPr>
        </p:nvSpPr>
        <p:spPr/>
        <p:txBody>
          <a:bodyPr/>
          <a:lstStyle/>
          <a:p>
            <a:fld id="{9F9F533D-B52E-4A2F-BF72-0ADD2D94BD75}" type="slidenum">
              <a:rPr lang="en-GB" smtClean="0"/>
              <a:pPr/>
              <a:t>‹#›</a:t>
            </a:fld>
            <a:endParaRPr lang="en-GB"/>
          </a:p>
        </p:txBody>
      </p:sp>
      <p:sp>
        <p:nvSpPr>
          <p:cNvPr id="5" name="Date Placeholder 4">
            <a:extLst>
              <a:ext uri="{FF2B5EF4-FFF2-40B4-BE49-F238E27FC236}">
                <a16:creationId xmlns:a16="http://schemas.microsoft.com/office/drawing/2014/main" id="{A15E9B4D-B613-11AE-72F8-5A0C3EBFD95A}"/>
              </a:ext>
            </a:extLst>
          </p:cNvPr>
          <p:cNvSpPr>
            <a:spLocks noGrp="1"/>
          </p:cNvSpPr>
          <p:nvPr>
            <p:ph type="dt" sz="half" idx="12"/>
          </p:nvPr>
        </p:nvSpPr>
        <p:spPr/>
        <p:txBody>
          <a:bodyPr/>
          <a:lstStyle/>
          <a:p>
            <a:fld id="{346B58B4-0D72-4C8B-9355-854FB5782278}" type="datetime4">
              <a:rPr lang="en-GB" smtClean="0"/>
              <a:t>22 July 2025</a:t>
            </a:fld>
            <a:endParaRPr lang="en-GB"/>
          </a:p>
        </p:txBody>
      </p:sp>
      <p:sp>
        <p:nvSpPr>
          <p:cNvPr id="6" name="Title 1">
            <a:extLst>
              <a:ext uri="{FF2B5EF4-FFF2-40B4-BE49-F238E27FC236}">
                <a16:creationId xmlns:a16="http://schemas.microsoft.com/office/drawing/2014/main" id="{25ABB6F2-78D4-BCC3-D950-5FAF7FCB8FDD}"/>
              </a:ext>
            </a:extLst>
          </p:cNvPr>
          <p:cNvSpPr>
            <a:spLocks noGrp="1"/>
          </p:cNvSpPr>
          <p:nvPr>
            <p:ph type="title" hasCustomPrompt="1"/>
          </p:nvPr>
        </p:nvSpPr>
        <p:spPr>
          <a:xfrm>
            <a:off x="365126" y="242888"/>
            <a:ext cx="7554912" cy="430887"/>
          </a:xfrm>
        </p:spPr>
        <p:txBody>
          <a:bodyPr/>
          <a:lstStyle>
            <a:lvl1pPr>
              <a:defRPr/>
            </a:lvl1pPr>
          </a:lstStyle>
          <a:p>
            <a:r>
              <a:rPr lang="en-US"/>
              <a:t>Click to add topic / paper title</a:t>
            </a:r>
          </a:p>
        </p:txBody>
      </p:sp>
      <p:sp>
        <p:nvSpPr>
          <p:cNvPr id="7" name="Subtitle 2">
            <a:extLst>
              <a:ext uri="{FF2B5EF4-FFF2-40B4-BE49-F238E27FC236}">
                <a16:creationId xmlns:a16="http://schemas.microsoft.com/office/drawing/2014/main" id="{FA46E8B4-4C83-8DD1-80BB-CC03BD24AFCC}"/>
              </a:ext>
            </a:extLst>
          </p:cNvPr>
          <p:cNvSpPr>
            <a:spLocks noGrp="1"/>
          </p:cNvSpPr>
          <p:nvPr>
            <p:ph type="subTitle" idx="1" hasCustomPrompt="1"/>
          </p:nvPr>
        </p:nvSpPr>
        <p:spPr>
          <a:xfrm>
            <a:off x="365125" y="694950"/>
            <a:ext cx="7554913"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0" name="Text Placeholder 9">
            <a:extLst>
              <a:ext uri="{FF2B5EF4-FFF2-40B4-BE49-F238E27FC236}">
                <a16:creationId xmlns:a16="http://schemas.microsoft.com/office/drawing/2014/main" id="{8E19B5E4-F2A8-7F44-855D-F41DDE3B3D9F}"/>
              </a:ext>
            </a:extLst>
          </p:cNvPr>
          <p:cNvSpPr>
            <a:spLocks noGrp="1"/>
          </p:cNvSpPr>
          <p:nvPr>
            <p:ph type="body" sz="quarter" idx="34" hasCustomPrompt="1"/>
          </p:nvPr>
        </p:nvSpPr>
        <p:spPr>
          <a:xfrm>
            <a:off x="8172450" y="694948"/>
            <a:ext cx="3649661" cy="352801"/>
          </a:xfrm>
        </p:spPr>
        <p:txBody>
          <a:bodyPr lIns="0" tIns="0" rIns="0" bIns="18000" anchor="b" anchorCtr="0">
            <a:noAutofit/>
          </a:bodyPr>
          <a:lstStyle>
            <a:lvl1pPr marL="0" indent="0" algn="r">
              <a:buNone/>
              <a:defRPr sz="1400" b="0">
                <a:solidFill>
                  <a:schemeClr val="tx1"/>
                </a:solidFill>
              </a:defRPr>
            </a:lvl1pPr>
          </a:lstStyle>
          <a:p>
            <a:pPr lvl="0"/>
            <a:r>
              <a:rPr lang="en-US"/>
              <a:t>Click to insert date of session </a:t>
            </a:r>
          </a:p>
        </p:txBody>
      </p:sp>
      <p:sp>
        <p:nvSpPr>
          <p:cNvPr id="23" name="Text Placeholder 6">
            <a:extLst>
              <a:ext uri="{FF2B5EF4-FFF2-40B4-BE49-F238E27FC236}">
                <a16:creationId xmlns:a16="http://schemas.microsoft.com/office/drawing/2014/main" id="{472F201F-277F-F24E-085D-8160B5FF4CE6}"/>
              </a:ext>
            </a:extLst>
          </p:cNvPr>
          <p:cNvSpPr>
            <a:spLocks noGrp="1"/>
          </p:cNvSpPr>
          <p:nvPr>
            <p:ph type="body" sz="quarter" idx="36" hasCustomPrompt="1"/>
          </p:nvPr>
        </p:nvSpPr>
        <p:spPr>
          <a:xfrm>
            <a:off x="365126" y="1777158"/>
            <a:ext cx="1695450" cy="926921"/>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a:t>Up to 5 clear, focused objectives </a:t>
            </a:r>
            <a:br>
              <a:rPr lang="en-US"/>
            </a:br>
            <a:r>
              <a:rPr lang="en-US"/>
              <a:t>(</a:t>
            </a:r>
            <a:r>
              <a:rPr lang="en-US" err="1"/>
              <a:t>i</a:t>
            </a:r>
            <a:r>
              <a:rPr lang="en-US"/>
              <a:t>) for decision, </a:t>
            </a:r>
            <a:br>
              <a:rPr lang="en-US"/>
            </a:br>
            <a:r>
              <a:rPr lang="en-US"/>
              <a:t>(ii) for input </a:t>
            </a:r>
            <a:br>
              <a:rPr lang="en-US"/>
            </a:br>
            <a:r>
              <a:rPr lang="en-US"/>
              <a:t>(iii) for awareness</a:t>
            </a:r>
          </a:p>
        </p:txBody>
      </p:sp>
      <p:sp>
        <p:nvSpPr>
          <p:cNvPr id="25" name="Rectangle 24">
            <a:extLst>
              <a:ext uri="{FF2B5EF4-FFF2-40B4-BE49-F238E27FC236}">
                <a16:creationId xmlns:a16="http://schemas.microsoft.com/office/drawing/2014/main" id="{1BD6FC89-B057-E6C5-C8EA-1FC8CB31B6CA}"/>
              </a:ext>
            </a:extLst>
          </p:cNvPr>
          <p:cNvSpPr/>
          <p:nvPr/>
        </p:nvSpPr>
        <p:spPr bwMode="auto">
          <a:xfrm>
            <a:off x="8172450" y="242888"/>
            <a:ext cx="3654425" cy="452059"/>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54000" numCol="1" spcCol="0" rtlCol="0" fromWordArt="0" anchor="b" anchorCtr="0" forceAA="0" compatLnSpc="1">
            <a:prstTxWarp prst="textNoShape">
              <a:avLst/>
            </a:prstTxWarp>
            <a:noAutofit/>
          </a:bodyPr>
          <a:lstStyle/>
          <a:p>
            <a:pPr algn="r" eaLnBrk="0" fontAlgn="auto" hangingPunct="0">
              <a:spcBef>
                <a:spcPts val="300"/>
              </a:spcBef>
              <a:spcAft>
                <a:spcPts val="300"/>
              </a:spcAft>
              <a:buClr>
                <a:schemeClr val="bg1"/>
              </a:buClr>
            </a:pPr>
            <a:r>
              <a:rPr lang="en-US" sz="1800" b="1" kern="0">
                <a:solidFill>
                  <a:schemeClr val="tx2"/>
                </a:solidFill>
              </a:rPr>
              <a:t>Session date:</a:t>
            </a:r>
          </a:p>
        </p:txBody>
      </p:sp>
      <p:sp>
        <p:nvSpPr>
          <p:cNvPr id="24" name="Text Placeholder 6">
            <a:extLst>
              <a:ext uri="{FF2B5EF4-FFF2-40B4-BE49-F238E27FC236}">
                <a16:creationId xmlns:a16="http://schemas.microsoft.com/office/drawing/2014/main" id="{B166E02B-F260-FEAF-DDEB-67922AA11E6E}"/>
              </a:ext>
            </a:extLst>
          </p:cNvPr>
          <p:cNvSpPr>
            <a:spLocks noGrp="1"/>
          </p:cNvSpPr>
          <p:nvPr>
            <p:ph type="body" sz="quarter" idx="37" hasCustomPrompt="1"/>
          </p:nvPr>
        </p:nvSpPr>
        <p:spPr>
          <a:xfrm>
            <a:off x="365126" y="3337172"/>
            <a:ext cx="1695450" cy="838023"/>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a:t>Up to 5 key questions to be addressed at the meeting</a:t>
            </a:r>
          </a:p>
        </p:txBody>
      </p:sp>
      <p:sp>
        <p:nvSpPr>
          <p:cNvPr id="90" name="Freeform: Shape 89">
            <a:extLst>
              <a:ext uri="{FF2B5EF4-FFF2-40B4-BE49-F238E27FC236}">
                <a16:creationId xmlns:a16="http://schemas.microsoft.com/office/drawing/2014/main" id="{9EA22563-2363-AB1F-DC9F-7A5457933645}"/>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4" name="Text Placeholder 53">
            <a:extLst>
              <a:ext uri="{FF2B5EF4-FFF2-40B4-BE49-F238E27FC236}">
                <a16:creationId xmlns:a16="http://schemas.microsoft.com/office/drawing/2014/main" id="{82C5C591-14F5-449A-187A-1D9A683E961E}"/>
              </a:ext>
            </a:extLst>
          </p:cNvPr>
          <p:cNvSpPr>
            <a:spLocks noGrp="1"/>
          </p:cNvSpPr>
          <p:nvPr>
            <p:ph type="body" sz="quarter" idx="44" hasCustomPrompt="1"/>
          </p:nvPr>
        </p:nvSpPr>
        <p:spPr>
          <a:xfrm>
            <a:off x="2260405" y="1307574"/>
            <a:ext cx="9557738" cy="1396505"/>
          </a:xfrm>
          <a:prstGeom prst="rect">
            <a:avLst/>
          </a:prstGeom>
          <a:solidFill>
            <a:schemeClr val="bg1">
              <a:lumMod val="95000"/>
            </a:schemeClr>
          </a:solidFill>
          <a:ln>
            <a:noFill/>
          </a:ln>
        </p:spPr>
        <p:txBody>
          <a:bodyPr wrap="square" lIns="180000" tIns="144000" rIns="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a:t>DECISION: To seek X’s [single point accountable decision maker] decision to implement A</a:t>
            </a:r>
            <a:br>
              <a:rPr lang="en-US"/>
            </a:br>
            <a:r>
              <a:rPr lang="en-US"/>
              <a:t>INPUT: To receive input to the proposed plan for B</a:t>
            </a:r>
            <a:br>
              <a:rPr lang="en-US"/>
            </a:br>
            <a:r>
              <a:rPr lang="en-US"/>
              <a:t>AWARENESS: To update XXX regarding C</a:t>
            </a:r>
          </a:p>
        </p:txBody>
      </p:sp>
      <p:sp>
        <p:nvSpPr>
          <p:cNvPr id="55" name="Text Placeholder 54">
            <a:extLst>
              <a:ext uri="{FF2B5EF4-FFF2-40B4-BE49-F238E27FC236}">
                <a16:creationId xmlns:a16="http://schemas.microsoft.com/office/drawing/2014/main" id="{54077D3A-2E14-68B6-5E16-413475F36C3A}"/>
              </a:ext>
            </a:extLst>
          </p:cNvPr>
          <p:cNvSpPr>
            <a:spLocks noGrp="1"/>
          </p:cNvSpPr>
          <p:nvPr>
            <p:ph type="body" sz="quarter" idx="45" hasCustomPrompt="1"/>
          </p:nvPr>
        </p:nvSpPr>
        <p:spPr>
          <a:xfrm>
            <a:off x="2260405" y="2778690"/>
            <a:ext cx="9557738" cy="1396505"/>
          </a:xfrm>
          <a:prstGeom prst="rect">
            <a:avLst/>
          </a:prstGeom>
          <a:solidFill>
            <a:schemeClr val="bg1">
              <a:lumMod val="95000"/>
            </a:schemeClr>
          </a:solidFill>
          <a:ln>
            <a:noFill/>
          </a:ln>
        </p:spPr>
        <p:txBody>
          <a:bodyPr wrap="square" lIns="180000" tIns="144000" rIns="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a:t>Does XXX have further input on the proposals set out or require additional information?</a:t>
            </a:r>
            <a:br>
              <a:rPr lang="en-US"/>
            </a:br>
            <a:r>
              <a:rPr lang="en-US"/>
              <a:t>Is XXX supportive of the recommendation to x, y, z?</a:t>
            </a:r>
            <a:br>
              <a:rPr lang="en-US"/>
            </a:br>
            <a:r>
              <a:rPr lang="en-US"/>
              <a:t>Does XXX support the approach outlined to x, y, z?</a:t>
            </a:r>
          </a:p>
        </p:txBody>
      </p:sp>
      <p:sp>
        <p:nvSpPr>
          <p:cNvPr id="56" name="Text Placeholder 55">
            <a:extLst>
              <a:ext uri="{FF2B5EF4-FFF2-40B4-BE49-F238E27FC236}">
                <a16:creationId xmlns:a16="http://schemas.microsoft.com/office/drawing/2014/main" id="{5DE7D720-AF89-6DE4-D2E5-33C7B01B7E91}"/>
              </a:ext>
            </a:extLst>
          </p:cNvPr>
          <p:cNvSpPr>
            <a:spLocks noGrp="1"/>
          </p:cNvSpPr>
          <p:nvPr>
            <p:ph type="body" sz="quarter" idx="46" hasCustomPrompt="1"/>
          </p:nvPr>
        </p:nvSpPr>
        <p:spPr>
          <a:xfrm>
            <a:off x="2260405" y="4249806"/>
            <a:ext cx="9557738" cy="1396505"/>
          </a:xfrm>
          <a:prstGeom prst="rect">
            <a:avLst/>
          </a:prstGeom>
          <a:solidFill>
            <a:schemeClr val="bg1">
              <a:lumMod val="95000"/>
            </a:schemeClr>
          </a:solidFill>
          <a:ln>
            <a:noFill/>
          </a:ln>
        </p:spPr>
        <p:txBody>
          <a:bodyPr wrap="square" lIns="180000" tIns="144000" rIns="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a:t>Key steps following XXX review / decision</a:t>
            </a:r>
          </a:p>
        </p:txBody>
      </p:sp>
      <p:sp>
        <p:nvSpPr>
          <p:cNvPr id="57" name="Text Placeholder 56">
            <a:extLst>
              <a:ext uri="{FF2B5EF4-FFF2-40B4-BE49-F238E27FC236}">
                <a16:creationId xmlns:a16="http://schemas.microsoft.com/office/drawing/2014/main" id="{8C53FB3B-975B-80D5-29B3-81DC27DCAC8F}"/>
              </a:ext>
            </a:extLst>
          </p:cNvPr>
          <p:cNvSpPr>
            <a:spLocks noGrp="1"/>
          </p:cNvSpPr>
          <p:nvPr>
            <p:ph type="body" sz="quarter" idx="48" hasCustomPrompt="1"/>
          </p:nvPr>
        </p:nvSpPr>
        <p:spPr>
          <a:xfrm>
            <a:off x="2260405" y="5720922"/>
            <a:ext cx="9557738" cy="363373"/>
          </a:xfrm>
          <a:prstGeom prst="rect">
            <a:avLst/>
          </a:prstGeom>
          <a:solidFill>
            <a:schemeClr val="bg1">
              <a:lumMod val="95000"/>
            </a:schemeClr>
          </a:solidFill>
          <a:ln>
            <a:noFill/>
          </a:ln>
        </p:spPr>
        <p:txBody>
          <a:bodyPr wrap="square" lIns="180000" tIns="36000" rIns="0" bIns="36000" anchor="ctr" anchorCtr="0">
            <a:noAutofit/>
          </a:bodyPr>
          <a:lstStyle>
            <a:lvl1pPr marL="0" indent="0">
              <a:spcBef>
                <a:spcPts val="0"/>
              </a:spcBef>
              <a:spcAft>
                <a:spcPts val="0"/>
              </a:spcAft>
              <a:buSzPct val="100000"/>
              <a:buFont typeface="+mj-lt"/>
              <a:buNone/>
              <a:defRPr sz="1200"/>
            </a:lvl1pPr>
            <a:lvl2pPr marL="357542" indent="0">
              <a:buNone/>
              <a:defRPr/>
            </a:lvl2pPr>
          </a:lstStyle>
          <a:p>
            <a:pPr lvl="0"/>
            <a:r>
              <a:rPr lang="en-US"/>
              <a:t>Single person accountable for this topic / paper</a:t>
            </a:r>
          </a:p>
        </p:txBody>
      </p:sp>
      <p:sp>
        <p:nvSpPr>
          <p:cNvPr id="2" name="Rectangle 1">
            <a:extLst>
              <a:ext uri="{FF2B5EF4-FFF2-40B4-BE49-F238E27FC236}">
                <a16:creationId xmlns:a16="http://schemas.microsoft.com/office/drawing/2014/main" id="{E99A99C6-B235-2720-3500-EE89CB56CE50}"/>
              </a:ext>
            </a:extLst>
          </p:cNvPr>
          <p:cNvSpPr/>
          <p:nvPr userDrawn="1"/>
        </p:nvSpPr>
        <p:spPr bwMode="auto">
          <a:xfrm>
            <a:off x="365126" y="1307574"/>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Objectives</a:t>
            </a:r>
          </a:p>
        </p:txBody>
      </p:sp>
      <p:sp>
        <p:nvSpPr>
          <p:cNvPr id="8" name="Rectangle 7">
            <a:extLst>
              <a:ext uri="{FF2B5EF4-FFF2-40B4-BE49-F238E27FC236}">
                <a16:creationId xmlns:a16="http://schemas.microsoft.com/office/drawing/2014/main" id="{3B9E051E-8049-FCFD-A54B-E240AC53D1B2}"/>
              </a:ext>
            </a:extLst>
          </p:cNvPr>
          <p:cNvSpPr>
            <a:spLocks/>
          </p:cNvSpPr>
          <p:nvPr userDrawn="1"/>
        </p:nvSpPr>
        <p:spPr bwMode="auto">
          <a:xfrm>
            <a:off x="365126" y="2778690"/>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Key questions</a:t>
            </a:r>
          </a:p>
        </p:txBody>
      </p:sp>
      <p:sp>
        <p:nvSpPr>
          <p:cNvPr id="9" name="Rectangle 8">
            <a:extLst>
              <a:ext uri="{FF2B5EF4-FFF2-40B4-BE49-F238E27FC236}">
                <a16:creationId xmlns:a16="http://schemas.microsoft.com/office/drawing/2014/main" id="{DCE8FC5E-A678-F4F9-6FC7-EEAB2E69AF78}"/>
              </a:ext>
            </a:extLst>
          </p:cNvPr>
          <p:cNvSpPr>
            <a:spLocks/>
          </p:cNvSpPr>
          <p:nvPr userDrawn="1"/>
        </p:nvSpPr>
        <p:spPr bwMode="auto">
          <a:xfrm>
            <a:off x="365126" y="4249806"/>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Next steps</a:t>
            </a:r>
          </a:p>
        </p:txBody>
      </p:sp>
      <p:sp>
        <p:nvSpPr>
          <p:cNvPr id="11" name="Rectangle 10">
            <a:extLst>
              <a:ext uri="{FF2B5EF4-FFF2-40B4-BE49-F238E27FC236}">
                <a16:creationId xmlns:a16="http://schemas.microsoft.com/office/drawing/2014/main" id="{B25B3DF6-C945-56A1-A6D2-AC4E6E31179A}"/>
              </a:ext>
            </a:extLst>
          </p:cNvPr>
          <p:cNvSpPr/>
          <p:nvPr userDrawn="1"/>
        </p:nvSpPr>
        <p:spPr bwMode="auto">
          <a:xfrm>
            <a:off x="365126" y="5720922"/>
            <a:ext cx="1806576" cy="363373"/>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72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Owner</a:t>
            </a:r>
          </a:p>
        </p:txBody>
      </p:sp>
      <p:sp>
        <p:nvSpPr>
          <p:cNvPr id="12" name="Rectangle 11">
            <a:extLst>
              <a:ext uri="{FF2B5EF4-FFF2-40B4-BE49-F238E27FC236}">
                <a16:creationId xmlns:a16="http://schemas.microsoft.com/office/drawing/2014/main" id="{DF88839E-C216-4873-F020-A965C577DAF8}"/>
              </a:ext>
            </a:extLst>
          </p:cNvPr>
          <p:cNvSpPr/>
          <p:nvPr userDrawn="1"/>
        </p:nvSpPr>
        <p:spPr bwMode="auto">
          <a:xfrm>
            <a:off x="8172450" y="242888"/>
            <a:ext cx="3654425" cy="452059"/>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54000" numCol="1" spcCol="0" rtlCol="0" fromWordArt="0" anchor="b" anchorCtr="0" forceAA="0" compatLnSpc="1">
            <a:prstTxWarp prst="textNoShape">
              <a:avLst/>
            </a:prstTxWarp>
            <a:noAutofit/>
          </a:bodyPr>
          <a:lstStyle/>
          <a:p>
            <a:pPr algn="r" eaLnBrk="0" fontAlgn="auto" hangingPunct="0">
              <a:spcBef>
                <a:spcPts val="300"/>
              </a:spcBef>
              <a:spcAft>
                <a:spcPts val="300"/>
              </a:spcAft>
              <a:buClr>
                <a:schemeClr val="bg1"/>
              </a:buClr>
            </a:pPr>
            <a:r>
              <a:rPr lang="en-US" sz="1800" b="1" kern="0">
                <a:solidFill>
                  <a:schemeClr val="tx2"/>
                </a:solidFill>
              </a:rPr>
              <a:t>Session date:</a:t>
            </a:r>
          </a:p>
        </p:txBody>
      </p:sp>
      <p:sp>
        <p:nvSpPr>
          <p:cNvPr id="13" name="Text Placeholder 6">
            <a:extLst>
              <a:ext uri="{FF2B5EF4-FFF2-40B4-BE49-F238E27FC236}">
                <a16:creationId xmlns:a16="http://schemas.microsoft.com/office/drawing/2014/main" id="{41D1E881-0EAE-876E-66F9-7BE9CD740EA1}"/>
              </a:ext>
            </a:extLst>
          </p:cNvPr>
          <p:cNvSpPr>
            <a:spLocks noGrp="1"/>
          </p:cNvSpPr>
          <p:nvPr>
            <p:ph type="body" sz="quarter" idx="37" hasCustomPrompt="1"/>
          </p:nvPr>
        </p:nvSpPr>
        <p:spPr>
          <a:xfrm>
            <a:off x="365126" y="3337172"/>
            <a:ext cx="1695450" cy="838023"/>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a:t>Up to 5 key questions to be addressed at the meeting</a:t>
            </a:r>
          </a:p>
        </p:txBody>
      </p:sp>
      <p:sp>
        <p:nvSpPr>
          <p:cNvPr id="14" name="Freeform: Shape 13">
            <a:extLst>
              <a:ext uri="{FF2B5EF4-FFF2-40B4-BE49-F238E27FC236}">
                <a16:creationId xmlns:a16="http://schemas.microsoft.com/office/drawing/2014/main" id="{3B4A7AA8-50D7-2FFC-F51D-207317C17DE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39924471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E000430-8A32-4EA0-BAD1-A7727B812F8C}"/>
              </a:ext>
            </a:extLst>
          </p:cNvPr>
          <p:cNvSpPr>
            <a:spLocks noGrp="1"/>
          </p:cNvSpPr>
          <p:nvPr>
            <p:ph type="dt" sz="half" idx="10"/>
          </p:nvPr>
        </p:nvSpPr>
        <p:spPr/>
        <p:txBody>
          <a:bodyPr/>
          <a:lstStyle/>
          <a:p>
            <a:fld id="{02542794-638D-4328-B0BC-C610FB243ADC}" type="datetime4">
              <a:rPr lang="en-GB" smtClean="0"/>
              <a:t>22 July 2025</a:t>
            </a:fld>
            <a:endParaRPr lang="en-GB"/>
          </a:p>
        </p:txBody>
      </p:sp>
      <p:sp>
        <p:nvSpPr>
          <p:cNvPr id="4" name="Footer Placeholder 3">
            <a:extLst>
              <a:ext uri="{FF2B5EF4-FFF2-40B4-BE49-F238E27FC236}">
                <a16:creationId xmlns:a16="http://schemas.microsoft.com/office/drawing/2014/main" id="{F706E0BB-62AD-47AF-909C-4F33FB5616E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53CEE5C-8451-457A-BD36-F438731DB091}"/>
              </a:ext>
            </a:extLst>
          </p:cNvPr>
          <p:cNvSpPr>
            <a:spLocks noGrp="1"/>
          </p:cNvSpPr>
          <p:nvPr>
            <p:ph type="sldNum" sz="quarter" idx="12"/>
          </p:nvPr>
        </p:nvSpPr>
        <p:spPr/>
        <p:txBody>
          <a:bodyPr/>
          <a:lstStyle/>
          <a:p>
            <a:fld id="{9F9F533D-B52E-4A2F-BF72-0ADD2D94BD75}" type="slidenum">
              <a:rPr lang="en-GB" smtClean="0"/>
              <a:pPr/>
              <a:t>‹#›</a:t>
            </a:fld>
            <a:endParaRPr lang="en-GB"/>
          </a:p>
        </p:txBody>
      </p:sp>
      <p:sp>
        <p:nvSpPr>
          <p:cNvPr id="19" name="Text Placeholder 18">
            <a:extLst>
              <a:ext uri="{FF2B5EF4-FFF2-40B4-BE49-F238E27FC236}">
                <a16:creationId xmlns:a16="http://schemas.microsoft.com/office/drawing/2014/main" id="{61071252-BD8E-4D3D-BF35-8427544DDF49}"/>
              </a:ext>
            </a:extLst>
          </p:cNvPr>
          <p:cNvSpPr>
            <a:spLocks noGrp="1"/>
          </p:cNvSpPr>
          <p:nvPr>
            <p:ph type="body" sz="quarter" idx="13" hasCustomPrompt="1"/>
          </p:nvPr>
        </p:nvSpPr>
        <p:spPr>
          <a:xfrm>
            <a:off x="5113176" y="242888"/>
            <a:ext cx="6712112" cy="5848350"/>
          </a:xfrm>
        </p:spPr>
        <p:txBody>
          <a:bodyPr lIns="0" tIns="406800" rIns="0" bIns="180000" anchor="t">
            <a:noAutofit/>
          </a:bodyPr>
          <a:lstStyle>
            <a:lvl1pPr marL="720000" indent="-720000">
              <a:spcBef>
                <a:spcPts val="1200"/>
              </a:spcBef>
              <a:spcAft>
                <a:spcPts val="1200"/>
              </a:spcAft>
              <a:buClr>
                <a:schemeClr val="tx2"/>
              </a:buClr>
              <a:buSzPct val="100000"/>
              <a:buFont typeface="+mj-lt"/>
              <a:buAutoNum type="arabicPeriod"/>
              <a:defRPr sz="2800"/>
            </a:lvl1pPr>
            <a:lvl2pPr marL="814742" indent="-457200">
              <a:buClr>
                <a:schemeClr val="tx2"/>
              </a:buClr>
              <a:buFont typeface="+mj-lt"/>
              <a:buAutoNum type="arabicPeriod"/>
              <a:defRPr/>
            </a:lvl2pPr>
            <a:lvl3pPr marL="1177182" indent="-457200">
              <a:buClr>
                <a:schemeClr val="tx2"/>
              </a:buClr>
              <a:buFont typeface="+mj-lt"/>
              <a:buAutoNum type="arabicPeriod"/>
              <a:defRPr/>
            </a:lvl3pPr>
            <a:lvl4pPr>
              <a:buClr>
                <a:schemeClr val="tx2"/>
              </a:buClr>
              <a:buFont typeface="+mj-lt"/>
              <a:buAutoNum type="arabicPeriod"/>
              <a:defRPr/>
            </a:lvl4pPr>
            <a:lvl5pPr>
              <a:buClr>
                <a:schemeClr val="tx2"/>
              </a:buClr>
              <a:buFont typeface="+mj-lt"/>
              <a:buAutoNum type="arabicPeriod"/>
              <a:defRPr/>
            </a:lvl5pPr>
          </a:lstStyle>
          <a:p>
            <a:pPr lvl="0"/>
            <a:r>
              <a:rPr lang="en-GB"/>
              <a:t>Agenda point 1, add text here.</a:t>
            </a:r>
            <a:br>
              <a:rPr lang="en-GB"/>
            </a:br>
            <a:r>
              <a:rPr lang="en-GB"/>
              <a:t>Agenda point 2, add text here.</a:t>
            </a:r>
            <a:br>
              <a:rPr lang="en-GB"/>
            </a:br>
            <a:r>
              <a:rPr lang="en-GB"/>
              <a:t>Agenda point 3, add text here.</a:t>
            </a:r>
            <a:br>
              <a:rPr lang="en-GB"/>
            </a:br>
            <a:r>
              <a:rPr lang="en-GB"/>
              <a:t>Agenda point 4, add text here.</a:t>
            </a:r>
            <a:br>
              <a:rPr lang="en-GB"/>
            </a:br>
            <a:r>
              <a:rPr lang="en-GB"/>
              <a:t>Agenda point 5, add text here.</a:t>
            </a:r>
          </a:p>
        </p:txBody>
      </p:sp>
      <p:sp>
        <p:nvSpPr>
          <p:cNvPr id="8" name="Title 1">
            <a:extLst>
              <a:ext uri="{FF2B5EF4-FFF2-40B4-BE49-F238E27FC236}">
                <a16:creationId xmlns:a16="http://schemas.microsoft.com/office/drawing/2014/main" id="{0630E13A-9E76-B161-1416-CBE84BD22827}"/>
              </a:ext>
            </a:extLst>
          </p:cNvPr>
          <p:cNvSpPr>
            <a:spLocks noGrp="1"/>
          </p:cNvSpPr>
          <p:nvPr>
            <p:ph type="title"/>
          </p:nvPr>
        </p:nvSpPr>
        <p:spPr>
          <a:xfrm>
            <a:off x="365126" y="242888"/>
            <a:ext cx="4748050" cy="430887"/>
          </a:xfrm>
        </p:spPr>
        <p:txBody>
          <a:bodyPr/>
          <a:lstStyle/>
          <a:p>
            <a:r>
              <a:rPr lang="en-US"/>
              <a:t>Click to edit Master title style</a:t>
            </a:r>
          </a:p>
        </p:txBody>
      </p:sp>
      <p:sp>
        <p:nvSpPr>
          <p:cNvPr id="9" name="Subtitle 2">
            <a:extLst>
              <a:ext uri="{FF2B5EF4-FFF2-40B4-BE49-F238E27FC236}">
                <a16:creationId xmlns:a16="http://schemas.microsoft.com/office/drawing/2014/main" id="{2202868D-ACDF-6434-3575-872690D6A783}"/>
              </a:ext>
            </a:extLst>
          </p:cNvPr>
          <p:cNvSpPr>
            <a:spLocks noGrp="1"/>
          </p:cNvSpPr>
          <p:nvPr>
            <p:ph type="subTitle" idx="1" hasCustomPrompt="1"/>
          </p:nvPr>
        </p:nvSpPr>
        <p:spPr>
          <a:xfrm>
            <a:off x="365125" y="694950"/>
            <a:ext cx="4748050"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1" name="Freeform: Shape 10">
            <a:extLst>
              <a:ext uri="{FF2B5EF4-FFF2-40B4-BE49-F238E27FC236}">
                <a16:creationId xmlns:a16="http://schemas.microsoft.com/office/drawing/2014/main" id="{B674B05C-AADA-DE64-7CCE-6E374DE8A947}"/>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46F1642B-8EED-A6CF-BBC5-B42CE4EBF309}"/>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18105744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0DD48070-D695-60C2-898C-9832D9369B0C}"/>
              </a:ext>
            </a:extLst>
          </p:cNvPr>
          <p:cNvSpPr>
            <a:spLocks noGrp="1"/>
          </p:cNvSpPr>
          <p:nvPr>
            <p:ph type="body" sz="quarter" idx="22" hasCustomPrompt="1"/>
          </p:nvPr>
        </p:nvSpPr>
        <p:spPr>
          <a:xfrm>
            <a:off x="365125" y="1311162"/>
            <a:ext cx="11460164" cy="4484800"/>
          </a:xfrm>
          <a:custGeom>
            <a:avLst/>
            <a:gdLst>
              <a:gd name="connsiteX0" fmla="*/ 185682 w 11460164"/>
              <a:gd name="connsiteY0" fmla="*/ 0 h 4484800"/>
              <a:gd name="connsiteX1" fmla="*/ 11274482 w 11460164"/>
              <a:gd name="connsiteY1" fmla="*/ 0 h 4484800"/>
              <a:gd name="connsiteX2" fmla="*/ 11460164 w 11460164"/>
              <a:gd name="connsiteY2" fmla="*/ 185682 h 4484800"/>
              <a:gd name="connsiteX3" fmla="*/ 11460164 w 11460164"/>
              <a:gd name="connsiteY3" fmla="*/ 456183 h 4484800"/>
              <a:gd name="connsiteX4" fmla="*/ 11460164 w 11460164"/>
              <a:gd name="connsiteY4" fmla="*/ 715601 h 4484800"/>
              <a:gd name="connsiteX5" fmla="*/ 11460164 w 11460164"/>
              <a:gd name="connsiteY5" fmla="*/ 4299118 h 4484800"/>
              <a:gd name="connsiteX6" fmla="*/ 11274482 w 11460164"/>
              <a:gd name="connsiteY6" fmla="*/ 4484800 h 4484800"/>
              <a:gd name="connsiteX7" fmla="*/ 185682 w 11460164"/>
              <a:gd name="connsiteY7" fmla="*/ 4484800 h 4484800"/>
              <a:gd name="connsiteX8" fmla="*/ 0 w 11460164"/>
              <a:gd name="connsiteY8" fmla="*/ 4299118 h 4484800"/>
              <a:gd name="connsiteX9" fmla="*/ 0 w 11460164"/>
              <a:gd name="connsiteY9" fmla="*/ 715601 h 4484800"/>
              <a:gd name="connsiteX10" fmla="*/ 0 w 11460164"/>
              <a:gd name="connsiteY10" fmla="*/ 456183 h 4484800"/>
              <a:gd name="connsiteX11" fmla="*/ 0 w 11460164"/>
              <a:gd name="connsiteY11" fmla="*/ 185682 h 4484800"/>
              <a:gd name="connsiteX12" fmla="*/ 185682 w 11460164"/>
              <a:gd name="connsiteY12" fmla="*/ 0 h 448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60164" h="4484800">
                <a:moveTo>
                  <a:pt x="185682" y="0"/>
                </a:moveTo>
                <a:lnTo>
                  <a:pt x="11274482" y="0"/>
                </a:lnTo>
                <a:cubicBezTo>
                  <a:pt x="11377031" y="0"/>
                  <a:pt x="11460164" y="83133"/>
                  <a:pt x="11460164" y="185682"/>
                </a:cubicBezTo>
                <a:lnTo>
                  <a:pt x="11460164" y="456183"/>
                </a:lnTo>
                <a:lnTo>
                  <a:pt x="11460164" y="715601"/>
                </a:lnTo>
                <a:lnTo>
                  <a:pt x="11460164" y="4299118"/>
                </a:lnTo>
                <a:cubicBezTo>
                  <a:pt x="11460164" y="4401667"/>
                  <a:pt x="11377031" y="4484800"/>
                  <a:pt x="11274482" y="4484800"/>
                </a:cubicBezTo>
                <a:lnTo>
                  <a:pt x="185682" y="4484800"/>
                </a:lnTo>
                <a:cubicBezTo>
                  <a:pt x="83133" y="4484800"/>
                  <a:pt x="0" y="4401667"/>
                  <a:pt x="0" y="4299118"/>
                </a:cubicBezTo>
                <a:lnTo>
                  <a:pt x="0" y="715601"/>
                </a:lnTo>
                <a:lnTo>
                  <a:pt x="0" y="456183"/>
                </a:lnTo>
                <a:lnTo>
                  <a:pt x="0" y="185682"/>
                </a:lnTo>
                <a:cubicBezTo>
                  <a:pt x="0" y="83133"/>
                  <a:pt x="83133" y="0"/>
                  <a:pt x="185682" y="0"/>
                </a:cubicBezTo>
                <a:close/>
              </a:path>
            </a:pathLst>
          </a:custGeom>
          <a:solidFill>
            <a:schemeClr val="bg1">
              <a:lumMod val="95000"/>
            </a:schemeClr>
          </a:solidFill>
          <a:ln>
            <a:noFill/>
          </a:ln>
        </p:spPr>
        <p:txBody>
          <a:bodyPr wrap="square" tIns="36000">
            <a:noAutofit/>
          </a:bodyPr>
          <a:lstStyle>
            <a:lvl1pPr marL="0" indent="0">
              <a:buNone/>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enter TEXT content ONLY.</a:t>
            </a:r>
            <a:br>
              <a:rPr lang="en-US"/>
            </a:br>
            <a:r>
              <a:rPr lang="en-US"/>
              <a:t>If text content appears outside of grey holder please reduce the size of the font.</a:t>
            </a:r>
          </a:p>
        </p:txBody>
      </p:sp>
      <p:sp>
        <p:nvSpPr>
          <p:cNvPr id="6" name="Text Placeholder 5"/>
          <p:cNvSpPr>
            <a:spLocks noGrp="1"/>
          </p:cNvSpPr>
          <p:nvPr>
            <p:ph type="body" sz="quarter" idx="18" hasCustomPrompt="1"/>
          </p:nvPr>
        </p:nvSpPr>
        <p:spPr>
          <a:xfrm>
            <a:off x="365125" y="5792438"/>
            <a:ext cx="11460164" cy="298800"/>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Date Placeholder 2">
            <a:extLst>
              <a:ext uri="{FF2B5EF4-FFF2-40B4-BE49-F238E27FC236}">
                <a16:creationId xmlns:a16="http://schemas.microsoft.com/office/drawing/2014/main" id="{341B731B-8FAA-4A1B-8740-D7002967C1CA}"/>
              </a:ext>
            </a:extLst>
          </p:cNvPr>
          <p:cNvSpPr>
            <a:spLocks noGrp="1"/>
          </p:cNvSpPr>
          <p:nvPr>
            <p:ph type="dt" sz="half" idx="19"/>
          </p:nvPr>
        </p:nvSpPr>
        <p:spPr/>
        <p:txBody>
          <a:bodyPr/>
          <a:lstStyle/>
          <a:p>
            <a:fld id="{DB124F8D-6A21-41BB-B641-CA493D4F9456}" type="datetime4">
              <a:rPr lang="en-GB" smtClean="0"/>
              <a:t>22 July 2025</a:t>
            </a:fld>
            <a:endParaRPr lang="en-GB"/>
          </a:p>
        </p:txBody>
      </p:sp>
      <p:sp>
        <p:nvSpPr>
          <p:cNvPr id="5" name="Footer Placeholder 4">
            <a:extLst>
              <a:ext uri="{FF2B5EF4-FFF2-40B4-BE49-F238E27FC236}">
                <a16:creationId xmlns:a16="http://schemas.microsoft.com/office/drawing/2014/main" id="{D1C84BE9-25CA-45B1-9061-9DCABA70A1E6}"/>
              </a:ext>
            </a:extLst>
          </p:cNvPr>
          <p:cNvSpPr>
            <a:spLocks noGrp="1"/>
          </p:cNvSpPr>
          <p:nvPr>
            <p:ph type="ftr" sz="quarter" idx="20"/>
          </p:nvPr>
        </p:nvSpPr>
        <p:spPr/>
        <p:txBody>
          <a:bodyPr/>
          <a:lstStyle/>
          <a:p>
            <a:endParaRPr lang="en-GB"/>
          </a:p>
        </p:txBody>
      </p:sp>
      <p:sp>
        <p:nvSpPr>
          <p:cNvPr id="11" name="Slide Number Placeholder 10">
            <a:extLst>
              <a:ext uri="{FF2B5EF4-FFF2-40B4-BE49-F238E27FC236}">
                <a16:creationId xmlns:a16="http://schemas.microsoft.com/office/drawing/2014/main" id="{BF0296A1-E119-4AEC-80A5-65FD719F9631}"/>
              </a:ext>
            </a:extLst>
          </p:cNvPr>
          <p:cNvSpPr>
            <a:spLocks noGrp="1"/>
          </p:cNvSpPr>
          <p:nvPr>
            <p:ph type="sldNum" sz="quarter" idx="21"/>
          </p:nvPr>
        </p:nvSpPr>
        <p:spPr/>
        <p:txBody>
          <a:bodyPr/>
          <a:lstStyle/>
          <a:p>
            <a:fld id="{9F9F533D-B52E-4A2F-BF72-0ADD2D94BD75}" type="slidenum">
              <a:rPr lang="en-GB" smtClean="0"/>
              <a:pPr/>
              <a:t>‹#›</a:t>
            </a:fld>
            <a:endParaRPr lang="en-GB"/>
          </a:p>
        </p:txBody>
      </p:sp>
      <p:sp>
        <p:nvSpPr>
          <p:cNvPr id="12" name="Title 1">
            <a:extLst>
              <a:ext uri="{FF2B5EF4-FFF2-40B4-BE49-F238E27FC236}">
                <a16:creationId xmlns:a16="http://schemas.microsoft.com/office/drawing/2014/main" id="{88C0D48C-007D-FEEC-D1DF-C00891876F0F}"/>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3" name="Subtitle 2">
            <a:extLst>
              <a:ext uri="{FF2B5EF4-FFF2-40B4-BE49-F238E27FC236}">
                <a16:creationId xmlns:a16="http://schemas.microsoft.com/office/drawing/2014/main" id="{1F6E4BF1-5B10-6CC3-60CB-FA773CAB8AF3}"/>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4" name="Freeform: Shape 13">
            <a:extLst>
              <a:ext uri="{FF2B5EF4-FFF2-40B4-BE49-F238E27FC236}">
                <a16:creationId xmlns:a16="http://schemas.microsoft.com/office/drawing/2014/main" id="{099DCD39-6F77-D442-9C41-7FE9A4CBB7FE}"/>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B0002D55-6A06-5683-C312-CA5DFDAEEB11}"/>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1002042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Large Bullet">
    <p:spTree>
      <p:nvGrpSpPr>
        <p:cNvPr id="1" name=""/>
        <p:cNvGrpSpPr/>
        <p:nvPr/>
      </p:nvGrpSpPr>
      <p:grpSpPr>
        <a:xfrm>
          <a:off x="0" y="0"/>
          <a:ext cx="0" cy="0"/>
          <a:chOff x="0" y="0"/>
          <a:chExt cx="0" cy="0"/>
        </a:xfrm>
      </p:grpSpPr>
      <p:sp>
        <p:nvSpPr>
          <p:cNvPr id="15" name="Text Placeholder 5"/>
          <p:cNvSpPr>
            <a:spLocks noGrp="1"/>
          </p:cNvSpPr>
          <p:nvPr>
            <p:ph type="body" sz="quarter" idx="18" hasCustomPrompt="1"/>
          </p:nvPr>
        </p:nvSpPr>
        <p:spPr>
          <a:xfrm>
            <a:off x="365125" y="5792438"/>
            <a:ext cx="11460163" cy="298800"/>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2" name="Date Placeholder 1">
            <a:extLst>
              <a:ext uri="{FF2B5EF4-FFF2-40B4-BE49-F238E27FC236}">
                <a16:creationId xmlns:a16="http://schemas.microsoft.com/office/drawing/2014/main" id="{2E151742-951B-4B8B-93F8-F6814A0074E2}"/>
              </a:ext>
            </a:extLst>
          </p:cNvPr>
          <p:cNvSpPr>
            <a:spLocks noGrp="1"/>
          </p:cNvSpPr>
          <p:nvPr>
            <p:ph type="dt" sz="half" idx="19"/>
          </p:nvPr>
        </p:nvSpPr>
        <p:spPr/>
        <p:txBody>
          <a:bodyPr/>
          <a:lstStyle/>
          <a:p>
            <a:fld id="{397F4CD0-83C1-4C99-A2BD-6DA4A1CC9D00}" type="datetime4">
              <a:rPr lang="en-GB" smtClean="0"/>
              <a:t>22 July 2025</a:t>
            </a:fld>
            <a:endParaRPr lang="en-GB"/>
          </a:p>
        </p:txBody>
      </p:sp>
      <p:sp>
        <p:nvSpPr>
          <p:cNvPr id="3" name="Footer Placeholder 2">
            <a:extLst>
              <a:ext uri="{FF2B5EF4-FFF2-40B4-BE49-F238E27FC236}">
                <a16:creationId xmlns:a16="http://schemas.microsoft.com/office/drawing/2014/main" id="{5E4920F6-7DEA-40DB-B124-F0789E56046F}"/>
              </a:ext>
            </a:extLst>
          </p:cNvPr>
          <p:cNvSpPr>
            <a:spLocks noGrp="1"/>
          </p:cNvSpPr>
          <p:nvPr>
            <p:ph type="ftr" sz="quarter" idx="20"/>
          </p:nvPr>
        </p:nvSpPr>
        <p:spPr/>
        <p:txBody>
          <a:bodyPr/>
          <a:lstStyle/>
          <a:p>
            <a:endParaRPr lang="en-GB"/>
          </a:p>
        </p:txBody>
      </p:sp>
      <p:sp>
        <p:nvSpPr>
          <p:cNvPr id="4" name="Slide Number Placeholder 3">
            <a:extLst>
              <a:ext uri="{FF2B5EF4-FFF2-40B4-BE49-F238E27FC236}">
                <a16:creationId xmlns:a16="http://schemas.microsoft.com/office/drawing/2014/main" id="{D4DDB722-CBB2-49EC-937E-10206DEB6BD1}"/>
              </a:ext>
            </a:extLst>
          </p:cNvPr>
          <p:cNvSpPr>
            <a:spLocks noGrp="1"/>
          </p:cNvSpPr>
          <p:nvPr>
            <p:ph type="sldNum" sz="quarter" idx="21"/>
          </p:nvPr>
        </p:nvSpPr>
        <p:spPr/>
        <p:txBody>
          <a:bodyPr/>
          <a:lstStyle/>
          <a:p>
            <a:fld id="{9F9F533D-B52E-4A2F-BF72-0ADD2D94BD75}" type="slidenum">
              <a:rPr lang="en-GB" smtClean="0"/>
              <a:pPr/>
              <a:t>‹#›</a:t>
            </a:fld>
            <a:endParaRPr lang="en-GB"/>
          </a:p>
        </p:txBody>
      </p:sp>
      <p:sp>
        <p:nvSpPr>
          <p:cNvPr id="7" name="Text Placeholder 6">
            <a:extLst>
              <a:ext uri="{FF2B5EF4-FFF2-40B4-BE49-F238E27FC236}">
                <a16:creationId xmlns:a16="http://schemas.microsoft.com/office/drawing/2014/main" id="{D4E53DDB-FDB6-66D3-FC50-5426FF978D71}"/>
              </a:ext>
            </a:extLst>
          </p:cNvPr>
          <p:cNvSpPr>
            <a:spLocks noGrp="1"/>
          </p:cNvSpPr>
          <p:nvPr>
            <p:ph type="body" sz="quarter" idx="22" hasCustomPrompt="1"/>
          </p:nvPr>
        </p:nvSpPr>
        <p:spPr>
          <a:xfrm>
            <a:off x="365125" y="1303338"/>
            <a:ext cx="11460163" cy="4489450"/>
          </a:xfrm>
        </p:spPr>
        <p:txBody>
          <a:bodyPr lIns="36000" tIns="36000" rIns="36000" bIns="36000">
            <a:noAutofit/>
          </a:bodyPr>
          <a:lstStyle>
            <a:lvl1pPr marL="0" indent="0">
              <a:buNone/>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enter TEXT content ONLY. </a:t>
            </a:r>
            <a:br>
              <a:rPr lang="en-US"/>
            </a:br>
            <a:r>
              <a:rPr lang="en-US"/>
              <a:t>If text content appears too large please reduce the size of this font. </a:t>
            </a:r>
          </a:p>
        </p:txBody>
      </p:sp>
      <p:sp>
        <p:nvSpPr>
          <p:cNvPr id="9" name="Title 1">
            <a:extLst>
              <a:ext uri="{FF2B5EF4-FFF2-40B4-BE49-F238E27FC236}">
                <a16:creationId xmlns:a16="http://schemas.microsoft.com/office/drawing/2014/main" id="{3A7A86B9-637F-F18A-3604-5A44F7C4442F}"/>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0" name="Subtitle 2">
            <a:extLst>
              <a:ext uri="{FF2B5EF4-FFF2-40B4-BE49-F238E27FC236}">
                <a16:creationId xmlns:a16="http://schemas.microsoft.com/office/drawing/2014/main" id="{5A89E078-B97D-529E-FF83-DF5AD69D51F2}"/>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3" name="Freeform: Shape 12">
            <a:extLst>
              <a:ext uri="{FF2B5EF4-FFF2-40B4-BE49-F238E27FC236}">
                <a16:creationId xmlns:a16="http://schemas.microsoft.com/office/drawing/2014/main" id="{22D601A5-6CEE-D258-CCEB-85D1BB27BD87}"/>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 name="Freeform: Shape 4">
            <a:extLst>
              <a:ext uri="{FF2B5EF4-FFF2-40B4-BE49-F238E27FC236}">
                <a16:creationId xmlns:a16="http://schemas.microsoft.com/office/drawing/2014/main" id="{2CA69924-8312-93A7-5F21-75AD30BAD2D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4004714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with Subheading">
    <p:spTree>
      <p:nvGrpSpPr>
        <p:cNvPr id="1" name=""/>
        <p:cNvGrpSpPr/>
        <p:nvPr/>
      </p:nvGrpSpPr>
      <p:grpSpPr>
        <a:xfrm>
          <a:off x="0" y="0"/>
          <a:ext cx="0" cy="0"/>
          <a:chOff x="0" y="0"/>
          <a:chExt cx="0" cy="0"/>
        </a:xfrm>
      </p:grpSpPr>
      <p:sp>
        <p:nvSpPr>
          <p:cNvPr id="11" name="Text Placeholder 2"/>
          <p:cNvSpPr>
            <a:spLocks noGrp="1"/>
          </p:cNvSpPr>
          <p:nvPr>
            <p:ph type="body" sz="quarter" idx="13" hasCustomPrompt="1"/>
          </p:nvPr>
        </p:nvSpPr>
        <p:spPr>
          <a:xfrm>
            <a:off x="365456" y="1303338"/>
            <a:ext cx="11460701" cy="399600"/>
          </a:xfrm>
          <a:prstGeom prst="rect">
            <a:avLst/>
          </a:prstGeom>
        </p:spPr>
        <p:txBody>
          <a:bodyPr lIns="36000" tIns="36000" rIns="36000" bIns="36000" anchor="t" anchorCtr="0">
            <a:noAutofit/>
          </a:bodyPr>
          <a:lstStyle>
            <a:lvl1pPr marL="0" indent="0">
              <a:spcBef>
                <a:spcPts val="0"/>
              </a:spcBef>
              <a:spcAft>
                <a:spcPts val="0"/>
              </a:spcAft>
              <a:buNone/>
              <a:defRPr sz="2400" b="1">
                <a:solidFill>
                  <a:schemeClr val="tx2"/>
                </a:solidFill>
              </a:defRPr>
            </a:lvl1pPr>
            <a:lvl2pPr marL="361942" indent="0">
              <a:buNone/>
              <a:defRPr/>
            </a:lvl2pPr>
            <a:lvl3pPr marL="711182" indent="0">
              <a:buNone/>
              <a:defRPr/>
            </a:lvl3pPr>
            <a:lvl4pPr marL="1087939" indent="0">
              <a:buNone/>
              <a:defRPr/>
            </a:lvl4pPr>
            <a:lvl5pPr marL="1473163" indent="0">
              <a:buNone/>
              <a:defRPr/>
            </a:lvl5pPr>
          </a:lstStyle>
          <a:p>
            <a:pPr lvl="0"/>
            <a:r>
              <a:rPr lang="en-GB"/>
              <a:t>Click to enter subheading text </a:t>
            </a:r>
          </a:p>
        </p:txBody>
      </p:sp>
      <p:sp>
        <p:nvSpPr>
          <p:cNvPr id="16" name="Text Placeholder 5"/>
          <p:cNvSpPr>
            <a:spLocks noGrp="1"/>
          </p:cNvSpPr>
          <p:nvPr>
            <p:ph type="body" sz="quarter" idx="18" hasCustomPrompt="1"/>
          </p:nvPr>
        </p:nvSpPr>
        <p:spPr>
          <a:xfrm>
            <a:off x="365125" y="5792438"/>
            <a:ext cx="11460164" cy="298800"/>
          </a:xfrm>
          <a:prstGeom prst="rect">
            <a:avLst/>
          </a:prstGeom>
        </p:spPr>
        <p:txBody>
          <a:bodyPr wrap="square" lIns="0" tIns="0" rIns="0" bIns="0" anchor="b"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Date Placeholder 2">
            <a:extLst>
              <a:ext uri="{FF2B5EF4-FFF2-40B4-BE49-F238E27FC236}">
                <a16:creationId xmlns:a16="http://schemas.microsoft.com/office/drawing/2014/main" id="{3C475D1F-3C7D-443F-9C73-9160E439AE1B}"/>
              </a:ext>
            </a:extLst>
          </p:cNvPr>
          <p:cNvSpPr>
            <a:spLocks noGrp="1"/>
          </p:cNvSpPr>
          <p:nvPr>
            <p:ph type="dt" sz="half" idx="20"/>
          </p:nvPr>
        </p:nvSpPr>
        <p:spPr/>
        <p:txBody>
          <a:bodyPr/>
          <a:lstStyle/>
          <a:p>
            <a:fld id="{5C36D2BF-D8B1-4705-ABD7-209D78E9EBFF}" type="datetime4">
              <a:rPr lang="en-GB" smtClean="0"/>
              <a:t>22 July 2025</a:t>
            </a:fld>
            <a:endParaRPr lang="en-GB"/>
          </a:p>
        </p:txBody>
      </p:sp>
      <p:sp>
        <p:nvSpPr>
          <p:cNvPr id="4" name="Footer Placeholder 3">
            <a:extLst>
              <a:ext uri="{FF2B5EF4-FFF2-40B4-BE49-F238E27FC236}">
                <a16:creationId xmlns:a16="http://schemas.microsoft.com/office/drawing/2014/main" id="{8E10FAE2-40C5-48E8-A896-0682681B6AC4}"/>
              </a:ext>
            </a:extLst>
          </p:cNvPr>
          <p:cNvSpPr>
            <a:spLocks noGrp="1"/>
          </p:cNvSpPr>
          <p:nvPr>
            <p:ph type="ftr" sz="quarter" idx="21"/>
          </p:nvPr>
        </p:nvSpPr>
        <p:spPr/>
        <p:txBody>
          <a:bodyPr/>
          <a:lstStyle/>
          <a:p>
            <a:endParaRPr lang="en-GB"/>
          </a:p>
        </p:txBody>
      </p:sp>
      <p:sp>
        <p:nvSpPr>
          <p:cNvPr id="8" name="Slide Number Placeholder 7">
            <a:extLst>
              <a:ext uri="{FF2B5EF4-FFF2-40B4-BE49-F238E27FC236}">
                <a16:creationId xmlns:a16="http://schemas.microsoft.com/office/drawing/2014/main" id="{2AF230C5-C173-4CDF-8F46-DDF8D7240B63}"/>
              </a:ext>
            </a:extLst>
          </p:cNvPr>
          <p:cNvSpPr>
            <a:spLocks noGrp="1"/>
          </p:cNvSpPr>
          <p:nvPr>
            <p:ph type="sldNum" sz="quarter" idx="22"/>
          </p:nvPr>
        </p:nvSpPr>
        <p:spPr/>
        <p:txBody>
          <a:bodyPr/>
          <a:lstStyle/>
          <a:p>
            <a:fld id="{9F9F533D-B52E-4A2F-BF72-0ADD2D94BD75}" type="slidenum">
              <a:rPr lang="en-GB" smtClean="0"/>
              <a:pPr/>
              <a:t>‹#›</a:t>
            </a:fld>
            <a:endParaRPr lang="en-GB"/>
          </a:p>
        </p:txBody>
      </p:sp>
      <p:sp>
        <p:nvSpPr>
          <p:cNvPr id="5" name="Text Placeholder 4">
            <a:extLst>
              <a:ext uri="{FF2B5EF4-FFF2-40B4-BE49-F238E27FC236}">
                <a16:creationId xmlns:a16="http://schemas.microsoft.com/office/drawing/2014/main" id="{81E07AE8-19F2-04D9-93C9-C4F2357C2ADF}"/>
              </a:ext>
            </a:extLst>
          </p:cNvPr>
          <p:cNvSpPr>
            <a:spLocks noGrp="1"/>
          </p:cNvSpPr>
          <p:nvPr>
            <p:ph type="body" sz="quarter" idx="23" hasCustomPrompt="1"/>
          </p:nvPr>
        </p:nvSpPr>
        <p:spPr>
          <a:xfrm>
            <a:off x="365125" y="1702938"/>
            <a:ext cx="11460163" cy="4089850"/>
          </a:xfrm>
        </p:spPr>
        <p:txBody>
          <a:bodyPr lIns="36000" tIns="36000" rIns="36000" bIns="36000">
            <a:noAutofit/>
          </a:bodyPr>
          <a:lstStyle>
            <a:lvl1pPr marL="0" indent="0">
              <a:buNone/>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edit TEXT content ONLY.</a:t>
            </a:r>
            <a:br>
              <a:rPr lang="en-US"/>
            </a:br>
            <a:r>
              <a:rPr lang="en-US"/>
              <a:t>If text content appears too large please reduce the size of the font. </a:t>
            </a:r>
          </a:p>
        </p:txBody>
      </p:sp>
      <p:sp>
        <p:nvSpPr>
          <p:cNvPr id="10" name="Title 1">
            <a:extLst>
              <a:ext uri="{FF2B5EF4-FFF2-40B4-BE49-F238E27FC236}">
                <a16:creationId xmlns:a16="http://schemas.microsoft.com/office/drawing/2014/main" id="{E4BDB392-CCE1-B2F2-5843-4AF9AE7D4921}"/>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29D93444-D1FE-4C3C-7B81-D2693144C1F0}"/>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5" name="Freeform: Shape 14">
            <a:extLst>
              <a:ext uri="{FF2B5EF4-FFF2-40B4-BE49-F238E27FC236}">
                <a16:creationId xmlns:a16="http://schemas.microsoft.com/office/drawing/2014/main" id="{C45A9796-316D-7A43-F981-F6A071B72BBE}"/>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1B1F1611-ED93-9CD1-6AD6-199DF0E35EEA}"/>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1670341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wo Content 1">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44152BBA-B0F3-390F-177B-A659A0DA6DDB}"/>
              </a:ext>
            </a:extLst>
          </p:cNvPr>
          <p:cNvSpPr>
            <a:spLocks noGrp="1"/>
          </p:cNvSpPr>
          <p:nvPr>
            <p:ph type="body" sz="quarter" idx="25" hasCustomPrompt="1"/>
          </p:nvPr>
        </p:nvSpPr>
        <p:spPr>
          <a:xfrm>
            <a:off x="8172451" y="1303338"/>
            <a:ext cx="3652838" cy="4477804"/>
          </a:xfrm>
          <a:prstGeom prst="roundRect">
            <a:avLst>
              <a:gd name="adj" fmla="val 4976"/>
            </a:avLst>
          </a:prstGeom>
          <a:solidFill>
            <a:schemeClr val="bg1">
              <a:lumMod val="95000"/>
            </a:schemeClr>
          </a:solidFill>
          <a:ln>
            <a:noFill/>
          </a:ln>
        </p:spPr>
        <p:txBody>
          <a:bodyPr wrap="square">
            <a:noAutofit/>
          </a:bodyPr>
          <a:lstStyle>
            <a:lvl1pPr marL="0" indent="0">
              <a:buNone/>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edit TEXT content ONLY. </a:t>
            </a:r>
            <a:br>
              <a:rPr lang="en-US"/>
            </a:br>
            <a:r>
              <a:rPr lang="en-US"/>
              <a:t>If text content appears outside of the grey placeholder please reduce the size of the font. </a:t>
            </a:r>
          </a:p>
        </p:txBody>
      </p:sp>
      <p:sp>
        <p:nvSpPr>
          <p:cNvPr id="20" name="Text Placeholder 5"/>
          <p:cNvSpPr>
            <a:spLocks noGrp="1"/>
          </p:cNvSpPr>
          <p:nvPr>
            <p:ph type="body" sz="quarter" idx="20" hasCustomPrompt="1"/>
          </p:nvPr>
        </p:nvSpPr>
        <p:spPr>
          <a:xfrm>
            <a:off x="8172451" y="5791943"/>
            <a:ext cx="3652837" cy="298800"/>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6" name="Date Placeholder 5">
            <a:extLst>
              <a:ext uri="{FF2B5EF4-FFF2-40B4-BE49-F238E27FC236}">
                <a16:creationId xmlns:a16="http://schemas.microsoft.com/office/drawing/2014/main" id="{101A55F3-CAC9-450A-8B8C-0D0326082407}"/>
              </a:ext>
            </a:extLst>
          </p:cNvPr>
          <p:cNvSpPr>
            <a:spLocks noGrp="1"/>
          </p:cNvSpPr>
          <p:nvPr>
            <p:ph type="dt" sz="half" idx="21"/>
          </p:nvPr>
        </p:nvSpPr>
        <p:spPr/>
        <p:txBody>
          <a:bodyPr/>
          <a:lstStyle/>
          <a:p>
            <a:fld id="{39AF67FF-E09E-42E7-8CF4-0C88178FECBB}" type="datetime4">
              <a:rPr lang="en-GB" smtClean="0"/>
              <a:t>22 July 2025</a:t>
            </a:fld>
            <a:endParaRPr lang="en-GB"/>
          </a:p>
        </p:txBody>
      </p:sp>
      <p:sp>
        <p:nvSpPr>
          <p:cNvPr id="7" name="Footer Placeholder 6">
            <a:extLst>
              <a:ext uri="{FF2B5EF4-FFF2-40B4-BE49-F238E27FC236}">
                <a16:creationId xmlns:a16="http://schemas.microsoft.com/office/drawing/2014/main" id="{FA6F4AF4-B7CB-44A2-A774-A5EE13FDE7C2}"/>
              </a:ext>
            </a:extLst>
          </p:cNvPr>
          <p:cNvSpPr>
            <a:spLocks noGrp="1"/>
          </p:cNvSpPr>
          <p:nvPr>
            <p:ph type="ftr" sz="quarter" idx="22"/>
          </p:nvPr>
        </p:nvSpPr>
        <p:spPr/>
        <p:txBody>
          <a:bodyPr/>
          <a:lstStyle/>
          <a:p>
            <a:endParaRPr lang="en-GB"/>
          </a:p>
        </p:txBody>
      </p:sp>
      <p:sp>
        <p:nvSpPr>
          <p:cNvPr id="8" name="Slide Number Placeholder 7">
            <a:extLst>
              <a:ext uri="{FF2B5EF4-FFF2-40B4-BE49-F238E27FC236}">
                <a16:creationId xmlns:a16="http://schemas.microsoft.com/office/drawing/2014/main" id="{1A690446-B95A-4BA4-8B97-68649C262B11}"/>
              </a:ext>
            </a:extLst>
          </p:cNvPr>
          <p:cNvSpPr>
            <a:spLocks noGrp="1"/>
          </p:cNvSpPr>
          <p:nvPr>
            <p:ph type="sldNum" sz="quarter" idx="23"/>
          </p:nvPr>
        </p:nvSpPr>
        <p:spPr/>
        <p:txBody>
          <a:bodyPr/>
          <a:lstStyle/>
          <a:p>
            <a:fld id="{9F9F533D-B52E-4A2F-BF72-0ADD2D94BD75}" type="slidenum">
              <a:rPr lang="en-GB" smtClean="0"/>
              <a:pPr/>
              <a:t>‹#›</a:t>
            </a:fld>
            <a:endParaRPr lang="en-GB"/>
          </a:p>
        </p:txBody>
      </p:sp>
      <p:sp>
        <p:nvSpPr>
          <p:cNvPr id="19" name="Text Placeholder 5"/>
          <p:cNvSpPr>
            <a:spLocks noGrp="1"/>
          </p:cNvSpPr>
          <p:nvPr>
            <p:ph type="body" sz="quarter" idx="19" hasCustomPrompt="1"/>
          </p:nvPr>
        </p:nvSpPr>
        <p:spPr>
          <a:xfrm>
            <a:off x="365125" y="5791943"/>
            <a:ext cx="7554913" cy="299295"/>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Text Placeholder 2">
            <a:extLst>
              <a:ext uri="{FF2B5EF4-FFF2-40B4-BE49-F238E27FC236}">
                <a16:creationId xmlns:a16="http://schemas.microsoft.com/office/drawing/2014/main" id="{3B643D66-CBAC-8A3C-D941-445E2D7EFCEE}"/>
              </a:ext>
            </a:extLst>
          </p:cNvPr>
          <p:cNvSpPr>
            <a:spLocks noGrp="1"/>
          </p:cNvSpPr>
          <p:nvPr>
            <p:ph type="body" sz="quarter" idx="24" hasCustomPrompt="1"/>
          </p:nvPr>
        </p:nvSpPr>
        <p:spPr>
          <a:xfrm>
            <a:off x="365125" y="1303338"/>
            <a:ext cx="7554913" cy="4478337"/>
          </a:xfrm>
        </p:spPr>
        <p:txBody>
          <a:bodyPr lIns="36000" tIns="90000" rIns="36000" bIns="36000">
            <a:noAutofit/>
          </a:bodyPr>
          <a:lstStyle>
            <a:lvl1pPr marL="0" indent="0">
              <a:buNone/>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enter TEXT content ONLY.</a:t>
            </a:r>
            <a:br>
              <a:rPr lang="en-US"/>
            </a:br>
            <a:r>
              <a:rPr lang="en-US"/>
              <a:t>If text content appears too large please reduce the size of the font. </a:t>
            </a:r>
          </a:p>
        </p:txBody>
      </p:sp>
      <p:sp>
        <p:nvSpPr>
          <p:cNvPr id="11" name="Title 1">
            <a:extLst>
              <a:ext uri="{FF2B5EF4-FFF2-40B4-BE49-F238E27FC236}">
                <a16:creationId xmlns:a16="http://schemas.microsoft.com/office/drawing/2014/main" id="{8C40724D-5874-C573-BE68-E74D3056C42C}"/>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6DDC75F0-FC33-50C5-4836-14CADF87FA85}"/>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6" name="Freeform: Shape 15">
            <a:extLst>
              <a:ext uri="{FF2B5EF4-FFF2-40B4-BE49-F238E27FC236}">
                <a16:creationId xmlns:a16="http://schemas.microsoft.com/office/drawing/2014/main" id="{7ED293B4-51DD-6A15-3268-DC88E0FC951D}"/>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BB8038B8-901B-5BEE-8CE6-19D62D27912A}"/>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3772891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wo Content 2">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F5768D83-B8CA-09C4-C389-ACE31191A4CA}"/>
              </a:ext>
            </a:extLst>
          </p:cNvPr>
          <p:cNvSpPr>
            <a:spLocks noGrp="1"/>
          </p:cNvSpPr>
          <p:nvPr>
            <p:ph type="body" sz="quarter" idx="25" hasCustomPrompt="1"/>
          </p:nvPr>
        </p:nvSpPr>
        <p:spPr>
          <a:xfrm>
            <a:off x="365125" y="1303338"/>
            <a:ext cx="3916881" cy="4477804"/>
          </a:xfrm>
          <a:custGeom>
            <a:avLst/>
            <a:gdLst>
              <a:gd name="connsiteX0" fmla="*/ 167483 w 3916881"/>
              <a:gd name="connsiteY0" fmla="*/ 0 h 4477804"/>
              <a:gd name="connsiteX1" fmla="*/ 3485355 w 3916881"/>
              <a:gd name="connsiteY1" fmla="*/ 0 h 4477804"/>
              <a:gd name="connsiteX2" fmla="*/ 3652838 w 3916881"/>
              <a:gd name="connsiteY2" fmla="*/ 167483 h 4477804"/>
              <a:gd name="connsiteX3" fmla="*/ 3652838 w 3916881"/>
              <a:gd name="connsiteY3" fmla="*/ 517226 h 4477804"/>
              <a:gd name="connsiteX4" fmla="*/ 3912021 w 3916881"/>
              <a:gd name="connsiteY4" fmla="*/ 791524 h 4477804"/>
              <a:gd name="connsiteX5" fmla="*/ 3912021 w 3916881"/>
              <a:gd name="connsiteY5" fmla="*/ 802323 h 4477804"/>
              <a:gd name="connsiteX6" fmla="*/ 3652838 w 3916881"/>
              <a:gd name="connsiteY6" fmla="*/ 1076623 h 4477804"/>
              <a:gd name="connsiteX7" fmla="*/ 3652838 w 3916881"/>
              <a:gd name="connsiteY7" fmla="*/ 4310321 h 4477804"/>
              <a:gd name="connsiteX8" fmla="*/ 3485355 w 3916881"/>
              <a:gd name="connsiteY8" fmla="*/ 4477804 h 4477804"/>
              <a:gd name="connsiteX9" fmla="*/ 167483 w 3916881"/>
              <a:gd name="connsiteY9" fmla="*/ 4477804 h 4477804"/>
              <a:gd name="connsiteX10" fmla="*/ 0 w 3916881"/>
              <a:gd name="connsiteY10" fmla="*/ 4310321 h 4477804"/>
              <a:gd name="connsiteX11" fmla="*/ 0 w 3916881"/>
              <a:gd name="connsiteY11" fmla="*/ 167483 h 4477804"/>
              <a:gd name="connsiteX12" fmla="*/ 167483 w 3916881"/>
              <a:gd name="connsiteY12" fmla="*/ 0 h 4477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6881" h="4477804">
                <a:moveTo>
                  <a:pt x="167483" y="0"/>
                </a:moveTo>
                <a:lnTo>
                  <a:pt x="3485355" y="0"/>
                </a:lnTo>
                <a:cubicBezTo>
                  <a:pt x="3577853" y="0"/>
                  <a:pt x="3652838" y="74985"/>
                  <a:pt x="3652838" y="167483"/>
                </a:cubicBezTo>
                <a:lnTo>
                  <a:pt x="3652838" y="517226"/>
                </a:lnTo>
                <a:cubicBezTo>
                  <a:pt x="3652838" y="659776"/>
                  <a:pt x="3745710" y="746167"/>
                  <a:pt x="3912021" y="791524"/>
                </a:cubicBezTo>
                <a:cubicBezTo>
                  <a:pt x="3918501" y="793683"/>
                  <a:pt x="3918501" y="800164"/>
                  <a:pt x="3912021" y="802323"/>
                </a:cubicBezTo>
                <a:cubicBezTo>
                  <a:pt x="3745710" y="847679"/>
                  <a:pt x="3652838" y="934073"/>
                  <a:pt x="3652838" y="1076623"/>
                </a:cubicBezTo>
                <a:lnTo>
                  <a:pt x="3652838" y="4310321"/>
                </a:lnTo>
                <a:cubicBezTo>
                  <a:pt x="3652838" y="4402819"/>
                  <a:pt x="3577853" y="4477804"/>
                  <a:pt x="3485355" y="4477804"/>
                </a:cubicBezTo>
                <a:lnTo>
                  <a:pt x="167483" y="4477804"/>
                </a:lnTo>
                <a:cubicBezTo>
                  <a:pt x="74985" y="4477804"/>
                  <a:pt x="0" y="4402819"/>
                  <a:pt x="0" y="4310321"/>
                </a:cubicBezTo>
                <a:lnTo>
                  <a:pt x="0" y="167483"/>
                </a:lnTo>
                <a:cubicBezTo>
                  <a:pt x="0" y="74985"/>
                  <a:pt x="74985" y="0"/>
                  <a:pt x="167483" y="0"/>
                </a:cubicBezTo>
                <a:close/>
              </a:path>
            </a:pathLst>
          </a:custGeom>
          <a:solidFill>
            <a:schemeClr val="tx2"/>
          </a:solidFill>
          <a:ln>
            <a:noFill/>
          </a:ln>
        </p:spPr>
        <p:txBody>
          <a:bodyPr wrap="square" lIns="36000" tIns="36000" rIns="360000" bIns="36000">
            <a:noAutofit/>
          </a:bodyPr>
          <a:lstStyle>
            <a:lvl1pPr marL="0" indent="0">
              <a:buClr>
                <a:schemeClr val="bg1"/>
              </a:buClr>
              <a:buNone/>
              <a:defRPr>
                <a:solidFill>
                  <a:schemeClr val="bg1"/>
                </a:solidFill>
              </a:defRPr>
            </a:lvl1pPr>
            <a:lvl2pPr marL="357542" indent="0">
              <a:buClr>
                <a:schemeClr val="bg1"/>
              </a:buClr>
              <a:buNone/>
              <a:defRPr>
                <a:solidFill>
                  <a:schemeClr val="bg1"/>
                </a:solidFill>
              </a:defRPr>
            </a:lvl2pPr>
            <a:lvl3pPr marL="719982" indent="0">
              <a:buClr>
                <a:schemeClr val="bg1"/>
              </a:buClr>
              <a:buNone/>
              <a:defRPr>
                <a:solidFill>
                  <a:schemeClr val="bg1"/>
                </a:solidFill>
              </a:defRPr>
            </a:lvl3pPr>
            <a:lvl4pPr marL="1081424" indent="0">
              <a:buClr>
                <a:schemeClr val="bg1"/>
              </a:buClr>
              <a:buNone/>
              <a:defRPr>
                <a:solidFill>
                  <a:schemeClr val="bg1"/>
                </a:solidFill>
              </a:defRPr>
            </a:lvl4pPr>
            <a:lvl5pPr marL="1439964" indent="0">
              <a:buClr>
                <a:schemeClr val="bg1"/>
              </a:buClr>
              <a:buNone/>
              <a:defRPr>
                <a:solidFill>
                  <a:schemeClr val="bg1"/>
                </a:solidFill>
              </a:defRPr>
            </a:lvl5pPr>
          </a:lstStyle>
          <a:p>
            <a:pPr lvl="0"/>
            <a:r>
              <a:rPr lang="en-US"/>
              <a:t>Click to edit TEXT content ONLY. </a:t>
            </a:r>
            <a:br>
              <a:rPr lang="en-US"/>
            </a:br>
            <a:r>
              <a:rPr lang="en-US"/>
              <a:t>If text content appears outside of the grey placeholder please reduce the size of the font. </a:t>
            </a:r>
          </a:p>
        </p:txBody>
      </p:sp>
      <p:sp>
        <p:nvSpPr>
          <p:cNvPr id="20" name="Text Placeholder 5"/>
          <p:cNvSpPr>
            <a:spLocks noGrp="1"/>
          </p:cNvSpPr>
          <p:nvPr>
            <p:ph type="body" sz="quarter" idx="20" hasCustomPrompt="1"/>
          </p:nvPr>
        </p:nvSpPr>
        <p:spPr>
          <a:xfrm>
            <a:off x="365125" y="5791943"/>
            <a:ext cx="3652837" cy="298800"/>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6" name="Date Placeholder 5">
            <a:extLst>
              <a:ext uri="{FF2B5EF4-FFF2-40B4-BE49-F238E27FC236}">
                <a16:creationId xmlns:a16="http://schemas.microsoft.com/office/drawing/2014/main" id="{101A55F3-CAC9-450A-8B8C-0D0326082407}"/>
              </a:ext>
            </a:extLst>
          </p:cNvPr>
          <p:cNvSpPr>
            <a:spLocks noGrp="1"/>
          </p:cNvSpPr>
          <p:nvPr>
            <p:ph type="dt" sz="half" idx="21"/>
          </p:nvPr>
        </p:nvSpPr>
        <p:spPr/>
        <p:txBody>
          <a:bodyPr/>
          <a:lstStyle/>
          <a:p>
            <a:fld id="{39AF67FF-E09E-42E7-8CF4-0C88178FECBB}" type="datetime4">
              <a:rPr lang="en-GB" smtClean="0"/>
              <a:t>22 July 2025</a:t>
            </a:fld>
            <a:endParaRPr lang="en-GB"/>
          </a:p>
        </p:txBody>
      </p:sp>
      <p:sp>
        <p:nvSpPr>
          <p:cNvPr id="7" name="Footer Placeholder 6">
            <a:extLst>
              <a:ext uri="{FF2B5EF4-FFF2-40B4-BE49-F238E27FC236}">
                <a16:creationId xmlns:a16="http://schemas.microsoft.com/office/drawing/2014/main" id="{FA6F4AF4-B7CB-44A2-A774-A5EE13FDE7C2}"/>
              </a:ext>
            </a:extLst>
          </p:cNvPr>
          <p:cNvSpPr>
            <a:spLocks noGrp="1"/>
          </p:cNvSpPr>
          <p:nvPr>
            <p:ph type="ftr" sz="quarter" idx="22"/>
          </p:nvPr>
        </p:nvSpPr>
        <p:spPr/>
        <p:txBody>
          <a:bodyPr/>
          <a:lstStyle/>
          <a:p>
            <a:endParaRPr lang="en-GB"/>
          </a:p>
        </p:txBody>
      </p:sp>
      <p:sp>
        <p:nvSpPr>
          <p:cNvPr id="8" name="Slide Number Placeholder 7">
            <a:extLst>
              <a:ext uri="{FF2B5EF4-FFF2-40B4-BE49-F238E27FC236}">
                <a16:creationId xmlns:a16="http://schemas.microsoft.com/office/drawing/2014/main" id="{1A690446-B95A-4BA4-8B97-68649C262B11}"/>
              </a:ext>
            </a:extLst>
          </p:cNvPr>
          <p:cNvSpPr>
            <a:spLocks noGrp="1"/>
          </p:cNvSpPr>
          <p:nvPr>
            <p:ph type="sldNum" sz="quarter" idx="23"/>
          </p:nvPr>
        </p:nvSpPr>
        <p:spPr/>
        <p:txBody>
          <a:bodyPr/>
          <a:lstStyle/>
          <a:p>
            <a:fld id="{9F9F533D-B52E-4A2F-BF72-0ADD2D94BD75}" type="slidenum">
              <a:rPr lang="en-GB" smtClean="0"/>
              <a:pPr/>
              <a:t>‹#›</a:t>
            </a:fld>
            <a:endParaRPr lang="en-GB"/>
          </a:p>
        </p:txBody>
      </p:sp>
      <p:sp>
        <p:nvSpPr>
          <p:cNvPr id="19" name="Text Placeholder 5"/>
          <p:cNvSpPr>
            <a:spLocks noGrp="1"/>
          </p:cNvSpPr>
          <p:nvPr>
            <p:ph type="body" sz="quarter" idx="19" hasCustomPrompt="1"/>
          </p:nvPr>
        </p:nvSpPr>
        <p:spPr>
          <a:xfrm>
            <a:off x="4270374" y="5791943"/>
            <a:ext cx="7554913" cy="299295"/>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Text Placeholder 2">
            <a:extLst>
              <a:ext uri="{FF2B5EF4-FFF2-40B4-BE49-F238E27FC236}">
                <a16:creationId xmlns:a16="http://schemas.microsoft.com/office/drawing/2014/main" id="{3B643D66-CBAC-8A3C-D941-445E2D7EFCEE}"/>
              </a:ext>
            </a:extLst>
          </p:cNvPr>
          <p:cNvSpPr>
            <a:spLocks noGrp="1"/>
          </p:cNvSpPr>
          <p:nvPr>
            <p:ph type="body" sz="quarter" idx="24" hasCustomPrompt="1"/>
          </p:nvPr>
        </p:nvSpPr>
        <p:spPr>
          <a:xfrm>
            <a:off x="4270374" y="1303338"/>
            <a:ext cx="7554913" cy="4478337"/>
          </a:xfrm>
        </p:spPr>
        <p:txBody>
          <a:bodyPr lIns="36000" tIns="36000" rIns="36000" bIns="36000">
            <a:noAutofit/>
          </a:bodyPr>
          <a:lstStyle>
            <a:lvl1pPr marL="0" indent="0">
              <a:buNone/>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enter TEXT content ONLY.</a:t>
            </a:r>
            <a:br>
              <a:rPr lang="en-US"/>
            </a:br>
            <a:r>
              <a:rPr lang="en-US"/>
              <a:t>If text content appears too large please reduce the size of the font. </a:t>
            </a:r>
          </a:p>
        </p:txBody>
      </p:sp>
      <p:sp>
        <p:nvSpPr>
          <p:cNvPr id="11" name="Title 1">
            <a:extLst>
              <a:ext uri="{FF2B5EF4-FFF2-40B4-BE49-F238E27FC236}">
                <a16:creationId xmlns:a16="http://schemas.microsoft.com/office/drawing/2014/main" id="{8C40724D-5874-C573-BE68-E74D3056C42C}"/>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6DDC75F0-FC33-50C5-4836-14CADF87FA85}"/>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6" name="Freeform: Shape 15">
            <a:extLst>
              <a:ext uri="{FF2B5EF4-FFF2-40B4-BE49-F238E27FC236}">
                <a16:creationId xmlns:a16="http://schemas.microsoft.com/office/drawing/2014/main" id="{7ED293B4-51DD-6A15-3268-DC88E0FC951D}"/>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DFAEA03D-D3A8-FC8F-37D0-7EAB8EC481ED}"/>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1757751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1A35D6C9-1CA0-9878-3F7C-4F790C689C5F}"/>
              </a:ext>
            </a:extLst>
          </p:cNvPr>
          <p:cNvSpPr>
            <a:spLocks noGrp="1"/>
          </p:cNvSpPr>
          <p:nvPr>
            <p:ph type="body" sz="quarter" idx="36" hasCustomPrompt="1"/>
          </p:nvPr>
        </p:nvSpPr>
        <p:spPr>
          <a:xfrm>
            <a:off x="6223000" y="1303338"/>
            <a:ext cx="5602288" cy="4488605"/>
          </a:xfrm>
          <a:prstGeom prst="roundRect">
            <a:avLst>
              <a:gd name="adj" fmla="val 4147"/>
            </a:avLst>
          </a:prstGeom>
          <a:solidFill>
            <a:schemeClr val="bg1">
              <a:lumMod val="95000"/>
            </a:schemeClr>
          </a:solidFill>
          <a:ln>
            <a:noFill/>
          </a:ln>
        </p:spPr>
        <p:txBody>
          <a:bodyPr wrap="square" tIns="1080000">
            <a:noAutofit/>
          </a:bodyPr>
          <a:lstStyle>
            <a:lvl1pPr marL="0" indent="0">
              <a:buNone/>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enter TEXT content ONLY.</a:t>
            </a:r>
            <a:br>
              <a:rPr lang="en-US"/>
            </a:br>
            <a:r>
              <a:rPr lang="en-US"/>
              <a:t>If text appears outside of grey placeholder please reduce the size of the font.</a:t>
            </a:r>
          </a:p>
        </p:txBody>
      </p:sp>
      <p:sp>
        <p:nvSpPr>
          <p:cNvPr id="22" name="Text Placeholder 21">
            <a:extLst>
              <a:ext uri="{FF2B5EF4-FFF2-40B4-BE49-F238E27FC236}">
                <a16:creationId xmlns:a16="http://schemas.microsoft.com/office/drawing/2014/main" id="{3637B329-27DE-51CE-F4B6-EB1199B2177F}"/>
              </a:ext>
            </a:extLst>
          </p:cNvPr>
          <p:cNvSpPr>
            <a:spLocks noGrp="1"/>
          </p:cNvSpPr>
          <p:nvPr>
            <p:ph type="body" sz="quarter" idx="35" hasCustomPrompt="1"/>
          </p:nvPr>
        </p:nvSpPr>
        <p:spPr>
          <a:xfrm>
            <a:off x="365125" y="1303338"/>
            <a:ext cx="5601600" cy="4488605"/>
          </a:xfrm>
          <a:prstGeom prst="roundRect">
            <a:avLst>
              <a:gd name="adj" fmla="val 3915"/>
            </a:avLst>
          </a:prstGeom>
          <a:solidFill>
            <a:schemeClr val="bg1">
              <a:lumMod val="95000"/>
            </a:schemeClr>
          </a:solidFill>
          <a:ln>
            <a:noFill/>
          </a:ln>
        </p:spPr>
        <p:txBody>
          <a:bodyPr wrap="square" tIns="1080000">
            <a:noAutofit/>
          </a:bodyPr>
          <a:lstStyle>
            <a:lvl1pPr marL="0" indent="0">
              <a:buNone/>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enter TEXT content ONLY.</a:t>
            </a:r>
            <a:br>
              <a:rPr lang="en-US"/>
            </a:br>
            <a:r>
              <a:rPr lang="en-US"/>
              <a:t>If text appears outside of grey placeholder please reduce the size of the font.</a:t>
            </a:r>
          </a:p>
        </p:txBody>
      </p:sp>
      <p:sp>
        <p:nvSpPr>
          <p:cNvPr id="23" name="Text Placeholder 5"/>
          <p:cNvSpPr>
            <a:spLocks noGrp="1"/>
          </p:cNvSpPr>
          <p:nvPr>
            <p:ph type="body" sz="quarter" idx="31" hasCustomPrompt="1"/>
          </p:nvPr>
        </p:nvSpPr>
        <p:spPr>
          <a:xfrm>
            <a:off x="365125" y="5791943"/>
            <a:ext cx="5607050" cy="299295"/>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24" name="Text Placeholder 5"/>
          <p:cNvSpPr>
            <a:spLocks noGrp="1"/>
          </p:cNvSpPr>
          <p:nvPr>
            <p:ph type="body" sz="quarter" idx="20" hasCustomPrompt="1"/>
          </p:nvPr>
        </p:nvSpPr>
        <p:spPr>
          <a:xfrm>
            <a:off x="6216325" y="5792438"/>
            <a:ext cx="5608963" cy="298800"/>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4" name="Date Placeholder 3">
            <a:extLst>
              <a:ext uri="{FF2B5EF4-FFF2-40B4-BE49-F238E27FC236}">
                <a16:creationId xmlns:a16="http://schemas.microsoft.com/office/drawing/2014/main" id="{888E3DBB-00A9-4F08-A07C-9ED9733E007D}"/>
              </a:ext>
            </a:extLst>
          </p:cNvPr>
          <p:cNvSpPr>
            <a:spLocks noGrp="1"/>
          </p:cNvSpPr>
          <p:nvPr>
            <p:ph type="dt" sz="half" idx="32"/>
          </p:nvPr>
        </p:nvSpPr>
        <p:spPr/>
        <p:txBody>
          <a:bodyPr/>
          <a:lstStyle/>
          <a:p>
            <a:fld id="{D2390426-9D2D-4F00-A428-511448A9836C}" type="datetime4">
              <a:rPr lang="en-GB" smtClean="0"/>
              <a:t>22 July 2025</a:t>
            </a:fld>
            <a:endParaRPr lang="en-GB"/>
          </a:p>
        </p:txBody>
      </p:sp>
      <p:sp>
        <p:nvSpPr>
          <p:cNvPr id="5" name="Footer Placeholder 4">
            <a:extLst>
              <a:ext uri="{FF2B5EF4-FFF2-40B4-BE49-F238E27FC236}">
                <a16:creationId xmlns:a16="http://schemas.microsoft.com/office/drawing/2014/main" id="{6EE37A7E-4BE8-4B01-BC5B-6FE33BA2DB0A}"/>
              </a:ext>
            </a:extLst>
          </p:cNvPr>
          <p:cNvSpPr>
            <a:spLocks noGrp="1"/>
          </p:cNvSpPr>
          <p:nvPr>
            <p:ph type="ftr" sz="quarter" idx="33"/>
          </p:nvPr>
        </p:nvSpPr>
        <p:spPr/>
        <p:txBody>
          <a:bodyPr/>
          <a:lstStyle/>
          <a:p>
            <a:endParaRPr lang="en-GB"/>
          </a:p>
        </p:txBody>
      </p:sp>
      <p:sp>
        <p:nvSpPr>
          <p:cNvPr id="9" name="Slide Number Placeholder 8">
            <a:extLst>
              <a:ext uri="{FF2B5EF4-FFF2-40B4-BE49-F238E27FC236}">
                <a16:creationId xmlns:a16="http://schemas.microsoft.com/office/drawing/2014/main" id="{2D87596A-DFCB-4141-B4D9-E82973630099}"/>
              </a:ext>
            </a:extLst>
          </p:cNvPr>
          <p:cNvSpPr>
            <a:spLocks noGrp="1"/>
          </p:cNvSpPr>
          <p:nvPr>
            <p:ph type="sldNum" sz="quarter" idx="34"/>
          </p:nvPr>
        </p:nvSpPr>
        <p:spPr/>
        <p:txBody>
          <a:bodyPr/>
          <a:lstStyle/>
          <a:p>
            <a:fld id="{9F9F533D-B52E-4A2F-BF72-0ADD2D94BD75}" type="slidenum">
              <a:rPr lang="en-GB" smtClean="0"/>
              <a:pPr/>
              <a:t>‹#›</a:t>
            </a:fld>
            <a:endParaRPr lang="en-GB"/>
          </a:p>
        </p:txBody>
      </p:sp>
      <p:sp>
        <p:nvSpPr>
          <p:cNvPr id="29" name="Text Placeholder 2">
            <a:extLst>
              <a:ext uri="{FF2B5EF4-FFF2-40B4-BE49-F238E27FC236}">
                <a16:creationId xmlns:a16="http://schemas.microsoft.com/office/drawing/2014/main" id="{ED8B1503-3382-4C3A-A672-A88D048E0DA0}"/>
              </a:ext>
            </a:extLst>
          </p:cNvPr>
          <p:cNvSpPr>
            <a:spLocks noGrp="1"/>
          </p:cNvSpPr>
          <p:nvPr>
            <p:ph type="body" idx="19" hasCustomPrompt="1"/>
          </p:nvPr>
        </p:nvSpPr>
        <p:spPr>
          <a:xfrm>
            <a:off x="419100" y="1454538"/>
            <a:ext cx="5493650" cy="781200"/>
          </a:xfrm>
          <a:prstGeom prst="rect">
            <a:avLst/>
          </a:prstGeom>
        </p:spPr>
        <p:txBody>
          <a:bodyPr wrap="square" lIns="36000" tIns="36000" rIns="36000" bIns="36000" anchor="t" anchorCtr="0">
            <a:noAutofit/>
          </a:bodyPr>
          <a:lstStyle>
            <a:lvl1pPr marL="0" indent="0">
              <a:spcBef>
                <a:spcPts val="0"/>
              </a:spcBef>
              <a:spcAft>
                <a:spcPts val="0"/>
              </a:spcAft>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enter</a:t>
            </a:r>
            <a:br>
              <a:rPr lang="en-GB"/>
            </a:br>
            <a:r>
              <a:rPr lang="en-GB"/>
              <a:t>subheading text</a:t>
            </a:r>
          </a:p>
        </p:txBody>
      </p:sp>
      <p:sp>
        <p:nvSpPr>
          <p:cNvPr id="30" name="Text Placeholder 2">
            <a:extLst>
              <a:ext uri="{FF2B5EF4-FFF2-40B4-BE49-F238E27FC236}">
                <a16:creationId xmlns:a16="http://schemas.microsoft.com/office/drawing/2014/main" id="{7CC1C57B-5831-4901-8605-655DBB075B25}"/>
              </a:ext>
            </a:extLst>
          </p:cNvPr>
          <p:cNvSpPr>
            <a:spLocks noGrp="1"/>
          </p:cNvSpPr>
          <p:nvPr>
            <p:ph type="body" idx="21" hasCustomPrompt="1"/>
          </p:nvPr>
        </p:nvSpPr>
        <p:spPr>
          <a:xfrm>
            <a:off x="6277344" y="1454538"/>
            <a:ext cx="5493600" cy="781200"/>
          </a:xfrm>
          <a:prstGeom prst="rect">
            <a:avLst/>
          </a:prstGeom>
        </p:spPr>
        <p:txBody>
          <a:bodyPr wrap="square" lIns="36000" tIns="36000" rIns="36000" bIns="36000" anchor="t" anchorCtr="0">
            <a:noAutofit/>
          </a:bodyPr>
          <a:lstStyle>
            <a:lvl1pPr marL="0" indent="0">
              <a:spcBef>
                <a:spcPts val="0"/>
              </a:spcBef>
              <a:spcAft>
                <a:spcPts val="0"/>
              </a:spcAft>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enter</a:t>
            </a:r>
            <a:br>
              <a:rPr lang="en-GB"/>
            </a:br>
            <a:r>
              <a:rPr lang="en-GB"/>
              <a:t>subheading text</a:t>
            </a:r>
          </a:p>
        </p:txBody>
      </p:sp>
      <p:sp>
        <p:nvSpPr>
          <p:cNvPr id="15" name="Title 1">
            <a:extLst>
              <a:ext uri="{FF2B5EF4-FFF2-40B4-BE49-F238E27FC236}">
                <a16:creationId xmlns:a16="http://schemas.microsoft.com/office/drawing/2014/main" id="{2B8AF01B-B7EE-69F0-3113-1E07C2D58722}"/>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6" name="Subtitle 2">
            <a:extLst>
              <a:ext uri="{FF2B5EF4-FFF2-40B4-BE49-F238E27FC236}">
                <a16:creationId xmlns:a16="http://schemas.microsoft.com/office/drawing/2014/main" id="{A10D87C1-85C7-40B7-3EF5-0997E04A30B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7" name="Freeform: Shape 16">
            <a:extLst>
              <a:ext uri="{FF2B5EF4-FFF2-40B4-BE49-F238E27FC236}">
                <a16:creationId xmlns:a16="http://schemas.microsoft.com/office/drawing/2014/main" id="{00DBE383-AB10-CC3B-D342-10443E02C937}"/>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6E7A351A-B15B-3DA1-263F-714BB7432559}"/>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22963629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Video, Title and Subtitle (16x9)">
    <p:spTree>
      <p:nvGrpSpPr>
        <p:cNvPr id="1" name=""/>
        <p:cNvGrpSpPr/>
        <p:nvPr/>
      </p:nvGrpSpPr>
      <p:grpSpPr>
        <a:xfrm>
          <a:off x="0" y="0"/>
          <a:ext cx="0" cy="0"/>
          <a:chOff x="0" y="0"/>
          <a:chExt cx="0" cy="0"/>
        </a:xfrm>
      </p:grpSpPr>
      <p:sp>
        <p:nvSpPr>
          <p:cNvPr id="6" name="Media Placeholder 5"/>
          <p:cNvSpPr>
            <a:spLocks noGrp="1" noChangeAspect="1"/>
          </p:cNvSpPr>
          <p:nvPr>
            <p:ph type="media" sz="quarter" idx="12" hasCustomPrompt="1"/>
          </p:nvPr>
        </p:nvSpPr>
        <p:spPr>
          <a:xfrm>
            <a:off x="2106790" y="1303338"/>
            <a:ext cx="7978421" cy="4487862"/>
          </a:xfrm>
          <a:prstGeom prst="roundRect">
            <a:avLst>
              <a:gd name="adj" fmla="val 3977"/>
            </a:avLst>
          </a:prstGeom>
          <a:solidFill>
            <a:schemeClr val="bg1">
              <a:lumMod val="95000"/>
            </a:schemeClr>
          </a:solidFill>
          <a:ln>
            <a:noFill/>
          </a:ln>
        </p:spPr>
        <p:txBody>
          <a:bodyPr lIns="108000" tIns="1008000">
            <a:noAutofit/>
          </a:bodyPr>
          <a:lstStyle>
            <a:lvl1pPr marL="0" indent="0" algn="ctr">
              <a:buNone/>
              <a:defRPr sz="2200" baseline="0">
                <a:solidFill>
                  <a:schemeClr val="tx1"/>
                </a:solidFill>
              </a:defRPr>
            </a:lvl1pPr>
          </a:lstStyle>
          <a:p>
            <a:r>
              <a:rPr lang="en-GB"/>
              <a:t>[Click on the film icon to insert video]</a:t>
            </a:r>
          </a:p>
        </p:txBody>
      </p:sp>
      <p:sp>
        <p:nvSpPr>
          <p:cNvPr id="3" name="Date Placeholder 2">
            <a:extLst>
              <a:ext uri="{FF2B5EF4-FFF2-40B4-BE49-F238E27FC236}">
                <a16:creationId xmlns:a16="http://schemas.microsoft.com/office/drawing/2014/main" id="{EFF92204-289D-4897-A24D-92B4E89E417A}"/>
              </a:ext>
            </a:extLst>
          </p:cNvPr>
          <p:cNvSpPr>
            <a:spLocks noGrp="1"/>
          </p:cNvSpPr>
          <p:nvPr>
            <p:ph type="dt" sz="half" idx="15"/>
          </p:nvPr>
        </p:nvSpPr>
        <p:spPr/>
        <p:txBody>
          <a:bodyPr/>
          <a:lstStyle/>
          <a:p>
            <a:fld id="{8E42D3BA-5EF1-4DB6-ACB2-E19A79A4A64E}" type="datetime4">
              <a:rPr lang="en-GB" smtClean="0"/>
              <a:t>22 July 2025</a:t>
            </a:fld>
            <a:endParaRPr lang="en-GB"/>
          </a:p>
        </p:txBody>
      </p:sp>
      <p:sp>
        <p:nvSpPr>
          <p:cNvPr id="4" name="Footer Placeholder 3">
            <a:extLst>
              <a:ext uri="{FF2B5EF4-FFF2-40B4-BE49-F238E27FC236}">
                <a16:creationId xmlns:a16="http://schemas.microsoft.com/office/drawing/2014/main" id="{9D8A5764-43D8-49B1-8CCF-1E44D258B4F9}"/>
              </a:ext>
            </a:extLst>
          </p:cNvPr>
          <p:cNvSpPr>
            <a:spLocks noGrp="1"/>
          </p:cNvSpPr>
          <p:nvPr>
            <p:ph type="ftr" sz="quarter" idx="16"/>
          </p:nvPr>
        </p:nvSpPr>
        <p:spPr/>
        <p:txBody>
          <a:bodyPr/>
          <a:lstStyle/>
          <a:p>
            <a:endParaRPr lang="en-GB"/>
          </a:p>
        </p:txBody>
      </p:sp>
      <p:sp>
        <p:nvSpPr>
          <p:cNvPr id="9" name="Slide Number Placeholder 8">
            <a:extLst>
              <a:ext uri="{FF2B5EF4-FFF2-40B4-BE49-F238E27FC236}">
                <a16:creationId xmlns:a16="http://schemas.microsoft.com/office/drawing/2014/main" id="{2BA25ACE-65A6-48E3-AD24-12A240BC4B44}"/>
              </a:ext>
            </a:extLst>
          </p:cNvPr>
          <p:cNvSpPr>
            <a:spLocks noGrp="1"/>
          </p:cNvSpPr>
          <p:nvPr>
            <p:ph type="sldNum" sz="quarter" idx="17"/>
          </p:nvPr>
        </p:nvSpPr>
        <p:spPr/>
        <p:txBody>
          <a:bodyPr/>
          <a:lstStyle/>
          <a:p>
            <a:fld id="{9F9F533D-B52E-4A2F-BF72-0ADD2D94BD75}" type="slidenum">
              <a:rPr lang="en-GB" smtClean="0"/>
              <a:pPr/>
              <a:t>‹#›</a:t>
            </a:fld>
            <a:endParaRPr lang="en-GB"/>
          </a:p>
        </p:txBody>
      </p:sp>
      <p:sp>
        <p:nvSpPr>
          <p:cNvPr id="11" name="Title 1">
            <a:extLst>
              <a:ext uri="{FF2B5EF4-FFF2-40B4-BE49-F238E27FC236}">
                <a16:creationId xmlns:a16="http://schemas.microsoft.com/office/drawing/2014/main" id="{BF9DC526-9754-7DE6-EAC5-B9EB6B6E3CF3}"/>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F9C0347F-097D-6010-8D87-88D141F8B2F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3" name="Text Placeholder 5">
            <a:extLst>
              <a:ext uri="{FF2B5EF4-FFF2-40B4-BE49-F238E27FC236}">
                <a16:creationId xmlns:a16="http://schemas.microsoft.com/office/drawing/2014/main" id="{A123D2E9-B2C7-255F-E578-0BCEF8C8BFCD}"/>
              </a:ext>
            </a:extLst>
          </p:cNvPr>
          <p:cNvSpPr>
            <a:spLocks noGrp="1"/>
          </p:cNvSpPr>
          <p:nvPr>
            <p:ph type="body" sz="quarter" idx="18" hasCustomPrompt="1"/>
          </p:nvPr>
        </p:nvSpPr>
        <p:spPr>
          <a:xfrm>
            <a:off x="365125" y="5792438"/>
            <a:ext cx="11460163" cy="298800"/>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15" name="Freeform: Shape 14">
            <a:extLst>
              <a:ext uri="{FF2B5EF4-FFF2-40B4-BE49-F238E27FC236}">
                <a16:creationId xmlns:a16="http://schemas.microsoft.com/office/drawing/2014/main" id="{73180677-148E-F381-0168-9327D51EF5CE}"/>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1E10F851-9956-BDE2-1DA3-0125BE310B9D}"/>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37676267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Video Widescreen (16x9)">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85344A2-1C9C-FB10-07A8-CED6CF027454}"/>
              </a:ext>
            </a:extLst>
          </p:cNvPr>
          <p:cNvSpPr>
            <a:spLocks noGrp="1"/>
          </p:cNvSpPr>
          <p:nvPr>
            <p:ph type="sldNum" sz="quarter" idx="15"/>
          </p:nvPr>
        </p:nvSpPr>
        <p:spPr/>
        <p:txBody>
          <a:bodyPr/>
          <a:lstStyle/>
          <a:p>
            <a:fld id="{9F9F533D-B52E-4A2F-BF72-0ADD2D94BD75}" type="slidenum">
              <a:rPr lang="en-GB" smtClean="0"/>
              <a:pPr/>
              <a:t>‹#›</a:t>
            </a:fld>
            <a:endParaRPr lang="en-GB"/>
          </a:p>
        </p:txBody>
      </p:sp>
      <p:sp>
        <p:nvSpPr>
          <p:cNvPr id="5" name="Media Placeholder 5"/>
          <p:cNvSpPr>
            <a:spLocks noGrp="1" noChangeAspect="1"/>
          </p:cNvSpPr>
          <p:nvPr>
            <p:ph type="media" sz="quarter" idx="12" hasCustomPrompt="1"/>
          </p:nvPr>
        </p:nvSpPr>
        <p:spPr>
          <a:xfrm>
            <a:off x="242888" y="242888"/>
            <a:ext cx="11352439" cy="6384013"/>
          </a:xfrm>
          <a:prstGeom prst="roundRect">
            <a:avLst>
              <a:gd name="adj" fmla="val 2914"/>
            </a:avLst>
          </a:prstGeom>
          <a:solidFill>
            <a:schemeClr val="bg1">
              <a:lumMod val="95000"/>
            </a:schemeClr>
          </a:solidFill>
          <a:ln>
            <a:noFill/>
          </a:ln>
        </p:spPr>
        <p:txBody>
          <a:bodyPr lIns="108000" tIns="108000" bIns="1224000" anchor="ctr">
            <a:noAutofit/>
          </a:bodyPr>
          <a:lstStyle>
            <a:lvl1pPr marL="0" indent="0" algn="ctr">
              <a:buNone/>
              <a:defRPr sz="2200" i="0" baseline="0">
                <a:solidFill>
                  <a:schemeClr val="tx1"/>
                </a:solidFill>
              </a:defRPr>
            </a:lvl1pPr>
          </a:lstStyle>
          <a:p>
            <a:r>
              <a:rPr lang="en-GB"/>
              <a:t>[Click on the film icon to insert video]</a:t>
            </a:r>
          </a:p>
        </p:txBody>
      </p:sp>
    </p:spTree>
    <p:extLst>
      <p:ext uri="{BB962C8B-B14F-4D97-AF65-F5344CB8AC3E}">
        <p14:creationId xmlns:p14="http://schemas.microsoft.com/office/powerpoint/2010/main" val="9107680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Image and Text 1">
    <p:spTree>
      <p:nvGrpSpPr>
        <p:cNvPr id="1" name=""/>
        <p:cNvGrpSpPr/>
        <p:nvPr/>
      </p:nvGrpSpPr>
      <p:grpSpPr>
        <a:xfrm>
          <a:off x="0" y="0"/>
          <a:ext cx="0" cy="0"/>
          <a:chOff x="0" y="0"/>
          <a:chExt cx="0" cy="0"/>
        </a:xfrm>
      </p:grpSpPr>
      <p:sp>
        <p:nvSpPr>
          <p:cNvPr id="13" name="Picture Placeholder 8"/>
          <p:cNvSpPr>
            <a:spLocks noGrp="1"/>
          </p:cNvSpPr>
          <p:nvPr>
            <p:ph type="pic" sz="quarter" idx="14" hasCustomPrompt="1"/>
          </p:nvPr>
        </p:nvSpPr>
        <p:spPr>
          <a:xfrm>
            <a:off x="8172451" y="1303338"/>
            <a:ext cx="3652838" cy="4787862"/>
          </a:xfrm>
          <a:prstGeom prst="roundRect">
            <a:avLst>
              <a:gd name="adj" fmla="val 5043"/>
            </a:avLst>
          </a:prstGeom>
          <a:solidFill>
            <a:schemeClr val="bg1">
              <a:lumMod val="95000"/>
            </a:schemeClr>
          </a:solidFill>
          <a:ln>
            <a:noFill/>
          </a:ln>
        </p:spPr>
        <p:txBody>
          <a:bodyPr lIns="180000" tIns="576000" bIns="72000" anchor="ctr">
            <a:noAutofit/>
          </a:bodyPr>
          <a:lstStyle>
            <a:lvl1pPr marL="0" indent="0" algn="ctr">
              <a:buNone/>
              <a:defRPr sz="2000" i="0" baseline="0">
                <a:solidFill>
                  <a:schemeClr val="tx1"/>
                </a:solidFill>
              </a:defRPr>
            </a:lvl1pPr>
          </a:lstStyle>
          <a:p>
            <a:r>
              <a:rPr lang="en-GB"/>
              <a:t>[Click here to insert image]</a:t>
            </a:r>
            <a:br>
              <a:rPr lang="en-GB"/>
            </a:br>
            <a:br>
              <a:rPr lang="en-GB"/>
            </a:br>
            <a:br>
              <a:rPr lang="en-GB"/>
            </a:br>
            <a:br>
              <a:rPr lang="en-GB"/>
            </a:br>
            <a:br>
              <a:rPr lang="en-GB"/>
            </a:br>
            <a:r>
              <a:rPr lang="en-GB"/>
              <a:t>[The image can then be scaled within the frame by using the ‘Crop’ feature in the ‘Picture Format’ tab of the ribbon.</a:t>
            </a:r>
            <a:r>
              <a:rPr lang="en-US"/>
              <a:t> Right click on image to add/edit alt text</a:t>
            </a:r>
            <a:r>
              <a:rPr lang="en-GB"/>
              <a:t>]</a:t>
            </a:r>
          </a:p>
        </p:txBody>
      </p:sp>
      <p:sp>
        <p:nvSpPr>
          <p:cNvPr id="9" name="Text Placeholder 6"/>
          <p:cNvSpPr>
            <a:spLocks noGrp="1"/>
          </p:cNvSpPr>
          <p:nvPr>
            <p:ph type="body" sz="quarter" idx="13" hasCustomPrompt="1"/>
          </p:nvPr>
        </p:nvSpPr>
        <p:spPr>
          <a:xfrm>
            <a:off x="365125" y="1304101"/>
            <a:ext cx="7554913" cy="4490737"/>
          </a:xfrm>
          <a:prstGeom prst="rect">
            <a:avLst/>
          </a:prstGeom>
        </p:spPr>
        <p:txBody>
          <a:bodyPr lIns="36000" tIns="36000" rIns="36000" bIns="36000">
            <a:noAutofit/>
          </a:bodyPr>
          <a:lstStyle>
            <a:lvl1pPr marL="0" indent="0">
              <a:buClr>
                <a:schemeClr val="tx2"/>
              </a:buClr>
              <a:buFont typeface="Arial" panose="020B0604020202020204" pitchFamily="34" charset="0"/>
              <a:buNone/>
              <a:defRPr/>
            </a:lvl1pPr>
            <a:lvl2pPr marL="357542" indent="0">
              <a:buClr>
                <a:schemeClr val="tx1"/>
              </a:buClr>
              <a:buFont typeface="Arial" panose="020B0604020202020204" pitchFamily="34" charset="0"/>
              <a:buNone/>
              <a:defRPr/>
            </a:lvl2pPr>
            <a:lvl3pPr marL="719982" indent="0">
              <a:buClr>
                <a:schemeClr val="tx1"/>
              </a:buClr>
              <a:buFont typeface="Arial" panose="020B0604020202020204" pitchFamily="34" charset="0"/>
              <a:buNone/>
              <a:defRPr/>
            </a:lvl3pPr>
            <a:lvl4pPr marL="1081424" indent="0">
              <a:buClr>
                <a:schemeClr val="tx1"/>
              </a:buClr>
              <a:buFont typeface="Arial" panose="020B0604020202020204" pitchFamily="34" charset="0"/>
              <a:buNone/>
              <a:defRPr/>
            </a:lvl4pPr>
            <a:lvl5pPr marL="1439964" indent="0">
              <a:buClr>
                <a:schemeClr val="tx1"/>
              </a:buClr>
              <a:buFont typeface="Arial" panose="020B0604020202020204" pitchFamily="34" charset="0"/>
              <a:buNone/>
              <a:defRPr/>
            </a:lvl5pPr>
          </a:lstStyle>
          <a:p>
            <a:pPr lvl="0"/>
            <a:r>
              <a:rPr lang="en-GB"/>
              <a:t>Click to enter text content.</a:t>
            </a:r>
            <a:br>
              <a:rPr lang="en-GB"/>
            </a:br>
            <a:r>
              <a:rPr lang="en-US"/>
              <a:t>If text content appears too large please reduce the size of the font.</a:t>
            </a:r>
            <a:endParaRPr lang="en-GB"/>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fld id="{E018087B-459D-4729-B449-CCF6702E8E13}" type="datetime4">
              <a:rPr lang="en-GB" smtClean="0"/>
              <a:t>22 July 2025</a:t>
            </a:fld>
            <a:endParaRPr lang="en-GB"/>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endParaRPr lang="en-GB"/>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5" y="5792400"/>
            <a:ext cx="7555231" cy="298800"/>
          </a:xfrm>
        </p:spPr>
        <p:txBody>
          <a:bodyPr lIns="0" tIns="0" rIns="0" bIns="0" anchor="b">
            <a:noAutofit/>
          </a:bodyPr>
          <a:lstStyle>
            <a:lvl1pPr marL="0" indent="0">
              <a:spcBef>
                <a:spcPts val="0"/>
              </a:spcBef>
              <a:spcAft>
                <a:spcPts val="0"/>
              </a:spcAft>
              <a:buNone/>
              <a:defRPr sz="8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a:t>Insert Source text</a:t>
            </a:r>
          </a:p>
        </p:txBody>
      </p:sp>
      <p:sp>
        <p:nvSpPr>
          <p:cNvPr id="10" name="Title 1">
            <a:extLst>
              <a:ext uri="{FF2B5EF4-FFF2-40B4-BE49-F238E27FC236}">
                <a16:creationId xmlns:a16="http://schemas.microsoft.com/office/drawing/2014/main" id="{175B623F-E1ED-BC6F-EAB9-2F7C7BB5A0A7}"/>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4" name="Subtitle 2">
            <a:extLst>
              <a:ext uri="{FF2B5EF4-FFF2-40B4-BE49-F238E27FC236}">
                <a16:creationId xmlns:a16="http://schemas.microsoft.com/office/drawing/2014/main" id="{05B934E4-D94D-494D-8E16-6927D2105C4A}"/>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6" name="Freeform: Shape 15">
            <a:extLst>
              <a:ext uri="{FF2B5EF4-FFF2-40B4-BE49-F238E27FC236}">
                <a16:creationId xmlns:a16="http://schemas.microsoft.com/office/drawing/2014/main" id="{34C03FD5-9F96-2D56-07D6-C43A8485D860}"/>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C35E16B8-17D3-543D-006C-0A00D7BCD6B2}"/>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38943511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Image and Text 2">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10E2EBD-4DBA-A411-89A3-C363C68F935D}"/>
              </a:ext>
            </a:extLst>
          </p:cNvPr>
          <p:cNvGraphicFramePr>
            <a:graphicFrameLocks noChangeAspect="1"/>
          </p:cNvGraphicFramePr>
          <p:nvPr>
            <p:custDataLst>
              <p:tags r:id="rId1"/>
            </p:custDataLst>
            <p:extLst>
              <p:ext uri="{D42A27DB-BD31-4B8C-83A1-F6EECF244321}">
                <p14:modId xmlns:p14="http://schemas.microsoft.com/office/powerpoint/2010/main" val="1796079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6" name="Object 5" hidden="1">
                        <a:extLst>
                          <a:ext uri="{FF2B5EF4-FFF2-40B4-BE49-F238E27FC236}">
                            <a16:creationId xmlns:a16="http://schemas.microsoft.com/office/drawing/2014/main" id="{710E2EBD-4DBA-A411-89A3-C363C68F935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ext Placeholder 6"/>
          <p:cNvSpPr>
            <a:spLocks noGrp="1"/>
          </p:cNvSpPr>
          <p:nvPr>
            <p:ph type="body" sz="quarter" idx="13" hasCustomPrompt="1"/>
          </p:nvPr>
        </p:nvSpPr>
        <p:spPr>
          <a:xfrm>
            <a:off x="365125" y="1303338"/>
            <a:ext cx="3652838" cy="4489062"/>
          </a:xfrm>
          <a:prstGeom prst="rect">
            <a:avLst/>
          </a:prstGeom>
        </p:spPr>
        <p:txBody>
          <a:bodyPr lIns="36000" tIns="36000" rIns="36000" bIns="36000">
            <a:noAutofit/>
          </a:bodyPr>
          <a:lstStyle>
            <a:lvl1pPr marL="0" indent="0">
              <a:buNone/>
              <a:defRPr sz="2200"/>
            </a:lvl1pPr>
          </a:lstStyle>
          <a:p>
            <a:pPr lvl="0"/>
            <a:r>
              <a:rPr lang="en-GB"/>
              <a:t>Click to enter text content.</a:t>
            </a:r>
            <a:br>
              <a:rPr lang="en-GB"/>
            </a:br>
            <a:r>
              <a:rPr lang="en-US"/>
              <a:t>If text content appears too large please reduce the size of the font.</a:t>
            </a:r>
            <a:endParaRPr lang="en-GB"/>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fld id="{E9163369-E20E-4F1F-9100-6DD4DDB346C3}" type="datetime4">
              <a:rPr lang="en-GB" smtClean="0"/>
              <a:t>22 July 2025</a:t>
            </a:fld>
            <a:endParaRPr lang="en-GB"/>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endParaRPr lang="en-GB"/>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18" name="Picture Placeholder 17">
            <a:extLst>
              <a:ext uri="{FF2B5EF4-FFF2-40B4-BE49-F238E27FC236}">
                <a16:creationId xmlns:a16="http://schemas.microsoft.com/office/drawing/2014/main" id="{E219C323-6E00-D14B-433A-AFFED48030D6}"/>
              </a:ext>
            </a:extLst>
          </p:cNvPr>
          <p:cNvSpPr>
            <a:spLocks noGrp="1"/>
          </p:cNvSpPr>
          <p:nvPr>
            <p:ph type="pic" sz="quarter" idx="14" hasCustomPrompt="1"/>
          </p:nvPr>
        </p:nvSpPr>
        <p:spPr>
          <a:xfrm>
            <a:off x="4270375" y="1303337"/>
            <a:ext cx="7554913" cy="4788000"/>
          </a:xfrm>
          <a:custGeom>
            <a:avLst/>
            <a:gdLst>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26638 w 7554913"/>
              <a:gd name="connsiteY8" fmla="*/ 1402309 h 4788000"/>
              <a:gd name="connsiteX9" fmla="*/ 807326 w 7554913"/>
              <a:gd name="connsiteY9" fmla="*/ 937371 h 4788000"/>
              <a:gd name="connsiteX10" fmla="*/ 850924 w 7554913"/>
              <a:gd name="connsiteY10" fmla="*/ 893772 h 4788000"/>
              <a:gd name="connsiteX11" fmla="*/ 850924 w 7554913"/>
              <a:gd name="connsiteY11" fmla="*/ 639447 h 4788000"/>
              <a:gd name="connsiteX12" fmla="*/ 1360669 w 7554913"/>
              <a:gd name="connsiteY12" fmla="*/ 12872 h 4788000"/>
              <a:gd name="connsiteX13" fmla="*/ 1482160 w 7554913"/>
              <a:gd name="connsiteY13" fmla="*/ 815 h 4788000"/>
              <a:gd name="connsiteX14" fmla="*/ 1697038 w 7554913"/>
              <a:gd name="connsiteY14" fmla="*/ 815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5527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5527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5527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54913" h="4788000">
                <a:moveTo>
                  <a:pt x="1697038" y="0"/>
                </a:moveTo>
                <a:lnTo>
                  <a:pt x="7378379" y="0"/>
                </a:lnTo>
                <a:cubicBezTo>
                  <a:pt x="7475876" y="0"/>
                  <a:pt x="7554913" y="79037"/>
                  <a:pt x="7554913" y="176534"/>
                </a:cubicBezTo>
                <a:lnTo>
                  <a:pt x="7554913" y="4611466"/>
                </a:lnTo>
                <a:cubicBezTo>
                  <a:pt x="7554913" y="4708963"/>
                  <a:pt x="7475876" y="4788000"/>
                  <a:pt x="7378379" y="4788000"/>
                </a:cubicBezTo>
                <a:lnTo>
                  <a:pt x="176534" y="4788000"/>
                </a:lnTo>
                <a:cubicBezTo>
                  <a:pt x="79037" y="4788000"/>
                  <a:pt x="0" y="4708963"/>
                  <a:pt x="0" y="4611466"/>
                </a:cubicBezTo>
                <a:lnTo>
                  <a:pt x="0" y="1552711"/>
                </a:lnTo>
                <a:cubicBezTo>
                  <a:pt x="8759" y="1063964"/>
                  <a:pt x="590287" y="923198"/>
                  <a:pt x="807326" y="937371"/>
                </a:cubicBezTo>
                <a:cubicBezTo>
                  <a:pt x="836392" y="937371"/>
                  <a:pt x="850924" y="915573"/>
                  <a:pt x="850924" y="893772"/>
                </a:cubicBezTo>
                <a:lnTo>
                  <a:pt x="850924" y="639447"/>
                </a:lnTo>
                <a:cubicBezTo>
                  <a:pt x="850924" y="327898"/>
                  <a:pt x="1067897" y="71983"/>
                  <a:pt x="1360669" y="12872"/>
                </a:cubicBezTo>
                <a:lnTo>
                  <a:pt x="1482160" y="815"/>
                </a:lnTo>
                <a:lnTo>
                  <a:pt x="1697038" y="815"/>
                </a:lnTo>
                <a:lnTo>
                  <a:pt x="1697038" y="0"/>
                </a:lnTo>
                <a:close/>
              </a:path>
            </a:pathLst>
          </a:custGeom>
          <a:solidFill>
            <a:schemeClr val="bg1">
              <a:lumMod val="95000"/>
            </a:schemeClr>
          </a:solidFill>
          <a:ln>
            <a:noFill/>
          </a:ln>
        </p:spPr>
        <p:txBody>
          <a:bodyPr wrap="square" lIns="72000" tIns="216000" rIns="72000" bIns="72000" anchor="ctr">
            <a:noAutofit/>
          </a:bodyPr>
          <a:lstStyle>
            <a:lvl1pPr marL="0" indent="0" algn="ctr">
              <a:buNone/>
              <a:defRPr sz="2200" i="0" baseline="0">
                <a:solidFill>
                  <a:schemeClr val="tx1"/>
                </a:solidFill>
              </a:defRPr>
            </a:lvl1pPr>
          </a:lstStyle>
          <a:p>
            <a:r>
              <a:rPr lang="en-GB"/>
              <a:t>[Click here to insert image]</a:t>
            </a: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r>
              <a:rPr lang="en-GB"/>
              <a:t>]</a:t>
            </a:r>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0" rIns="0" bIns="0" anchor="b">
            <a:noAutofit/>
          </a:bodyPr>
          <a:lstStyle>
            <a:lvl1pPr marL="0" indent="0">
              <a:spcBef>
                <a:spcPts val="0"/>
              </a:spcBef>
              <a:spcAft>
                <a:spcPts val="0"/>
              </a:spcAft>
              <a:buNone/>
              <a:defRPr sz="800"/>
            </a:lvl1pPr>
            <a:lvl2pPr marL="357542" indent="0">
              <a:buNone/>
              <a:defRPr/>
            </a:lvl2pPr>
            <a:lvl3pPr marL="719982" indent="0">
              <a:buNone/>
              <a:defRPr/>
            </a:lvl3pPr>
            <a:lvl4pPr marL="1081424" indent="0">
              <a:buNone/>
              <a:defRPr/>
            </a:lvl4pPr>
            <a:lvl5pPr marL="1439964" indent="0">
              <a:buNone/>
              <a:defRPr/>
            </a:lvl5pPr>
          </a:lstStyle>
          <a:p>
            <a:pPr lvl="0"/>
            <a:r>
              <a:rPr lang="en-US"/>
              <a:t>Insert Source text</a:t>
            </a:r>
          </a:p>
        </p:txBody>
      </p:sp>
      <p:sp>
        <p:nvSpPr>
          <p:cNvPr id="10" name="Title 1">
            <a:extLst>
              <a:ext uri="{FF2B5EF4-FFF2-40B4-BE49-F238E27FC236}">
                <a16:creationId xmlns:a16="http://schemas.microsoft.com/office/drawing/2014/main" id="{A2B84926-EEA3-D13A-C1FB-3FEC18A73AF9}"/>
              </a:ext>
            </a:extLst>
          </p:cNvPr>
          <p:cNvSpPr>
            <a:spLocks noGrp="1"/>
          </p:cNvSpPr>
          <p:nvPr>
            <p:ph type="title"/>
          </p:nvPr>
        </p:nvSpPr>
        <p:spPr>
          <a:xfrm>
            <a:off x="365125" y="242888"/>
            <a:ext cx="11460163" cy="430887"/>
          </a:xfrm>
        </p:spPr>
        <p:txBody>
          <a:bodyPr vert="horz"/>
          <a:lstStyle/>
          <a:p>
            <a:r>
              <a:rPr lang="en-US"/>
              <a:t>Click to edit Master title style</a:t>
            </a:r>
          </a:p>
        </p:txBody>
      </p:sp>
      <p:sp>
        <p:nvSpPr>
          <p:cNvPr id="11" name="Subtitle 2">
            <a:extLst>
              <a:ext uri="{FF2B5EF4-FFF2-40B4-BE49-F238E27FC236}">
                <a16:creationId xmlns:a16="http://schemas.microsoft.com/office/drawing/2014/main" id="{E1464933-1F00-DED1-00C8-C81A38AE38F7}"/>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4" name="Freeform: Shape 13">
            <a:extLst>
              <a:ext uri="{FF2B5EF4-FFF2-40B4-BE49-F238E27FC236}">
                <a16:creationId xmlns:a16="http://schemas.microsoft.com/office/drawing/2014/main" id="{62DCCF40-1773-437E-7AB4-DDD201CB4D42}"/>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graphicFrame>
        <p:nvGraphicFramePr>
          <p:cNvPr id="2" name="Object 1" hidden="1">
            <a:extLst>
              <a:ext uri="{FF2B5EF4-FFF2-40B4-BE49-F238E27FC236}">
                <a16:creationId xmlns:a16="http://schemas.microsoft.com/office/drawing/2014/main" id="{5754CC1B-BB75-5C08-0EF4-46094143150B}"/>
              </a:ext>
            </a:extLst>
          </p:cNvPr>
          <p:cNvGraphicFramePr>
            <a:graphicFrameLocks noChangeAspect="1"/>
          </p:cNvGraphicFramePr>
          <p:nvPr userDrawn="1">
            <p:custDataLst>
              <p:tags r:id="rId2"/>
            </p:custDataLst>
            <p:extLst>
              <p:ext uri="{D42A27DB-BD31-4B8C-83A1-F6EECF244321}">
                <p14:modId xmlns:p14="http://schemas.microsoft.com/office/powerpoint/2010/main" val="1796079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2" name="Object 1" hidden="1">
                        <a:extLst>
                          <a:ext uri="{FF2B5EF4-FFF2-40B4-BE49-F238E27FC236}">
                            <a16:creationId xmlns:a16="http://schemas.microsoft.com/office/drawing/2014/main" id="{5754CC1B-BB75-5C08-0EF4-46094143150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Freeform: Shape 3">
            <a:extLst>
              <a:ext uri="{FF2B5EF4-FFF2-40B4-BE49-F238E27FC236}">
                <a16:creationId xmlns:a16="http://schemas.microsoft.com/office/drawing/2014/main" id="{09A05D5A-9CCC-5188-4E3A-BF14F2F84135}"/>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1661197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Image and Text 3">
    <p:spTree>
      <p:nvGrpSpPr>
        <p:cNvPr id="1" name=""/>
        <p:cNvGrpSpPr/>
        <p:nvPr/>
      </p:nvGrpSpPr>
      <p:grpSpPr>
        <a:xfrm>
          <a:off x="0" y="0"/>
          <a:ext cx="0" cy="0"/>
          <a:chOff x="0" y="0"/>
          <a:chExt cx="0" cy="0"/>
        </a:xfrm>
      </p:grpSpPr>
      <p:sp>
        <p:nvSpPr>
          <p:cNvPr id="16" name="Text Placeholder 6"/>
          <p:cNvSpPr>
            <a:spLocks noGrp="1"/>
          </p:cNvSpPr>
          <p:nvPr>
            <p:ph type="body" sz="quarter" idx="13" hasCustomPrompt="1"/>
          </p:nvPr>
        </p:nvSpPr>
        <p:spPr>
          <a:xfrm>
            <a:off x="365125" y="1303338"/>
            <a:ext cx="3652838" cy="4489062"/>
          </a:xfrm>
          <a:prstGeom prst="rect">
            <a:avLst/>
          </a:prstGeom>
        </p:spPr>
        <p:txBody>
          <a:bodyPr lIns="36000" tIns="36000" rIns="36000" bIns="36000">
            <a:noAutofit/>
          </a:bodyPr>
          <a:lstStyle>
            <a:lvl1pPr marL="0" indent="0">
              <a:buNone/>
              <a:defRPr sz="2200"/>
            </a:lvl1pPr>
          </a:lstStyle>
          <a:p>
            <a:pPr lvl="0"/>
            <a:r>
              <a:rPr lang="en-GB"/>
              <a:t>Click to enter text content.</a:t>
            </a:r>
            <a:br>
              <a:rPr lang="en-GB"/>
            </a:br>
            <a:r>
              <a:rPr lang="en-US"/>
              <a:t>If text content appears too large please reduce the size of the font.</a:t>
            </a:r>
            <a:endParaRPr lang="en-GB"/>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fld id="{B729584D-3365-47B8-9AC0-24723AB0A2D0}" type="datetime4">
              <a:rPr lang="en-GB" smtClean="0"/>
              <a:t>22 July 2025</a:t>
            </a:fld>
            <a:endParaRPr lang="en-GB"/>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endParaRPr lang="en-GB"/>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17" name="Picture Placeholder 16">
            <a:extLst>
              <a:ext uri="{FF2B5EF4-FFF2-40B4-BE49-F238E27FC236}">
                <a16:creationId xmlns:a16="http://schemas.microsoft.com/office/drawing/2014/main" id="{78DB8D52-5A42-AF02-A231-C38CC50C6F79}"/>
              </a:ext>
            </a:extLst>
          </p:cNvPr>
          <p:cNvSpPr>
            <a:spLocks noGrp="1"/>
          </p:cNvSpPr>
          <p:nvPr>
            <p:ph type="pic" sz="quarter" idx="14" hasCustomPrompt="1"/>
          </p:nvPr>
        </p:nvSpPr>
        <p:spPr>
          <a:xfrm>
            <a:off x="4270375" y="1303337"/>
            <a:ext cx="7554913" cy="4787900"/>
          </a:xfrm>
          <a:custGeom>
            <a:avLst/>
            <a:gdLst>
              <a:gd name="connsiteX0" fmla="*/ 176482 w 7554913"/>
              <a:gd name="connsiteY0" fmla="*/ 0 h 4787900"/>
              <a:gd name="connsiteX1" fmla="*/ 7378431 w 7554913"/>
              <a:gd name="connsiteY1" fmla="*/ 0 h 4787900"/>
              <a:gd name="connsiteX2" fmla="*/ 7554913 w 7554913"/>
              <a:gd name="connsiteY2" fmla="*/ 176482 h 4787900"/>
              <a:gd name="connsiteX3" fmla="*/ 7554913 w 7554913"/>
              <a:gd name="connsiteY3" fmla="*/ 4611418 h 4787900"/>
              <a:gd name="connsiteX4" fmla="*/ 7378431 w 7554913"/>
              <a:gd name="connsiteY4" fmla="*/ 4787900 h 4787900"/>
              <a:gd name="connsiteX5" fmla="*/ 176482 w 7554913"/>
              <a:gd name="connsiteY5" fmla="*/ 4787900 h 4787900"/>
              <a:gd name="connsiteX6" fmla="*/ 0 w 7554913"/>
              <a:gd name="connsiteY6" fmla="*/ 4611418 h 4787900"/>
              <a:gd name="connsiteX7" fmla="*/ 0 w 7554913"/>
              <a:gd name="connsiteY7" fmla="*/ 2799479 h 4787900"/>
              <a:gd name="connsiteX8" fmla="*/ 3012 w 7554913"/>
              <a:gd name="connsiteY8" fmla="*/ 2763995 h 4787900"/>
              <a:gd name="connsiteX9" fmla="*/ 415133 w 7554913"/>
              <a:gd name="connsiteY9" fmla="*/ 2402680 h 4787900"/>
              <a:gd name="connsiteX10" fmla="*/ 415133 w 7554913"/>
              <a:gd name="connsiteY10" fmla="*/ 2385217 h 4787900"/>
              <a:gd name="connsiteX11" fmla="*/ 3012 w 7554913"/>
              <a:gd name="connsiteY11" fmla="*/ 2023907 h 4787900"/>
              <a:gd name="connsiteX12" fmla="*/ 0 w 7554913"/>
              <a:gd name="connsiteY12" fmla="*/ 1988423 h 4787900"/>
              <a:gd name="connsiteX13" fmla="*/ 0 w 7554913"/>
              <a:gd name="connsiteY13" fmla="*/ 176482 h 4787900"/>
              <a:gd name="connsiteX14" fmla="*/ 176482 w 7554913"/>
              <a:gd name="connsiteY14" fmla="*/ 0 h 478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54913" h="4787900">
                <a:moveTo>
                  <a:pt x="176482" y="0"/>
                </a:moveTo>
                <a:lnTo>
                  <a:pt x="7378431" y="0"/>
                </a:lnTo>
                <a:cubicBezTo>
                  <a:pt x="7475899" y="0"/>
                  <a:pt x="7554913" y="79014"/>
                  <a:pt x="7554913" y="176482"/>
                </a:cubicBezTo>
                <a:lnTo>
                  <a:pt x="7554913" y="4611418"/>
                </a:lnTo>
                <a:cubicBezTo>
                  <a:pt x="7554913" y="4708886"/>
                  <a:pt x="7475899" y="4787900"/>
                  <a:pt x="7378431" y="4787900"/>
                </a:cubicBezTo>
                <a:lnTo>
                  <a:pt x="176482" y="4787900"/>
                </a:lnTo>
                <a:cubicBezTo>
                  <a:pt x="79014" y="4787900"/>
                  <a:pt x="0" y="4708886"/>
                  <a:pt x="0" y="4611418"/>
                </a:cubicBezTo>
                <a:lnTo>
                  <a:pt x="0" y="2799479"/>
                </a:lnTo>
                <a:lnTo>
                  <a:pt x="3012" y="2763995"/>
                </a:lnTo>
                <a:cubicBezTo>
                  <a:pt x="35433" y="2581833"/>
                  <a:pt x="179824" y="2466853"/>
                  <a:pt x="415133" y="2402680"/>
                </a:cubicBezTo>
                <a:cubicBezTo>
                  <a:pt x="425612" y="2399188"/>
                  <a:pt x="425612" y="2388709"/>
                  <a:pt x="415133" y="2385217"/>
                </a:cubicBezTo>
                <a:cubicBezTo>
                  <a:pt x="179824" y="2321043"/>
                  <a:pt x="35433" y="2206068"/>
                  <a:pt x="3012" y="2023907"/>
                </a:cubicBezTo>
                <a:lnTo>
                  <a:pt x="0" y="1988423"/>
                </a:lnTo>
                <a:lnTo>
                  <a:pt x="0" y="176482"/>
                </a:lnTo>
                <a:cubicBezTo>
                  <a:pt x="0" y="79014"/>
                  <a:pt x="79014" y="0"/>
                  <a:pt x="176482" y="0"/>
                </a:cubicBezTo>
                <a:close/>
              </a:path>
            </a:pathLst>
          </a:custGeom>
          <a:solidFill>
            <a:schemeClr val="bg1">
              <a:lumMod val="95000"/>
            </a:schemeClr>
          </a:solidFill>
          <a:ln>
            <a:noFill/>
          </a:ln>
        </p:spPr>
        <p:txBody>
          <a:bodyPr wrap="square" lIns="72000" tIns="216000" rIns="72000" bIns="72000" anchor="ctr">
            <a:noAutofit/>
          </a:bodyPr>
          <a:lstStyle>
            <a:lvl1pPr marL="0" indent="0" algn="ctr">
              <a:buNone/>
              <a:defRPr sz="2200" i="0" baseline="0">
                <a:solidFill>
                  <a:schemeClr val="tx1"/>
                </a:solidFill>
              </a:defRPr>
            </a:lvl1pPr>
          </a:lstStyle>
          <a:p>
            <a:r>
              <a:rPr lang="en-GB"/>
              <a:t>[Click here to insert image]</a:t>
            </a: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r>
              <a:rPr lang="en-GB"/>
              <a:t>]</a:t>
            </a:r>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0" rIns="0" bIns="0" anchor="b">
            <a:noAutofit/>
          </a:bodyPr>
          <a:lstStyle>
            <a:lvl1pPr marL="0" indent="0">
              <a:spcBef>
                <a:spcPts val="0"/>
              </a:spcBef>
              <a:spcAft>
                <a:spcPts val="0"/>
              </a:spcAft>
              <a:buNone/>
              <a:defRPr sz="800"/>
            </a:lvl1pPr>
            <a:lvl2pPr marL="357542" indent="0">
              <a:buNone/>
              <a:defRPr/>
            </a:lvl2pPr>
            <a:lvl3pPr marL="719982" indent="0">
              <a:buNone/>
              <a:defRPr/>
            </a:lvl3pPr>
            <a:lvl4pPr marL="1081424" indent="0">
              <a:buNone/>
              <a:defRPr/>
            </a:lvl4pPr>
            <a:lvl5pPr marL="1439964" indent="0">
              <a:buNone/>
              <a:defRPr/>
            </a:lvl5pPr>
          </a:lstStyle>
          <a:p>
            <a:pPr lvl="0"/>
            <a:r>
              <a:rPr lang="en-US"/>
              <a:t>Insert Source text</a:t>
            </a:r>
          </a:p>
        </p:txBody>
      </p:sp>
      <p:sp>
        <p:nvSpPr>
          <p:cNvPr id="10" name="Title 1">
            <a:extLst>
              <a:ext uri="{FF2B5EF4-FFF2-40B4-BE49-F238E27FC236}">
                <a16:creationId xmlns:a16="http://schemas.microsoft.com/office/drawing/2014/main" id="{D7744E32-9E6E-5A11-A7A0-D8AFCFEDB909}"/>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1" name="Subtitle 2">
            <a:extLst>
              <a:ext uri="{FF2B5EF4-FFF2-40B4-BE49-F238E27FC236}">
                <a16:creationId xmlns:a16="http://schemas.microsoft.com/office/drawing/2014/main" id="{89AF8F91-23D2-DD88-482D-7FAFF27C5132}"/>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4" name="Freeform: Shape 13">
            <a:extLst>
              <a:ext uri="{FF2B5EF4-FFF2-40B4-BE49-F238E27FC236}">
                <a16:creationId xmlns:a16="http://schemas.microsoft.com/office/drawing/2014/main" id="{9FB64EB2-7F66-5CCC-3945-F5156896877F}"/>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0AC5B506-7665-AFF6-5244-82648A658A8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20042542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Image and Text 4">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CDFB8F13-AB38-63DB-D1F1-86B6EF73DD2A}"/>
              </a:ext>
            </a:extLst>
          </p:cNvPr>
          <p:cNvSpPr>
            <a:spLocks noGrp="1"/>
          </p:cNvSpPr>
          <p:nvPr>
            <p:ph type="pic" sz="quarter" idx="14" hasCustomPrompt="1"/>
          </p:nvPr>
        </p:nvSpPr>
        <p:spPr>
          <a:xfrm>
            <a:off x="8172451" y="242888"/>
            <a:ext cx="3652838" cy="5848312"/>
          </a:xfrm>
          <a:custGeom>
            <a:avLst/>
            <a:gdLst>
              <a:gd name="connsiteX0" fmla="*/ 190569 w 3652838"/>
              <a:gd name="connsiteY0" fmla="*/ 0 h 5848312"/>
              <a:gd name="connsiteX1" fmla="*/ 3462269 w 3652838"/>
              <a:gd name="connsiteY1" fmla="*/ 0 h 5848312"/>
              <a:gd name="connsiteX2" fmla="*/ 3652838 w 3652838"/>
              <a:gd name="connsiteY2" fmla="*/ 190569 h 5848312"/>
              <a:gd name="connsiteX3" fmla="*/ 3652838 w 3652838"/>
              <a:gd name="connsiteY3" fmla="*/ 5657743 h 5848312"/>
              <a:gd name="connsiteX4" fmla="*/ 3462269 w 3652838"/>
              <a:gd name="connsiteY4" fmla="*/ 5848312 h 5848312"/>
              <a:gd name="connsiteX5" fmla="*/ 190569 w 3652838"/>
              <a:gd name="connsiteY5" fmla="*/ 5848312 h 5848312"/>
              <a:gd name="connsiteX6" fmla="*/ 0 w 3652838"/>
              <a:gd name="connsiteY6" fmla="*/ 5657743 h 5848312"/>
              <a:gd name="connsiteX7" fmla="*/ 0 w 3652838"/>
              <a:gd name="connsiteY7" fmla="*/ 3402065 h 5848312"/>
              <a:gd name="connsiteX8" fmla="*/ 7373 w 3652838"/>
              <a:gd name="connsiteY8" fmla="*/ 3315183 h 5848312"/>
              <a:gd name="connsiteX9" fmla="*/ 442863 w 3652838"/>
              <a:gd name="connsiteY9" fmla="*/ 2933380 h 5848312"/>
              <a:gd name="connsiteX10" fmla="*/ 442863 w 3652838"/>
              <a:gd name="connsiteY10" fmla="*/ 2914928 h 5848312"/>
              <a:gd name="connsiteX11" fmla="*/ 7373 w 3652838"/>
              <a:gd name="connsiteY11" fmla="*/ 2533130 h 5848312"/>
              <a:gd name="connsiteX12" fmla="*/ 0 w 3652838"/>
              <a:gd name="connsiteY12" fmla="*/ 2446249 h 5848312"/>
              <a:gd name="connsiteX13" fmla="*/ 0 w 3652838"/>
              <a:gd name="connsiteY13" fmla="*/ 190569 h 5848312"/>
              <a:gd name="connsiteX14" fmla="*/ 190569 w 3652838"/>
              <a:gd name="connsiteY14" fmla="*/ 0 h 5848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52838" h="5848312">
                <a:moveTo>
                  <a:pt x="190569" y="0"/>
                </a:moveTo>
                <a:lnTo>
                  <a:pt x="3462269" y="0"/>
                </a:lnTo>
                <a:cubicBezTo>
                  <a:pt x="3567517" y="0"/>
                  <a:pt x="3652838" y="85321"/>
                  <a:pt x="3652838" y="190569"/>
                </a:cubicBezTo>
                <a:lnTo>
                  <a:pt x="3652838" y="5657743"/>
                </a:lnTo>
                <a:cubicBezTo>
                  <a:pt x="3652838" y="5762991"/>
                  <a:pt x="3567517" y="5848312"/>
                  <a:pt x="3462269" y="5848312"/>
                </a:cubicBezTo>
                <a:lnTo>
                  <a:pt x="190569" y="5848312"/>
                </a:lnTo>
                <a:cubicBezTo>
                  <a:pt x="85321" y="5848312"/>
                  <a:pt x="0" y="5762991"/>
                  <a:pt x="0" y="5657743"/>
                </a:cubicBezTo>
                <a:lnTo>
                  <a:pt x="0" y="3402065"/>
                </a:lnTo>
                <a:lnTo>
                  <a:pt x="7373" y="3315183"/>
                </a:lnTo>
                <a:cubicBezTo>
                  <a:pt x="41632" y="3122692"/>
                  <a:pt x="194211" y="3001193"/>
                  <a:pt x="442863" y="2933380"/>
                </a:cubicBezTo>
                <a:cubicBezTo>
                  <a:pt x="453936" y="2929691"/>
                  <a:pt x="453936" y="2918617"/>
                  <a:pt x="442863" y="2914928"/>
                </a:cubicBezTo>
                <a:cubicBezTo>
                  <a:pt x="194211" y="2847115"/>
                  <a:pt x="41632" y="2725620"/>
                  <a:pt x="7373" y="2533130"/>
                </a:cubicBezTo>
                <a:lnTo>
                  <a:pt x="0" y="2446249"/>
                </a:lnTo>
                <a:lnTo>
                  <a:pt x="0" y="190569"/>
                </a:lnTo>
                <a:cubicBezTo>
                  <a:pt x="0" y="85321"/>
                  <a:pt x="85321" y="0"/>
                  <a:pt x="190569" y="0"/>
                </a:cubicBezTo>
                <a:close/>
              </a:path>
            </a:pathLst>
          </a:custGeom>
          <a:solidFill>
            <a:schemeClr val="bg1">
              <a:lumMod val="95000"/>
            </a:schemeClr>
          </a:solidFill>
          <a:ln>
            <a:noFill/>
          </a:ln>
        </p:spPr>
        <p:txBody>
          <a:bodyPr wrap="square" lIns="108000" tIns="576000" rIns="108000" bIns="72000" anchor="ctr">
            <a:noAutofit/>
          </a:bodyPr>
          <a:lstStyle>
            <a:lvl1pPr marL="0" indent="0" algn="ctr">
              <a:buNone/>
              <a:defRPr sz="2200" i="0" baseline="0">
                <a:solidFill>
                  <a:schemeClr val="tx1"/>
                </a:solidFill>
              </a:defRPr>
            </a:lvl1pPr>
          </a:lstStyle>
          <a:p>
            <a:r>
              <a:rPr lang="en-GB"/>
              <a:t>[Click here to insert image]</a:t>
            </a:r>
            <a:br>
              <a:rPr lang="en-GB"/>
            </a:b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endParaRPr lang="en-GB"/>
          </a:p>
        </p:txBody>
      </p:sp>
      <p:sp>
        <p:nvSpPr>
          <p:cNvPr id="9" name="Text Placeholder 6"/>
          <p:cNvSpPr>
            <a:spLocks noGrp="1"/>
          </p:cNvSpPr>
          <p:nvPr>
            <p:ph type="body" sz="quarter" idx="13" hasCustomPrompt="1"/>
          </p:nvPr>
        </p:nvSpPr>
        <p:spPr>
          <a:xfrm>
            <a:off x="365125" y="1304101"/>
            <a:ext cx="7554913" cy="4490737"/>
          </a:xfrm>
          <a:prstGeom prst="rect">
            <a:avLst/>
          </a:prstGeom>
        </p:spPr>
        <p:txBody>
          <a:bodyPr lIns="36000" tIns="36000" rIns="36000" bIns="36000">
            <a:noAutofit/>
          </a:bodyPr>
          <a:lstStyle>
            <a:lvl1pPr marL="0" indent="0">
              <a:buClr>
                <a:schemeClr val="tx2"/>
              </a:buClr>
              <a:buFont typeface="Arial" panose="020B0604020202020204" pitchFamily="34" charset="0"/>
              <a:buNone/>
              <a:defRPr/>
            </a:lvl1pPr>
            <a:lvl2pPr marL="357542" indent="0">
              <a:buClr>
                <a:schemeClr val="tx1"/>
              </a:buClr>
              <a:buFont typeface="Arial" panose="020B0604020202020204" pitchFamily="34" charset="0"/>
              <a:buNone/>
              <a:defRPr/>
            </a:lvl2pPr>
            <a:lvl3pPr marL="719982" indent="0">
              <a:buClr>
                <a:schemeClr val="tx1"/>
              </a:buClr>
              <a:buFont typeface="Arial" panose="020B0604020202020204" pitchFamily="34" charset="0"/>
              <a:buNone/>
              <a:defRPr/>
            </a:lvl3pPr>
            <a:lvl4pPr marL="1081424" indent="0">
              <a:buClr>
                <a:schemeClr val="tx1"/>
              </a:buClr>
              <a:buFont typeface="Arial" panose="020B0604020202020204" pitchFamily="34" charset="0"/>
              <a:buNone/>
              <a:defRPr/>
            </a:lvl4pPr>
            <a:lvl5pPr marL="1439964" indent="0">
              <a:buClr>
                <a:schemeClr val="tx1"/>
              </a:buClr>
              <a:buFont typeface="Arial" panose="020B0604020202020204" pitchFamily="34" charset="0"/>
              <a:buNone/>
              <a:defRPr/>
            </a:lvl5pPr>
          </a:lstStyle>
          <a:p>
            <a:pPr lvl="0"/>
            <a:r>
              <a:rPr lang="en-GB"/>
              <a:t>Click to enter text content.</a:t>
            </a:r>
            <a:br>
              <a:rPr lang="en-GB"/>
            </a:br>
            <a:r>
              <a:rPr lang="en-US"/>
              <a:t>If text content appears too large please reduce the size of the font.</a:t>
            </a:r>
            <a:endParaRPr lang="en-GB"/>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fld id="{E018087B-459D-4729-B449-CCF6702E8E13}" type="datetime4">
              <a:rPr lang="en-GB" smtClean="0"/>
              <a:t>22 July 2025</a:t>
            </a:fld>
            <a:endParaRPr lang="en-GB"/>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endParaRPr lang="en-GB"/>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5" y="5792400"/>
            <a:ext cx="7555231" cy="298800"/>
          </a:xfrm>
        </p:spPr>
        <p:txBody>
          <a:bodyPr lIns="0" tIns="0" rIns="0" bIns="0" anchor="b">
            <a:noAutofit/>
          </a:bodyPr>
          <a:lstStyle>
            <a:lvl1pPr marL="0" indent="0">
              <a:spcBef>
                <a:spcPts val="0"/>
              </a:spcBef>
              <a:spcAft>
                <a:spcPts val="0"/>
              </a:spcAft>
              <a:buNone/>
              <a:defRPr sz="8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a:t>Insert Source text</a:t>
            </a:r>
          </a:p>
        </p:txBody>
      </p:sp>
      <p:sp>
        <p:nvSpPr>
          <p:cNvPr id="10" name="Title 1">
            <a:extLst>
              <a:ext uri="{FF2B5EF4-FFF2-40B4-BE49-F238E27FC236}">
                <a16:creationId xmlns:a16="http://schemas.microsoft.com/office/drawing/2014/main" id="{C102126E-B6A8-2921-6EF1-1AB371E2B266}"/>
              </a:ext>
            </a:extLst>
          </p:cNvPr>
          <p:cNvSpPr>
            <a:spLocks noGrp="1"/>
          </p:cNvSpPr>
          <p:nvPr>
            <p:ph type="title"/>
          </p:nvPr>
        </p:nvSpPr>
        <p:spPr>
          <a:xfrm>
            <a:off x="365126" y="242888"/>
            <a:ext cx="7554912" cy="430887"/>
          </a:xfrm>
        </p:spPr>
        <p:txBody>
          <a:bodyPr/>
          <a:lstStyle/>
          <a:p>
            <a:r>
              <a:rPr lang="en-US"/>
              <a:t>Click to edit Master title style</a:t>
            </a:r>
          </a:p>
        </p:txBody>
      </p:sp>
      <p:sp>
        <p:nvSpPr>
          <p:cNvPr id="13" name="Subtitle 2">
            <a:extLst>
              <a:ext uri="{FF2B5EF4-FFF2-40B4-BE49-F238E27FC236}">
                <a16:creationId xmlns:a16="http://schemas.microsoft.com/office/drawing/2014/main" id="{6475D3A0-2D66-AC67-134B-77A55D269BD2}"/>
              </a:ext>
            </a:extLst>
          </p:cNvPr>
          <p:cNvSpPr>
            <a:spLocks noGrp="1"/>
          </p:cNvSpPr>
          <p:nvPr>
            <p:ph type="subTitle" idx="1" hasCustomPrompt="1"/>
          </p:nvPr>
        </p:nvSpPr>
        <p:spPr>
          <a:xfrm>
            <a:off x="365125" y="694950"/>
            <a:ext cx="7554913"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5" name="Freeform: Shape 14">
            <a:extLst>
              <a:ext uri="{FF2B5EF4-FFF2-40B4-BE49-F238E27FC236}">
                <a16:creationId xmlns:a16="http://schemas.microsoft.com/office/drawing/2014/main" id="{721FF2E9-41D3-FCB0-8100-2CB5AD7B0637}"/>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4A4A6B2A-6054-FB98-6941-36A9785D96EC}"/>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23506724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Image and Text 5">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C1E2B43-F98E-82F3-DBAA-FC13402D7C79}"/>
              </a:ext>
            </a:extLst>
          </p:cNvPr>
          <p:cNvSpPr>
            <a:spLocks noGrp="1"/>
          </p:cNvSpPr>
          <p:nvPr>
            <p:ph type="pic" sz="quarter" idx="14" hasCustomPrompt="1"/>
          </p:nvPr>
        </p:nvSpPr>
        <p:spPr>
          <a:xfrm>
            <a:off x="4270375" y="242888"/>
            <a:ext cx="7554914" cy="5848312"/>
          </a:xfrm>
          <a:custGeom>
            <a:avLst/>
            <a:gdLst>
              <a:gd name="connsiteX0" fmla="*/ 2145019 w 7554914"/>
              <a:gd name="connsiteY0" fmla="*/ 0 h 5848312"/>
              <a:gd name="connsiteX1" fmla="*/ 7370751 w 7554914"/>
              <a:gd name="connsiteY1" fmla="*/ 0 h 5848312"/>
              <a:gd name="connsiteX2" fmla="*/ 7554914 w 7554914"/>
              <a:gd name="connsiteY2" fmla="*/ 184163 h 5848312"/>
              <a:gd name="connsiteX3" fmla="*/ 7554914 w 7554914"/>
              <a:gd name="connsiteY3" fmla="*/ 5664149 h 5848312"/>
              <a:gd name="connsiteX4" fmla="*/ 7370751 w 7554914"/>
              <a:gd name="connsiteY4" fmla="*/ 5848312 h 5848312"/>
              <a:gd name="connsiteX5" fmla="*/ 184163 w 7554914"/>
              <a:gd name="connsiteY5" fmla="*/ 5848312 h 5848312"/>
              <a:gd name="connsiteX6" fmla="*/ 0 w 7554914"/>
              <a:gd name="connsiteY6" fmla="*/ 5664149 h 5848312"/>
              <a:gd name="connsiteX7" fmla="*/ 0 w 7554914"/>
              <a:gd name="connsiteY7" fmla="*/ 2161063 h 5848312"/>
              <a:gd name="connsiteX8" fmla="*/ 38324 w 7554914"/>
              <a:gd name="connsiteY8" fmla="*/ 2036037 h 5848312"/>
              <a:gd name="connsiteX9" fmla="*/ 1172960 w 7554914"/>
              <a:gd name="connsiteY9" fmla="*/ 1360305 h 5848312"/>
              <a:gd name="connsiteX10" fmla="*/ 1236325 w 7554914"/>
              <a:gd name="connsiteY10" fmla="*/ 1296939 h 5848312"/>
              <a:gd name="connsiteX11" fmla="*/ 1236325 w 7554914"/>
              <a:gd name="connsiteY11" fmla="*/ 927309 h 5848312"/>
              <a:gd name="connsiteX12" fmla="*/ 1977178 w 7554914"/>
              <a:gd name="connsiteY12" fmla="*/ 16657 h 5848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554914" h="5848312">
                <a:moveTo>
                  <a:pt x="2145019" y="0"/>
                </a:moveTo>
                <a:lnTo>
                  <a:pt x="7370751" y="0"/>
                </a:lnTo>
                <a:cubicBezTo>
                  <a:pt x="7472461" y="0"/>
                  <a:pt x="7554914" y="82453"/>
                  <a:pt x="7554914" y="184163"/>
                </a:cubicBezTo>
                <a:lnTo>
                  <a:pt x="7554914" y="5664149"/>
                </a:lnTo>
                <a:cubicBezTo>
                  <a:pt x="7554914" y="5765859"/>
                  <a:pt x="7472461" y="5848312"/>
                  <a:pt x="7370751" y="5848312"/>
                </a:cubicBezTo>
                <a:lnTo>
                  <a:pt x="184163" y="5848312"/>
                </a:lnTo>
                <a:cubicBezTo>
                  <a:pt x="82453" y="5848312"/>
                  <a:pt x="0" y="5765859"/>
                  <a:pt x="0" y="5664149"/>
                </a:cubicBezTo>
                <a:lnTo>
                  <a:pt x="0" y="2161063"/>
                </a:lnTo>
                <a:lnTo>
                  <a:pt x="38324" y="2036037"/>
                </a:lnTo>
                <a:cubicBezTo>
                  <a:pt x="232381" y="1588024"/>
                  <a:pt x="681881" y="1376146"/>
                  <a:pt x="1172960" y="1360305"/>
                </a:cubicBezTo>
                <a:cubicBezTo>
                  <a:pt x="1215204" y="1360305"/>
                  <a:pt x="1236325" y="1328624"/>
                  <a:pt x="1236325" y="1296939"/>
                </a:cubicBezTo>
                <a:lnTo>
                  <a:pt x="1236325" y="927309"/>
                </a:lnTo>
                <a:cubicBezTo>
                  <a:pt x="1236325" y="474509"/>
                  <a:pt x="1551669" y="102568"/>
                  <a:pt x="1977178" y="16657"/>
                </a:cubicBezTo>
                <a:close/>
              </a:path>
            </a:pathLst>
          </a:custGeom>
          <a:solidFill>
            <a:schemeClr val="bg1">
              <a:lumMod val="95000"/>
            </a:schemeClr>
          </a:solidFill>
          <a:ln>
            <a:noFill/>
          </a:ln>
        </p:spPr>
        <p:txBody>
          <a:bodyPr wrap="square" lIns="180000" tIns="576000" bIns="72000" anchor="ctr">
            <a:noAutofit/>
          </a:bodyPr>
          <a:lstStyle>
            <a:lvl1pPr marL="0" indent="0" algn="ctr">
              <a:buNone/>
              <a:defRPr sz="2200" i="0" baseline="0">
                <a:solidFill>
                  <a:schemeClr val="tx1"/>
                </a:solidFill>
              </a:defRPr>
            </a:lvl1pPr>
          </a:lstStyle>
          <a:p>
            <a:r>
              <a:rPr lang="en-GB"/>
              <a:t>[Click here to insert image]</a:t>
            </a:r>
            <a:br>
              <a:rPr lang="en-GB"/>
            </a:b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r>
              <a:rPr lang="en-GB"/>
              <a:t>]</a:t>
            </a:r>
          </a:p>
        </p:txBody>
      </p:sp>
      <p:sp>
        <p:nvSpPr>
          <p:cNvPr id="9" name="Text Placeholder 6"/>
          <p:cNvSpPr>
            <a:spLocks noGrp="1"/>
          </p:cNvSpPr>
          <p:nvPr>
            <p:ph type="body" sz="quarter" idx="13" hasCustomPrompt="1"/>
          </p:nvPr>
        </p:nvSpPr>
        <p:spPr>
          <a:xfrm>
            <a:off x="365126" y="1304101"/>
            <a:ext cx="3652839" cy="4490737"/>
          </a:xfrm>
          <a:prstGeom prst="rect">
            <a:avLst/>
          </a:prstGeom>
        </p:spPr>
        <p:txBody>
          <a:bodyPr lIns="36000" tIns="36000" rIns="36000" bIns="36000">
            <a:noAutofit/>
          </a:bodyPr>
          <a:lstStyle>
            <a:lvl1pPr marL="0" indent="0">
              <a:buClr>
                <a:schemeClr val="tx2"/>
              </a:buClr>
              <a:buFont typeface="Arial" panose="020B0604020202020204" pitchFamily="34" charset="0"/>
              <a:buNone/>
              <a:defRPr/>
            </a:lvl1pPr>
            <a:lvl2pPr marL="357542" indent="0">
              <a:buClr>
                <a:schemeClr val="tx1"/>
              </a:buClr>
              <a:buFont typeface="Arial" panose="020B0604020202020204" pitchFamily="34" charset="0"/>
              <a:buNone/>
              <a:defRPr/>
            </a:lvl2pPr>
            <a:lvl3pPr marL="719982" indent="0">
              <a:buClr>
                <a:schemeClr val="tx1"/>
              </a:buClr>
              <a:buFont typeface="Arial" panose="020B0604020202020204" pitchFamily="34" charset="0"/>
              <a:buNone/>
              <a:defRPr/>
            </a:lvl3pPr>
            <a:lvl4pPr marL="1081424" indent="0">
              <a:buClr>
                <a:schemeClr val="tx1"/>
              </a:buClr>
              <a:buFont typeface="Arial" panose="020B0604020202020204" pitchFamily="34" charset="0"/>
              <a:buNone/>
              <a:defRPr/>
            </a:lvl4pPr>
            <a:lvl5pPr marL="1439964" indent="0">
              <a:buClr>
                <a:schemeClr val="tx1"/>
              </a:buClr>
              <a:buFont typeface="Arial" panose="020B0604020202020204" pitchFamily="34" charset="0"/>
              <a:buNone/>
              <a:defRPr/>
            </a:lvl5pPr>
          </a:lstStyle>
          <a:p>
            <a:pPr lvl="0"/>
            <a:r>
              <a:rPr lang="en-GB"/>
              <a:t>Click to enter text content.</a:t>
            </a:r>
            <a:br>
              <a:rPr lang="en-GB"/>
            </a:br>
            <a:r>
              <a:rPr lang="en-US"/>
              <a:t>If text content appears too large please reduce the size of the font.</a:t>
            </a:r>
            <a:endParaRPr lang="en-GB"/>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fld id="{E018087B-459D-4729-B449-CCF6702E8E13}" type="datetime4">
              <a:rPr lang="en-GB" smtClean="0"/>
              <a:t>22 July 2025</a:t>
            </a:fld>
            <a:endParaRPr lang="en-GB"/>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endParaRPr lang="en-GB"/>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6" y="5792400"/>
            <a:ext cx="3652993" cy="298800"/>
          </a:xfrm>
        </p:spPr>
        <p:txBody>
          <a:bodyPr lIns="0" tIns="0" rIns="0" bIns="0" anchor="b">
            <a:noAutofit/>
          </a:bodyPr>
          <a:lstStyle>
            <a:lvl1pPr marL="0" indent="0">
              <a:spcBef>
                <a:spcPts val="0"/>
              </a:spcBef>
              <a:spcAft>
                <a:spcPts val="0"/>
              </a:spcAft>
              <a:buNone/>
              <a:defRPr sz="8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a:t>Insert Source text</a:t>
            </a:r>
          </a:p>
        </p:txBody>
      </p:sp>
      <p:sp>
        <p:nvSpPr>
          <p:cNvPr id="10" name="Title 1">
            <a:extLst>
              <a:ext uri="{FF2B5EF4-FFF2-40B4-BE49-F238E27FC236}">
                <a16:creationId xmlns:a16="http://schemas.microsoft.com/office/drawing/2014/main" id="{D08CFF33-B49E-9711-53F9-19D0CC0A16DD}"/>
              </a:ext>
            </a:extLst>
          </p:cNvPr>
          <p:cNvSpPr>
            <a:spLocks noGrp="1"/>
          </p:cNvSpPr>
          <p:nvPr>
            <p:ph type="title" hasCustomPrompt="1"/>
          </p:nvPr>
        </p:nvSpPr>
        <p:spPr>
          <a:xfrm>
            <a:off x="365126" y="242888"/>
            <a:ext cx="3905250" cy="430887"/>
          </a:xfrm>
        </p:spPr>
        <p:txBody>
          <a:bodyPr/>
          <a:lstStyle>
            <a:lvl1pPr>
              <a:defRPr/>
            </a:lvl1pPr>
          </a:lstStyle>
          <a:p>
            <a:r>
              <a:rPr lang="en-US"/>
              <a:t>Click to add title</a:t>
            </a:r>
          </a:p>
        </p:txBody>
      </p:sp>
      <p:sp>
        <p:nvSpPr>
          <p:cNvPr id="13" name="Subtitle 2">
            <a:extLst>
              <a:ext uri="{FF2B5EF4-FFF2-40B4-BE49-F238E27FC236}">
                <a16:creationId xmlns:a16="http://schemas.microsoft.com/office/drawing/2014/main" id="{FA3CE1FB-D5F5-92E1-9D34-DB8E8889C90B}"/>
              </a:ext>
            </a:extLst>
          </p:cNvPr>
          <p:cNvSpPr>
            <a:spLocks noGrp="1"/>
          </p:cNvSpPr>
          <p:nvPr>
            <p:ph type="subTitle" idx="1" hasCustomPrompt="1"/>
          </p:nvPr>
        </p:nvSpPr>
        <p:spPr>
          <a:xfrm>
            <a:off x="365125" y="694950"/>
            <a:ext cx="3905250"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5" name="Freeform: Shape 14">
            <a:extLst>
              <a:ext uri="{FF2B5EF4-FFF2-40B4-BE49-F238E27FC236}">
                <a16:creationId xmlns:a16="http://schemas.microsoft.com/office/drawing/2014/main" id="{CB91AF96-43AB-49E0-5AA2-71826DA96391}"/>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196294BD-73D4-ECCE-653C-2F2D34CF4FB5}"/>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9403653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Image and Text with Subheading">
    <p:spTree>
      <p:nvGrpSpPr>
        <p:cNvPr id="1" name=""/>
        <p:cNvGrpSpPr/>
        <p:nvPr/>
      </p:nvGrpSpPr>
      <p:grpSpPr>
        <a:xfrm>
          <a:off x="0" y="0"/>
          <a:ext cx="0" cy="0"/>
          <a:chOff x="0" y="0"/>
          <a:chExt cx="0" cy="0"/>
        </a:xfrm>
      </p:grpSpPr>
      <p:sp>
        <p:nvSpPr>
          <p:cNvPr id="16" name="Text Placeholder 6"/>
          <p:cNvSpPr>
            <a:spLocks noGrp="1"/>
          </p:cNvSpPr>
          <p:nvPr>
            <p:ph type="body" sz="quarter" idx="13" hasCustomPrompt="1"/>
          </p:nvPr>
        </p:nvSpPr>
        <p:spPr>
          <a:xfrm>
            <a:off x="365125" y="2100262"/>
            <a:ext cx="3652838" cy="3692137"/>
          </a:xfrm>
          <a:prstGeom prst="rect">
            <a:avLst/>
          </a:prstGeom>
        </p:spPr>
        <p:txBody>
          <a:bodyPr lIns="36000" tIns="36000" rIns="36000" bIns="36000">
            <a:noAutofit/>
          </a:bodyPr>
          <a:lstStyle>
            <a:lvl1pPr marL="0" indent="0">
              <a:buNone/>
              <a:defRPr sz="2200"/>
            </a:lvl1pPr>
          </a:lstStyle>
          <a:p>
            <a:pPr lvl="0"/>
            <a:r>
              <a:rPr lang="en-GB"/>
              <a:t>Click to enter text content.</a:t>
            </a:r>
            <a:br>
              <a:rPr lang="en-GB"/>
            </a:br>
            <a:r>
              <a:rPr lang="en-US"/>
              <a:t>If text content appears too large please reduce the size of the font.</a:t>
            </a:r>
            <a:endParaRPr lang="en-GB"/>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fld id="{2DC6169B-19DB-4994-BA6B-38503C57DC8A}" type="datetime4">
              <a:rPr lang="en-GB" smtClean="0"/>
              <a:t>22 July 2025</a:t>
            </a:fld>
            <a:endParaRPr lang="en-GB"/>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endParaRPr lang="en-GB"/>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0" rIns="0" bIns="0" anchor="b">
            <a:noAutofit/>
          </a:bodyPr>
          <a:lstStyle>
            <a:lvl1pPr marL="0" indent="0">
              <a:spcBef>
                <a:spcPts val="0"/>
              </a:spcBef>
              <a:spcAft>
                <a:spcPts val="0"/>
              </a:spcAft>
              <a:buNone/>
              <a:defRPr sz="800"/>
            </a:lvl1pPr>
            <a:lvl2pPr marL="357542" indent="0">
              <a:buNone/>
              <a:defRPr/>
            </a:lvl2pPr>
            <a:lvl3pPr marL="719982" indent="0">
              <a:buNone/>
              <a:defRPr/>
            </a:lvl3pPr>
            <a:lvl4pPr marL="1081424" indent="0">
              <a:buNone/>
              <a:defRPr/>
            </a:lvl4pPr>
            <a:lvl5pPr marL="1439964" indent="0">
              <a:buNone/>
              <a:defRPr/>
            </a:lvl5pPr>
          </a:lstStyle>
          <a:p>
            <a:pPr lvl="0"/>
            <a:r>
              <a:rPr lang="en-US"/>
              <a:t>Insert Source text</a:t>
            </a:r>
          </a:p>
        </p:txBody>
      </p:sp>
      <p:sp>
        <p:nvSpPr>
          <p:cNvPr id="25" name="Text Placeholder 24">
            <a:extLst>
              <a:ext uri="{FF2B5EF4-FFF2-40B4-BE49-F238E27FC236}">
                <a16:creationId xmlns:a16="http://schemas.microsoft.com/office/drawing/2014/main" id="{0FC42DF1-9B7E-9A5C-E40E-35292FD97B55}"/>
              </a:ext>
            </a:extLst>
          </p:cNvPr>
          <p:cNvSpPr>
            <a:spLocks noGrp="1"/>
          </p:cNvSpPr>
          <p:nvPr>
            <p:ph type="body" sz="quarter" idx="32" hasCustomPrompt="1"/>
          </p:nvPr>
        </p:nvSpPr>
        <p:spPr>
          <a:xfrm>
            <a:off x="365126" y="1303338"/>
            <a:ext cx="3480970" cy="796925"/>
          </a:xfrm>
        </p:spPr>
        <p:txBody>
          <a:bodyPr lIns="36000" tIns="36000" rIns="36000" bIns="36000">
            <a:noAutofit/>
          </a:bodyPr>
          <a:lstStyle>
            <a:lvl1pPr marL="0" indent="0">
              <a:buNone/>
              <a:defRPr sz="2400" b="1">
                <a:solidFill>
                  <a:schemeClr val="tx2"/>
                </a:solidFill>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edit subheading text</a:t>
            </a:r>
            <a:endParaRPr lang="en-GB"/>
          </a:p>
        </p:txBody>
      </p:sp>
      <p:sp>
        <p:nvSpPr>
          <p:cNvPr id="19" name="Picture Placeholder 18">
            <a:extLst>
              <a:ext uri="{FF2B5EF4-FFF2-40B4-BE49-F238E27FC236}">
                <a16:creationId xmlns:a16="http://schemas.microsoft.com/office/drawing/2014/main" id="{842A83F9-173D-2F5C-840B-653949B4C528}"/>
              </a:ext>
            </a:extLst>
          </p:cNvPr>
          <p:cNvSpPr>
            <a:spLocks noGrp="1"/>
          </p:cNvSpPr>
          <p:nvPr>
            <p:ph type="pic" sz="quarter" idx="14" hasCustomPrompt="1"/>
          </p:nvPr>
        </p:nvSpPr>
        <p:spPr>
          <a:xfrm>
            <a:off x="3848179" y="1303337"/>
            <a:ext cx="7977108" cy="4787900"/>
          </a:xfrm>
          <a:custGeom>
            <a:avLst/>
            <a:gdLst>
              <a:gd name="connsiteX0" fmla="*/ 594703 w 7977108"/>
              <a:gd name="connsiteY0" fmla="*/ 0 h 4787900"/>
              <a:gd name="connsiteX1" fmla="*/ 7804600 w 7977108"/>
              <a:gd name="connsiteY1" fmla="*/ 0 h 4787900"/>
              <a:gd name="connsiteX2" fmla="*/ 7977108 w 7977108"/>
              <a:gd name="connsiteY2" fmla="*/ 172508 h 4787900"/>
              <a:gd name="connsiteX3" fmla="*/ 7977108 w 7977108"/>
              <a:gd name="connsiteY3" fmla="*/ 4615392 h 4787900"/>
              <a:gd name="connsiteX4" fmla="*/ 7804600 w 7977108"/>
              <a:gd name="connsiteY4" fmla="*/ 4787900 h 4787900"/>
              <a:gd name="connsiteX5" fmla="*/ 594703 w 7977108"/>
              <a:gd name="connsiteY5" fmla="*/ 4787900 h 4787900"/>
              <a:gd name="connsiteX6" fmla="*/ 422195 w 7977108"/>
              <a:gd name="connsiteY6" fmla="*/ 4615392 h 4787900"/>
              <a:gd name="connsiteX7" fmla="*/ 422195 w 7977108"/>
              <a:gd name="connsiteY7" fmla="*/ 1002316 h 4787900"/>
              <a:gd name="connsiteX8" fmla="*/ 419981 w 7977108"/>
              <a:gd name="connsiteY8" fmla="*/ 976226 h 4787900"/>
              <a:gd name="connsiteX9" fmla="*/ 7859 w 7977108"/>
              <a:gd name="connsiteY9" fmla="*/ 614915 h 4787900"/>
              <a:gd name="connsiteX10" fmla="*/ 7859 w 7977108"/>
              <a:gd name="connsiteY10" fmla="*/ 597453 h 4787900"/>
              <a:gd name="connsiteX11" fmla="*/ 419981 w 7977108"/>
              <a:gd name="connsiteY11" fmla="*/ 236137 h 4787900"/>
              <a:gd name="connsiteX12" fmla="*/ 422195 w 7977108"/>
              <a:gd name="connsiteY12" fmla="*/ 210041 h 4787900"/>
              <a:gd name="connsiteX13" fmla="*/ 422195 w 7977108"/>
              <a:gd name="connsiteY13" fmla="*/ 172508 h 4787900"/>
              <a:gd name="connsiteX14" fmla="*/ 594703 w 7977108"/>
              <a:gd name="connsiteY14" fmla="*/ 0 h 478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977108" h="4787900">
                <a:moveTo>
                  <a:pt x="594703" y="0"/>
                </a:moveTo>
                <a:lnTo>
                  <a:pt x="7804600" y="0"/>
                </a:lnTo>
                <a:cubicBezTo>
                  <a:pt x="7899874" y="0"/>
                  <a:pt x="7977108" y="77234"/>
                  <a:pt x="7977108" y="172508"/>
                </a:cubicBezTo>
                <a:lnTo>
                  <a:pt x="7977108" y="4615392"/>
                </a:lnTo>
                <a:cubicBezTo>
                  <a:pt x="7977108" y="4710666"/>
                  <a:pt x="7899874" y="4787900"/>
                  <a:pt x="7804600" y="4787900"/>
                </a:cubicBezTo>
                <a:lnTo>
                  <a:pt x="594703" y="4787900"/>
                </a:lnTo>
                <a:cubicBezTo>
                  <a:pt x="499429" y="4787900"/>
                  <a:pt x="422195" y="4710666"/>
                  <a:pt x="422195" y="4615392"/>
                </a:cubicBezTo>
                <a:lnTo>
                  <a:pt x="422195" y="1002316"/>
                </a:lnTo>
                <a:lnTo>
                  <a:pt x="419981" y="976226"/>
                </a:lnTo>
                <a:cubicBezTo>
                  <a:pt x="387560" y="794064"/>
                  <a:pt x="243169" y="679089"/>
                  <a:pt x="7859" y="614915"/>
                </a:cubicBezTo>
                <a:cubicBezTo>
                  <a:pt x="-2620" y="611423"/>
                  <a:pt x="-2620" y="600944"/>
                  <a:pt x="7859" y="597453"/>
                </a:cubicBezTo>
                <a:cubicBezTo>
                  <a:pt x="243169" y="533278"/>
                  <a:pt x="387560" y="418299"/>
                  <a:pt x="419981" y="236137"/>
                </a:cubicBezTo>
                <a:lnTo>
                  <a:pt x="422195" y="210041"/>
                </a:lnTo>
                <a:lnTo>
                  <a:pt x="422195" y="172508"/>
                </a:lnTo>
                <a:cubicBezTo>
                  <a:pt x="422195" y="77234"/>
                  <a:pt x="499429" y="0"/>
                  <a:pt x="594703" y="0"/>
                </a:cubicBezTo>
                <a:close/>
              </a:path>
            </a:pathLst>
          </a:custGeom>
          <a:solidFill>
            <a:schemeClr val="bg1">
              <a:lumMod val="95000"/>
            </a:schemeClr>
          </a:solidFill>
          <a:ln>
            <a:noFill/>
          </a:ln>
        </p:spPr>
        <p:txBody>
          <a:bodyPr wrap="square" lIns="900000" tIns="216000" rIns="540000" bIns="72000" anchor="ctr">
            <a:noAutofit/>
          </a:bodyPr>
          <a:lstStyle>
            <a:lvl1pPr marL="0" indent="0" algn="ctr">
              <a:lnSpc>
                <a:spcPct val="100000"/>
              </a:lnSpc>
              <a:buNone/>
              <a:defRPr sz="2200" i="0" baseline="0">
                <a:solidFill>
                  <a:schemeClr val="tx1"/>
                </a:solidFill>
              </a:defRPr>
            </a:lvl1pPr>
          </a:lstStyle>
          <a:p>
            <a:r>
              <a:rPr lang="en-GB"/>
              <a:t>[Click here to insert image]</a:t>
            </a: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r>
              <a:rPr lang="en-GB"/>
              <a:t>]</a:t>
            </a:r>
          </a:p>
        </p:txBody>
      </p:sp>
      <p:sp>
        <p:nvSpPr>
          <p:cNvPr id="11" name="Title 1">
            <a:extLst>
              <a:ext uri="{FF2B5EF4-FFF2-40B4-BE49-F238E27FC236}">
                <a16:creationId xmlns:a16="http://schemas.microsoft.com/office/drawing/2014/main" id="{7E92BEDA-CC1A-B239-4AEA-C3F37E214629}"/>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3" name="Subtitle 2">
            <a:extLst>
              <a:ext uri="{FF2B5EF4-FFF2-40B4-BE49-F238E27FC236}">
                <a16:creationId xmlns:a16="http://schemas.microsoft.com/office/drawing/2014/main" id="{0750812B-2C47-57D4-77B8-4674E64952EE}"/>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5" name="Freeform: Shape 14">
            <a:extLst>
              <a:ext uri="{FF2B5EF4-FFF2-40B4-BE49-F238E27FC236}">
                <a16:creationId xmlns:a16="http://schemas.microsoft.com/office/drawing/2014/main" id="{7DE5D052-D1E8-918C-87BF-6E3142B87FEF}"/>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D5840FC4-EF91-6057-D142-8946C40663E0}"/>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2081508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wo Image and Text 1">
    <p:spTree>
      <p:nvGrpSpPr>
        <p:cNvPr id="1" name=""/>
        <p:cNvGrpSpPr/>
        <p:nvPr/>
      </p:nvGrpSpPr>
      <p:grpSpPr>
        <a:xfrm>
          <a:off x="0" y="0"/>
          <a:ext cx="0" cy="0"/>
          <a:chOff x="0" y="0"/>
          <a:chExt cx="0" cy="0"/>
        </a:xfrm>
      </p:grpSpPr>
      <p:sp>
        <p:nvSpPr>
          <p:cNvPr id="19" name="Text Placeholder 6"/>
          <p:cNvSpPr>
            <a:spLocks noGrp="1"/>
          </p:cNvSpPr>
          <p:nvPr>
            <p:ph type="body" sz="quarter" idx="13" hasCustomPrompt="1"/>
          </p:nvPr>
        </p:nvSpPr>
        <p:spPr>
          <a:xfrm>
            <a:off x="365126" y="1303338"/>
            <a:ext cx="5602288" cy="4785927"/>
          </a:xfrm>
          <a:prstGeom prst="rect">
            <a:avLst/>
          </a:prstGeom>
        </p:spPr>
        <p:txBody>
          <a:bodyPr lIns="36000" tIns="36000" rIns="36000" bIns="36000">
            <a:noAutofit/>
          </a:bodyPr>
          <a:lstStyle>
            <a:lvl1pPr marL="0" indent="0">
              <a:buClr>
                <a:schemeClr val="tx2"/>
              </a:buClr>
              <a:buFont typeface="Arial" panose="020B0604020202020204" pitchFamily="34" charset="0"/>
              <a:buNone/>
              <a:defRPr/>
            </a:lvl1pPr>
            <a:lvl2pPr marL="357542" indent="0">
              <a:buClr>
                <a:schemeClr val="tx1"/>
              </a:buClr>
              <a:buFont typeface="Arial" panose="020B0604020202020204" pitchFamily="34" charset="0"/>
              <a:buNone/>
              <a:defRPr/>
            </a:lvl2pPr>
            <a:lvl3pPr marL="719982" indent="0">
              <a:buClr>
                <a:schemeClr val="tx1"/>
              </a:buClr>
              <a:buFont typeface="Arial" panose="020B0604020202020204" pitchFamily="34" charset="0"/>
              <a:buNone/>
              <a:defRPr/>
            </a:lvl3pPr>
            <a:lvl4pPr marL="1081424" indent="0">
              <a:buClr>
                <a:schemeClr val="tx1"/>
              </a:buClr>
              <a:buFont typeface="Arial" panose="020B0604020202020204" pitchFamily="34" charset="0"/>
              <a:buNone/>
              <a:defRPr/>
            </a:lvl4pPr>
            <a:lvl5pPr marL="1439964" indent="0">
              <a:buClr>
                <a:schemeClr val="tx1"/>
              </a:buClr>
              <a:buFont typeface="Arial" panose="020B0604020202020204" pitchFamily="34" charset="0"/>
              <a:buNone/>
              <a:defRPr/>
            </a:lvl5pPr>
          </a:lstStyle>
          <a:p>
            <a:pPr lvl="0"/>
            <a:r>
              <a:rPr lang="en-GB"/>
              <a:t>Click to enter text content. </a:t>
            </a:r>
            <a:r>
              <a:rPr lang="en-US"/>
              <a:t>If text content appears too large please reduce the size of the font.</a:t>
            </a:r>
            <a:endParaRPr lang="en-GB"/>
          </a:p>
        </p:txBody>
      </p:sp>
      <p:sp>
        <p:nvSpPr>
          <p:cNvPr id="20" name="Picture Placeholder 8"/>
          <p:cNvSpPr>
            <a:spLocks noGrp="1"/>
          </p:cNvSpPr>
          <p:nvPr>
            <p:ph type="pic" sz="quarter" idx="14" hasCustomPrompt="1"/>
          </p:nvPr>
        </p:nvSpPr>
        <p:spPr>
          <a:xfrm>
            <a:off x="6223001" y="1303338"/>
            <a:ext cx="5602288" cy="2049077"/>
          </a:xfrm>
          <a:prstGeom prst="roundRect">
            <a:avLst>
              <a:gd name="adj" fmla="val 8542"/>
            </a:avLst>
          </a:prstGeom>
          <a:solidFill>
            <a:schemeClr val="bg1">
              <a:lumMod val="95000"/>
            </a:schemeClr>
          </a:solidFill>
          <a:ln>
            <a:noFill/>
          </a:ln>
        </p:spPr>
        <p:txBody>
          <a:bodyPr lIns="0" tIns="180000" rIns="0" bIns="72000" anchor="ctr">
            <a:noAutofit/>
          </a:bodyPr>
          <a:lstStyle>
            <a:lvl1pPr marL="0" indent="0" algn="ctr">
              <a:buNone/>
              <a:defRPr sz="1600" i="0" baseline="0">
                <a:solidFill>
                  <a:schemeClr val="tx1"/>
                </a:solidFill>
              </a:defRPr>
            </a:lvl1pPr>
          </a:lstStyle>
          <a:p>
            <a:r>
              <a:rPr lang="en-GB"/>
              <a:t>[Click here to insert image]</a:t>
            </a:r>
            <a:br>
              <a:rPr lang="en-GB"/>
            </a:br>
            <a:br>
              <a:rPr lang="en-GB"/>
            </a:br>
            <a:br>
              <a:rPr lang="en-GB"/>
            </a:br>
            <a:r>
              <a:rPr lang="en-GB"/>
              <a:t>[</a:t>
            </a:r>
            <a:r>
              <a:rPr lang="en-US"/>
              <a:t>The image can then be scaled within the frame by </a:t>
            </a:r>
            <a:br>
              <a:rPr lang="en-US"/>
            </a:br>
            <a:r>
              <a:rPr lang="en-US"/>
              <a:t>using the ‘Crop’ feature in the ‘Picture Format’ tab </a:t>
            </a:r>
            <a:br>
              <a:rPr lang="en-US"/>
            </a:br>
            <a:r>
              <a:rPr lang="en-US"/>
              <a:t>of the ribbon. Right click on image to add/edit alt text]</a:t>
            </a:r>
            <a:endParaRPr lang="en-GB"/>
          </a:p>
        </p:txBody>
      </p:sp>
      <p:sp>
        <p:nvSpPr>
          <p:cNvPr id="21" name="Text Placeholder 7"/>
          <p:cNvSpPr>
            <a:spLocks noGrp="1"/>
          </p:cNvSpPr>
          <p:nvPr>
            <p:ph type="body" sz="quarter" idx="26" hasCustomPrompt="1"/>
          </p:nvPr>
        </p:nvSpPr>
        <p:spPr>
          <a:xfrm>
            <a:off x="6223001" y="3383480"/>
            <a:ext cx="5602287" cy="298800"/>
          </a:xfrm>
          <a:prstGeom prst="rect">
            <a:avLst/>
          </a:prstGeom>
        </p:spPr>
        <p:txBody>
          <a:bodyPr lIns="0" tIns="0" rIns="0" bIns="0">
            <a:noAutofit/>
          </a:bodyPr>
          <a:lstStyle>
            <a:lvl1pPr marL="0" indent="0">
              <a:spcBef>
                <a:spcPts val="0"/>
              </a:spcBef>
              <a:spcAft>
                <a:spcPts val="0"/>
              </a:spcAft>
              <a:buNone/>
              <a:defRPr sz="8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a:t>Insert Source text</a:t>
            </a:r>
          </a:p>
        </p:txBody>
      </p:sp>
      <p:sp>
        <p:nvSpPr>
          <p:cNvPr id="35" name="Picture Placeholder 8"/>
          <p:cNvSpPr>
            <a:spLocks noGrp="1" noChangeAspect="1"/>
          </p:cNvSpPr>
          <p:nvPr>
            <p:ph type="pic" sz="quarter" idx="27" hasCustomPrompt="1"/>
          </p:nvPr>
        </p:nvSpPr>
        <p:spPr>
          <a:xfrm>
            <a:off x="6223001" y="3713345"/>
            <a:ext cx="5602288" cy="2048029"/>
          </a:xfrm>
          <a:prstGeom prst="roundRect">
            <a:avLst>
              <a:gd name="adj" fmla="val 8498"/>
            </a:avLst>
          </a:prstGeom>
          <a:solidFill>
            <a:schemeClr val="bg1">
              <a:lumMod val="95000"/>
            </a:schemeClr>
          </a:solidFill>
          <a:ln>
            <a:noFill/>
          </a:ln>
        </p:spPr>
        <p:txBody>
          <a:bodyPr lIns="0" tIns="180000" rIns="0" bIns="72000" anchor="ctr">
            <a:noAutofit/>
          </a:bodyPr>
          <a:lstStyle>
            <a:lvl1pPr marL="0" indent="0" algn="ctr">
              <a:buNone/>
              <a:defRPr sz="1600" i="0" baseline="0">
                <a:solidFill>
                  <a:schemeClr val="tx1"/>
                </a:solidFill>
              </a:defRPr>
            </a:lvl1pPr>
          </a:lstStyle>
          <a:p>
            <a:r>
              <a:rPr lang="en-GB"/>
              <a:t>[Click here to insert image]</a:t>
            </a:r>
            <a:br>
              <a:rPr lang="en-GB"/>
            </a:br>
            <a:br>
              <a:rPr lang="en-GB"/>
            </a:br>
            <a:br>
              <a:rPr lang="en-GB"/>
            </a:br>
            <a:r>
              <a:rPr lang="en-GB"/>
              <a:t>[</a:t>
            </a:r>
            <a:r>
              <a:rPr lang="en-US"/>
              <a:t>The image can then be scaled within the frame by </a:t>
            </a:r>
            <a:br>
              <a:rPr lang="en-US"/>
            </a:br>
            <a:r>
              <a:rPr lang="en-US"/>
              <a:t>using the ‘Crop’ feature in the ‘Picture Format’ tab </a:t>
            </a:r>
            <a:br>
              <a:rPr lang="en-US"/>
            </a:br>
            <a:r>
              <a:rPr lang="en-US"/>
              <a:t>of the ribbon. Right click on image to add/edit alt text]</a:t>
            </a:r>
            <a:endParaRPr lang="en-GB"/>
          </a:p>
        </p:txBody>
      </p:sp>
      <p:sp>
        <p:nvSpPr>
          <p:cNvPr id="36" name="Text Placeholder 7"/>
          <p:cNvSpPr>
            <a:spLocks noGrp="1"/>
          </p:cNvSpPr>
          <p:nvPr>
            <p:ph type="body" sz="quarter" idx="28" hasCustomPrompt="1"/>
          </p:nvPr>
        </p:nvSpPr>
        <p:spPr>
          <a:xfrm>
            <a:off x="6223001" y="5792438"/>
            <a:ext cx="5602287" cy="298800"/>
          </a:xfrm>
          <a:prstGeom prst="rect">
            <a:avLst/>
          </a:prstGeom>
        </p:spPr>
        <p:txBody>
          <a:bodyPr lIns="0" tIns="0" rIns="0" bIns="0">
            <a:noAutofit/>
          </a:bodyPr>
          <a:lstStyle>
            <a:lvl1pPr marL="0" indent="0">
              <a:spcBef>
                <a:spcPts val="0"/>
              </a:spcBef>
              <a:spcAft>
                <a:spcPts val="0"/>
              </a:spcAft>
              <a:buNone/>
              <a:defRPr sz="8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a:t>Insert Source text</a:t>
            </a:r>
          </a:p>
        </p:txBody>
      </p:sp>
      <p:sp>
        <p:nvSpPr>
          <p:cNvPr id="12" name="Title 1">
            <a:extLst>
              <a:ext uri="{FF2B5EF4-FFF2-40B4-BE49-F238E27FC236}">
                <a16:creationId xmlns:a16="http://schemas.microsoft.com/office/drawing/2014/main" id="{A6A279A2-5C44-FF2E-B384-6E6E2D4B3927}"/>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3" name="Subtitle 2">
            <a:extLst>
              <a:ext uri="{FF2B5EF4-FFF2-40B4-BE49-F238E27FC236}">
                <a16:creationId xmlns:a16="http://schemas.microsoft.com/office/drawing/2014/main" id="{AA0BC10E-676C-5CAF-16CC-96A54F223F7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6" name="Freeform: Shape 15">
            <a:extLst>
              <a:ext uri="{FF2B5EF4-FFF2-40B4-BE49-F238E27FC236}">
                <a16:creationId xmlns:a16="http://schemas.microsoft.com/office/drawing/2014/main" id="{3C5935EB-46DA-41B4-C62C-331192886E84}"/>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FFB077E6-A497-BD51-F093-6A35A273C691}"/>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Date Placeholder 2">
            <a:extLst>
              <a:ext uri="{FF2B5EF4-FFF2-40B4-BE49-F238E27FC236}">
                <a16:creationId xmlns:a16="http://schemas.microsoft.com/office/drawing/2014/main" id="{9D5194C5-4A8C-F771-D2C4-1689E222159A}"/>
              </a:ext>
            </a:extLst>
          </p:cNvPr>
          <p:cNvSpPr>
            <a:spLocks noGrp="1"/>
          </p:cNvSpPr>
          <p:nvPr>
            <p:ph type="dt" sz="half" idx="29"/>
          </p:nvPr>
        </p:nvSpPr>
        <p:spPr/>
        <p:txBody>
          <a:bodyPr/>
          <a:lstStyle/>
          <a:p>
            <a:fld id="{346B58B4-0D72-4C8B-9355-854FB5782278}" type="datetime4">
              <a:rPr lang="en-GB" smtClean="0"/>
              <a:pPr/>
              <a:t>22 July 2025</a:t>
            </a:fld>
            <a:endParaRPr lang="en-GB"/>
          </a:p>
        </p:txBody>
      </p:sp>
      <p:sp>
        <p:nvSpPr>
          <p:cNvPr id="4" name="Footer Placeholder 3">
            <a:extLst>
              <a:ext uri="{FF2B5EF4-FFF2-40B4-BE49-F238E27FC236}">
                <a16:creationId xmlns:a16="http://schemas.microsoft.com/office/drawing/2014/main" id="{82F47273-C0C3-41E8-6B8B-DB4169F9F136}"/>
              </a:ext>
            </a:extLst>
          </p:cNvPr>
          <p:cNvSpPr>
            <a:spLocks noGrp="1"/>
          </p:cNvSpPr>
          <p:nvPr>
            <p:ph type="ftr" sz="quarter" idx="30"/>
          </p:nvPr>
        </p:nvSpPr>
        <p:spPr/>
        <p:txBody>
          <a:bodyPr/>
          <a:lstStyle/>
          <a:p>
            <a:endParaRPr lang="en-GB"/>
          </a:p>
        </p:txBody>
      </p:sp>
      <p:sp>
        <p:nvSpPr>
          <p:cNvPr id="6" name="Slide Number Placeholder 5">
            <a:extLst>
              <a:ext uri="{FF2B5EF4-FFF2-40B4-BE49-F238E27FC236}">
                <a16:creationId xmlns:a16="http://schemas.microsoft.com/office/drawing/2014/main" id="{C11B311B-7645-A98A-D49A-2DA2267BD696}"/>
              </a:ext>
            </a:extLst>
          </p:cNvPr>
          <p:cNvSpPr>
            <a:spLocks noGrp="1"/>
          </p:cNvSpPr>
          <p:nvPr>
            <p:ph type="sldNum" sz="quarter" idx="31"/>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2336413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wo Image and Text 2">
    <p:spTree>
      <p:nvGrpSpPr>
        <p:cNvPr id="1" name=""/>
        <p:cNvGrpSpPr/>
        <p:nvPr/>
      </p:nvGrpSpPr>
      <p:grpSpPr>
        <a:xfrm>
          <a:off x="0" y="0"/>
          <a:ext cx="0" cy="0"/>
          <a:chOff x="0" y="0"/>
          <a:chExt cx="0" cy="0"/>
        </a:xfrm>
      </p:grpSpPr>
      <p:sp>
        <p:nvSpPr>
          <p:cNvPr id="19" name="Text Placeholder 6"/>
          <p:cNvSpPr>
            <a:spLocks noGrp="1"/>
          </p:cNvSpPr>
          <p:nvPr>
            <p:ph type="body" sz="quarter" idx="13" hasCustomPrompt="1"/>
          </p:nvPr>
        </p:nvSpPr>
        <p:spPr>
          <a:xfrm>
            <a:off x="365125" y="1303338"/>
            <a:ext cx="3652838" cy="4785927"/>
          </a:xfrm>
          <a:prstGeom prst="rect">
            <a:avLst/>
          </a:prstGeom>
        </p:spPr>
        <p:txBody>
          <a:bodyPr lIns="36000" tIns="36000" rIns="36000" bIns="36000">
            <a:noAutofit/>
          </a:bodyPr>
          <a:lstStyle>
            <a:lvl1pPr marL="0" indent="0">
              <a:buClr>
                <a:schemeClr val="tx2"/>
              </a:buClr>
              <a:buFont typeface="Arial" panose="020B0604020202020204" pitchFamily="34" charset="0"/>
              <a:buNone/>
              <a:defRPr/>
            </a:lvl1pPr>
            <a:lvl2pPr marL="357542" indent="0">
              <a:buClr>
                <a:schemeClr val="tx1"/>
              </a:buClr>
              <a:buFont typeface="Arial" panose="020B0604020202020204" pitchFamily="34" charset="0"/>
              <a:buNone/>
              <a:defRPr/>
            </a:lvl2pPr>
            <a:lvl3pPr marL="719982" indent="0">
              <a:buClr>
                <a:schemeClr val="tx1"/>
              </a:buClr>
              <a:buFont typeface="Arial" panose="020B0604020202020204" pitchFamily="34" charset="0"/>
              <a:buNone/>
              <a:defRPr/>
            </a:lvl3pPr>
            <a:lvl4pPr marL="1081424" indent="0">
              <a:buClr>
                <a:schemeClr val="tx1"/>
              </a:buClr>
              <a:buFont typeface="Arial" panose="020B0604020202020204" pitchFamily="34" charset="0"/>
              <a:buNone/>
              <a:defRPr/>
            </a:lvl4pPr>
            <a:lvl5pPr marL="1439964" indent="0">
              <a:buClr>
                <a:schemeClr val="tx1"/>
              </a:buClr>
              <a:buFont typeface="Arial" panose="020B0604020202020204" pitchFamily="34" charset="0"/>
              <a:buNone/>
              <a:defRPr/>
            </a:lvl5pPr>
          </a:lstStyle>
          <a:p>
            <a:pPr lvl="0"/>
            <a:r>
              <a:rPr lang="en-GB"/>
              <a:t>Click to enter text content. </a:t>
            </a:r>
            <a:r>
              <a:rPr lang="en-US"/>
              <a:t>If text content appears too large please reduce the size of the font.</a:t>
            </a:r>
            <a:endParaRPr lang="en-GB"/>
          </a:p>
        </p:txBody>
      </p:sp>
      <p:sp>
        <p:nvSpPr>
          <p:cNvPr id="20" name="Picture Placeholder 8"/>
          <p:cNvSpPr>
            <a:spLocks noGrp="1"/>
          </p:cNvSpPr>
          <p:nvPr>
            <p:ph type="pic" sz="quarter" idx="14" hasCustomPrompt="1"/>
          </p:nvPr>
        </p:nvSpPr>
        <p:spPr>
          <a:xfrm>
            <a:off x="4270375" y="1303338"/>
            <a:ext cx="3649663" cy="4471820"/>
          </a:xfrm>
          <a:prstGeom prst="roundRect">
            <a:avLst>
              <a:gd name="adj" fmla="val 4843"/>
            </a:avLst>
          </a:prstGeom>
          <a:solidFill>
            <a:schemeClr val="bg1">
              <a:lumMod val="95000"/>
            </a:schemeClr>
          </a:solidFill>
          <a:ln>
            <a:noFill/>
          </a:ln>
        </p:spPr>
        <p:txBody>
          <a:bodyPr lIns="0" tIns="180000" rIns="0" bIns="72000" anchor="ctr">
            <a:noAutofit/>
          </a:bodyPr>
          <a:lstStyle>
            <a:lvl1pPr marL="0" indent="0" algn="ctr">
              <a:buNone/>
              <a:defRPr sz="1800" i="0" baseline="0">
                <a:solidFill>
                  <a:schemeClr val="tx1"/>
                </a:solidFill>
              </a:defRPr>
            </a:lvl1pPr>
          </a:lstStyle>
          <a:p>
            <a:r>
              <a:rPr lang="en-GB"/>
              <a:t>[Click here to insert image]</a:t>
            </a: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endParaRPr lang="en-GB"/>
          </a:p>
        </p:txBody>
      </p:sp>
      <p:sp>
        <p:nvSpPr>
          <p:cNvPr id="21" name="Text Placeholder 7"/>
          <p:cNvSpPr>
            <a:spLocks noGrp="1"/>
          </p:cNvSpPr>
          <p:nvPr>
            <p:ph type="body" sz="quarter" idx="26" hasCustomPrompt="1"/>
          </p:nvPr>
        </p:nvSpPr>
        <p:spPr>
          <a:xfrm>
            <a:off x="4270376" y="5790465"/>
            <a:ext cx="3650970" cy="298800"/>
          </a:xfrm>
          <a:prstGeom prst="rect">
            <a:avLst/>
          </a:prstGeom>
        </p:spPr>
        <p:txBody>
          <a:bodyPr lIns="0" tIns="0" rIns="0" bIns="0">
            <a:noAutofit/>
          </a:bodyPr>
          <a:lstStyle>
            <a:lvl1pPr marL="0" indent="0">
              <a:spcBef>
                <a:spcPts val="0"/>
              </a:spcBef>
              <a:spcAft>
                <a:spcPts val="0"/>
              </a:spcAft>
              <a:buNone/>
              <a:defRPr sz="8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a:t>Insert Source text</a:t>
            </a:r>
          </a:p>
        </p:txBody>
      </p:sp>
      <p:sp>
        <p:nvSpPr>
          <p:cNvPr id="35" name="Picture Placeholder 8"/>
          <p:cNvSpPr>
            <a:spLocks noGrp="1"/>
          </p:cNvSpPr>
          <p:nvPr>
            <p:ph type="pic" sz="quarter" idx="27" hasCustomPrompt="1"/>
          </p:nvPr>
        </p:nvSpPr>
        <p:spPr>
          <a:xfrm>
            <a:off x="8172450" y="1303338"/>
            <a:ext cx="3650400" cy="4471200"/>
          </a:xfrm>
          <a:prstGeom prst="roundRect">
            <a:avLst>
              <a:gd name="adj" fmla="val 5084"/>
            </a:avLst>
          </a:prstGeom>
          <a:solidFill>
            <a:schemeClr val="bg1">
              <a:lumMod val="95000"/>
            </a:schemeClr>
          </a:solidFill>
          <a:ln>
            <a:noFill/>
          </a:ln>
        </p:spPr>
        <p:txBody>
          <a:bodyPr lIns="0" tIns="180000" rIns="0" bIns="72000" anchor="ctr">
            <a:noAutofit/>
          </a:bodyPr>
          <a:lstStyle>
            <a:lvl1pPr marL="0" indent="0" algn="ctr">
              <a:buNone/>
              <a:defRPr sz="1800" i="0" baseline="0">
                <a:solidFill>
                  <a:schemeClr val="tx1"/>
                </a:solidFill>
              </a:defRPr>
            </a:lvl1pPr>
          </a:lstStyle>
          <a:p>
            <a:r>
              <a:rPr lang="en-GB"/>
              <a:t>[Click here to insert image]</a:t>
            </a: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endParaRPr lang="en-GB"/>
          </a:p>
        </p:txBody>
      </p:sp>
      <p:sp>
        <p:nvSpPr>
          <p:cNvPr id="36" name="Text Placeholder 7"/>
          <p:cNvSpPr>
            <a:spLocks noGrp="1"/>
          </p:cNvSpPr>
          <p:nvPr>
            <p:ph type="body" sz="quarter" idx="28" hasCustomPrompt="1"/>
          </p:nvPr>
        </p:nvSpPr>
        <p:spPr>
          <a:xfrm>
            <a:off x="8172450" y="5792438"/>
            <a:ext cx="3652838" cy="298800"/>
          </a:xfrm>
          <a:prstGeom prst="rect">
            <a:avLst/>
          </a:prstGeom>
        </p:spPr>
        <p:txBody>
          <a:bodyPr lIns="0" tIns="0" rIns="0" bIns="0">
            <a:noAutofit/>
          </a:bodyPr>
          <a:lstStyle>
            <a:lvl1pPr marL="0" indent="0">
              <a:spcBef>
                <a:spcPts val="0"/>
              </a:spcBef>
              <a:spcAft>
                <a:spcPts val="0"/>
              </a:spcAft>
              <a:buNone/>
              <a:defRPr sz="8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a:t>Insert Source text</a:t>
            </a:r>
          </a:p>
        </p:txBody>
      </p:sp>
      <p:sp>
        <p:nvSpPr>
          <p:cNvPr id="12" name="Title 1">
            <a:extLst>
              <a:ext uri="{FF2B5EF4-FFF2-40B4-BE49-F238E27FC236}">
                <a16:creationId xmlns:a16="http://schemas.microsoft.com/office/drawing/2014/main" id="{62258698-286C-88FD-70CB-ECDC7EEFE76B}"/>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3" name="Subtitle 2">
            <a:extLst>
              <a:ext uri="{FF2B5EF4-FFF2-40B4-BE49-F238E27FC236}">
                <a16:creationId xmlns:a16="http://schemas.microsoft.com/office/drawing/2014/main" id="{9D5C8553-9D06-642B-D0A0-1E6DF4F5CE6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6" name="Freeform: Shape 15">
            <a:extLst>
              <a:ext uri="{FF2B5EF4-FFF2-40B4-BE49-F238E27FC236}">
                <a16:creationId xmlns:a16="http://schemas.microsoft.com/office/drawing/2014/main" id="{6C8E6EBF-1077-88CA-250A-BC3D173D6251}"/>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892829F7-D00B-D1D9-8C3F-B46975A49CE1}"/>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Date Placeholder 2">
            <a:extLst>
              <a:ext uri="{FF2B5EF4-FFF2-40B4-BE49-F238E27FC236}">
                <a16:creationId xmlns:a16="http://schemas.microsoft.com/office/drawing/2014/main" id="{247E8828-EB71-0369-A18F-764AF5D38A71}"/>
              </a:ext>
            </a:extLst>
          </p:cNvPr>
          <p:cNvSpPr>
            <a:spLocks noGrp="1"/>
          </p:cNvSpPr>
          <p:nvPr>
            <p:ph type="dt" sz="half" idx="29"/>
          </p:nvPr>
        </p:nvSpPr>
        <p:spPr/>
        <p:txBody>
          <a:bodyPr/>
          <a:lstStyle/>
          <a:p>
            <a:fld id="{346B58B4-0D72-4C8B-9355-854FB5782278}" type="datetime4">
              <a:rPr lang="en-GB" smtClean="0"/>
              <a:pPr/>
              <a:t>22 July 2025</a:t>
            </a:fld>
            <a:endParaRPr lang="en-GB"/>
          </a:p>
        </p:txBody>
      </p:sp>
      <p:sp>
        <p:nvSpPr>
          <p:cNvPr id="4" name="Footer Placeholder 3">
            <a:extLst>
              <a:ext uri="{FF2B5EF4-FFF2-40B4-BE49-F238E27FC236}">
                <a16:creationId xmlns:a16="http://schemas.microsoft.com/office/drawing/2014/main" id="{A6935FD9-63CF-D14D-8261-9C6BBC8EBE63}"/>
              </a:ext>
            </a:extLst>
          </p:cNvPr>
          <p:cNvSpPr>
            <a:spLocks noGrp="1"/>
          </p:cNvSpPr>
          <p:nvPr>
            <p:ph type="ftr" sz="quarter" idx="30"/>
          </p:nvPr>
        </p:nvSpPr>
        <p:spPr/>
        <p:txBody>
          <a:bodyPr/>
          <a:lstStyle/>
          <a:p>
            <a:endParaRPr lang="en-GB"/>
          </a:p>
        </p:txBody>
      </p:sp>
      <p:sp>
        <p:nvSpPr>
          <p:cNvPr id="6" name="Slide Number Placeholder 5">
            <a:extLst>
              <a:ext uri="{FF2B5EF4-FFF2-40B4-BE49-F238E27FC236}">
                <a16:creationId xmlns:a16="http://schemas.microsoft.com/office/drawing/2014/main" id="{13EA93AF-E163-1DF3-8FAB-0442AED9B00A}"/>
              </a:ext>
            </a:extLst>
          </p:cNvPr>
          <p:cNvSpPr>
            <a:spLocks noGrp="1"/>
          </p:cNvSpPr>
          <p:nvPr>
            <p:ph type="sldNum" sz="quarter" idx="31"/>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42642598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Tabl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7CB5633-6431-4284-9ADB-4E6151258883}"/>
              </a:ext>
            </a:extLst>
          </p:cNvPr>
          <p:cNvSpPr>
            <a:spLocks noGrp="1"/>
          </p:cNvSpPr>
          <p:nvPr>
            <p:ph type="dt" sz="half" idx="30"/>
          </p:nvPr>
        </p:nvSpPr>
        <p:spPr/>
        <p:txBody>
          <a:bodyPr/>
          <a:lstStyle/>
          <a:p>
            <a:fld id="{11AFB533-57EF-4766-9D87-DAD3C67F4A40}" type="datetime4">
              <a:rPr lang="en-GB" smtClean="0"/>
              <a:t>22 July 2025</a:t>
            </a:fld>
            <a:endParaRPr lang="en-GB"/>
          </a:p>
        </p:txBody>
      </p:sp>
      <p:sp>
        <p:nvSpPr>
          <p:cNvPr id="5" name="Footer Placeholder 4">
            <a:extLst>
              <a:ext uri="{FF2B5EF4-FFF2-40B4-BE49-F238E27FC236}">
                <a16:creationId xmlns:a16="http://schemas.microsoft.com/office/drawing/2014/main" id="{195C4D40-638F-40AA-882E-9A6164C79568}"/>
              </a:ext>
            </a:extLst>
          </p:cNvPr>
          <p:cNvSpPr>
            <a:spLocks noGrp="1"/>
          </p:cNvSpPr>
          <p:nvPr>
            <p:ph type="ftr" sz="quarter" idx="31"/>
          </p:nvPr>
        </p:nvSpPr>
        <p:spPr/>
        <p:txBody>
          <a:bodyPr/>
          <a:lstStyle/>
          <a:p>
            <a:endParaRPr lang="en-GB"/>
          </a:p>
        </p:txBody>
      </p:sp>
      <p:sp>
        <p:nvSpPr>
          <p:cNvPr id="9" name="Slide Number Placeholder 8">
            <a:extLst>
              <a:ext uri="{FF2B5EF4-FFF2-40B4-BE49-F238E27FC236}">
                <a16:creationId xmlns:a16="http://schemas.microsoft.com/office/drawing/2014/main" id="{223E44AE-F798-4C55-8F91-872E4A737927}"/>
              </a:ext>
            </a:extLst>
          </p:cNvPr>
          <p:cNvSpPr>
            <a:spLocks noGrp="1"/>
          </p:cNvSpPr>
          <p:nvPr>
            <p:ph type="sldNum" sz="quarter" idx="32"/>
          </p:nvPr>
        </p:nvSpPr>
        <p:spPr/>
        <p:txBody>
          <a:bodyPr/>
          <a:lstStyle/>
          <a:p>
            <a:fld id="{9F9F533D-B52E-4A2F-BF72-0ADD2D94BD75}" type="slidenum">
              <a:rPr lang="en-GB" smtClean="0"/>
              <a:pPr/>
              <a:t>‹#›</a:t>
            </a:fld>
            <a:endParaRPr lang="en-GB"/>
          </a:p>
        </p:txBody>
      </p:sp>
      <p:sp>
        <p:nvSpPr>
          <p:cNvPr id="3" name="Text Placeholder 2">
            <a:extLst>
              <a:ext uri="{FF2B5EF4-FFF2-40B4-BE49-F238E27FC236}">
                <a16:creationId xmlns:a16="http://schemas.microsoft.com/office/drawing/2014/main" id="{328B3A39-D8B7-A2C0-89DB-5314F345D351}"/>
              </a:ext>
            </a:extLst>
          </p:cNvPr>
          <p:cNvSpPr>
            <a:spLocks noGrp="1"/>
          </p:cNvSpPr>
          <p:nvPr>
            <p:ph type="body" sz="quarter" idx="33" hasCustomPrompt="1"/>
          </p:nvPr>
        </p:nvSpPr>
        <p:spPr>
          <a:xfrm>
            <a:off x="365125" y="5792400"/>
            <a:ext cx="11460163" cy="298800"/>
          </a:xfrm>
        </p:spPr>
        <p:txBody>
          <a:bodyPr lIns="0" tIns="0" rIns="0" bIns="0" anchor="b">
            <a:noAutofit/>
          </a:bodyPr>
          <a:lstStyle>
            <a:lvl1pPr marL="0" indent="0">
              <a:buNone/>
              <a:defRPr sz="8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a:t>Insert Source text</a:t>
            </a:r>
          </a:p>
        </p:txBody>
      </p:sp>
      <p:sp>
        <p:nvSpPr>
          <p:cNvPr id="7" name="Table Placeholder 6">
            <a:extLst>
              <a:ext uri="{FF2B5EF4-FFF2-40B4-BE49-F238E27FC236}">
                <a16:creationId xmlns:a16="http://schemas.microsoft.com/office/drawing/2014/main" id="{2E2FA657-3A41-6C8A-7C73-5FF4D5761F76}"/>
              </a:ext>
            </a:extLst>
          </p:cNvPr>
          <p:cNvSpPr>
            <a:spLocks noGrp="1"/>
          </p:cNvSpPr>
          <p:nvPr>
            <p:ph type="tbl" sz="quarter" idx="34" hasCustomPrompt="1"/>
          </p:nvPr>
        </p:nvSpPr>
        <p:spPr>
          <a:xfrm>
            <a:off x="365119" y="1303338"/>
            <a:ext cx="11459625" cy="4489450"/>
          </a:xfrm>
        </p:spPr>
        <p:txBody>
          <a:bodyPr lIns="36000" rIns="36000">
            <a:noAutofit/>
          </a:bodyPr>
          <a:lstStyle>
            <a:lvl1pPr marL="0" indent="0">
              <a:buNone/>
              <a:defRPr/>
            </a:lvl1pPr>
          </a:lstStyle>
          <a:p>
            <a:r>
              <a:rPr lang="en-GB"/>
              <a:t>[Click TABLE icon to insert table.]</a:t>
            </a:r>
          </a:p>
        </p:txBody>
      </p:sp>
      <p:sp>
        <p:nvSpPr>
          <p:cNvPr id="10" name="Title 1">
            <a:extLst>
              <a:ext uri="{FF2B5EF4-FFF2-40B4-BE49-F238E27FC236}">
                <a16:creationId xmlns:a16="http://schemas.microsoft.com/office/drawing/2014/main" id="{F7A4EB32-D948-C409-F1E5-9F712310D58D}"/>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1E30107F-6B57-65E7-BD35-CCB493B8D6D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4" name="Freeform: Shape 13">
            <a:extLst>
              <a:ext uri="{FF2B5EF4-FFF2-40B4-BE49-F238E27FC236}">
                <a16:creationId xmlns:a16="http://schemas.microsoft.com/office/drawing/2014/main" id="{0F611BFB-31C6-6656-90B9-BB1C81967B2F}"/>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CFC215B3-1FB2-8234-43A0-F10081D89FE6}"/>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4237587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and Graph">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7CB5633-6431-4284-9ADB-4E6151258883}"/>
              </a:ext>
            </a:extLst>
          </p:cNvPr>
          <p:cNvSpPr>
            <a:spLocks noGrp="1"/>
          </p:cNvSpPr>
          <p:nvPr>
            <p:ph type="dt" sz="half" idx="30"/>
          </p:nvPr>
        </p:nvSpPr>
        <p:spPr/>
        <p:txBody>
          <a:bodyPr/>
          <a:lstStyle/>
          <a:p>
            <a:fld id="{84741D83-B006-4893-8541-66BA34E08C4B}" type="datetime4">
              <a:rPr lang="en-GB" smtClean="0"/>
              <a:t>22 July 2025</a:t>
            </a:fld>
            <a:endParaRPr lang="en-GB"/>
          </a:p>
        </p:txBody>
      </p:sp>
      <p:sp>
        <p:nvSpPr>
          <p:cNvPr id="5" name="Footer Placeholder 4">
            <a:extLst>
              <a:ext uri="{FF2B5EF4-FFF2-40B4-BE49-F238E27FC236}">
                <a16:creationId xmlns:a16="http://schemas.microsoft.com/office/drawing/2014/main" id="{195C4D40-638F-40AA-882E-9A6164C79568}"/>
              </a:ext>
            </a:extLst>
          </p:cNvPr>
          <p:cNvSpPr>
            <a:spLocks noGrp="1"/>
          </p:cNvSpPr>
          <p:nvPr>
            <p:ph type="ftr" sz="quarter" idx="31"/>
          </p:nvPr>
        </p:nvSpPr>
        <p:spPr/>
        <p:txBody>
          <a:bodyPr/>
          <a:lstStyle/>
          <a:p>
            <a:endParaRPr lang="en-GB"/>
          </a:p>
        </p:txBody>
      </p:sp>
      <p:sp>
        <p:nvSpPr>
          <p:cNvPr id="9" name="Slide Number Placeholder 8">
            <a:extLst>
              <a:ext uri="{FF2B5EF4-FFF2-40B4-BE49-F238E27FC236}">
                <a16:creationId xmlns:a16="http://schemas.microsoft.com/office/drawing/2014/main" id="{223E44AE-F798-4C55-8F91-872E4A737927}"/>
              </a:ext>
            </a:extLst>
          </p:cNvPr>
          <p:cNvSpPr>
            <a:spLocks noGrp="1"/>
          </p:cNvSpPr>
          <p:nvPr>
            <p:ph type="sldNum" sz="quarter" idx="32"/>
          </p:nvPr>
        </p:nvSpPr>
        <p:spPr/>
        <p:txBody>
          <a:bodyPr/>
          <a:lstStyle/>
          <a:p>
            <a:fld id="{9F9F533D-B52E-4A2F-BF72-0ADD2D94BD75}" type="slidenum">
              <a:rPr lang="en-GB" smtClean="0"/>
              <a:pPr/>
              <a:t>‹#›</a:t>
            </a:fld>
            <a:endParaRPr lang="en-GB"/>
          </a:p>
        </p:txBody>
      </p:sp>
      <p:sp>
        <p:nvSpPr>
          <p:cNvPr id="3" name="Text Placeholder 2">
            <a:extLst>
              <a:ext uri="{FF2B5EF4-FFF2-40B4-BE49-F238E27FC236}">
                <a16:creationId xmlns:a16="http://schemas.microsoft.com/office/drawing/2014/main" id="{328B3A39-D8B7-A2C0-89DB-5314F345D351}"/>
              </a:ext>
            </a:extLst>
          </p:cNvPr>
          <p:cNvSpPr>
            <a:spLocks noGrp="1"/>
          </p:cNvSpPr>
          <p:nvPr>
            <p:ph type="body" sz="quarter" idx="33" hasCustomPrompt="1"/>
          </p:nvPr>
        </p:nvSpPr>
        <p:spPr>
          <a:xfrm>
            <a:off x="366713" y="5792400"/>
            <a:ext cx="11460164" cy="298800"/>
          </a:xfrm>
        </p:spPr>
        <p:txBody>
          <a:bodyPr lIns="0" tIns="0" rIns="0" bIns="0" anchor="b">
            <a:noAutofit/>
          </a:bodyPr>
          <a:lstStyle>
            <a:lvl1pPr marL="0" indent="0">
              <a:buNone/>
              <a:defRPr sz="8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a:t>Insert Source text</a:t>
            </a:r>
          </a:p>
        </p:txBody>
      </p:sp>
      <p:sp>
        <p:nvSpPr>
          <p:cNvPr id="7" name="Chart Placeholder 6">
            <a:extLst>
              <a:ext uri="{FF2B5EF4-FFF2-40B4-BE49-F238E27FC236}">
                <a16:creationId xmlns:a16="http://schemas.microsoft.com/office/drawing/2014/main" id="{8994D5C1-7836-1E91-87FA-56E472221EB3}"/>
              </a:ext>
            </a:extLst>
          </p:cNvPr>
          <p:cNvSpPr>
            <a:spLocks noGrp="1"/>
          </p:cNvSpPr>
          <p:nvPr>
            <p:ph type="chart" sz="quarter" idx="34" hasCustomPrompt="1"/>
          </p:nvPr>
        </p:nvSpPr>
        <p:spPr>
          <a:xfrm>
            <a:off x="365125" y="1303338"/>
            <a:ext cx="11460163" cy="4489062"/>
          </a:xfrm>
        </p:spPr>
        <p:txBody>
          <a:bodyPr lIns="36000" rIns="36000">
            <a:noAutofit/>
          </a:bodyPr>
          <a:lstStyle>
            <a:lvl1pPr marL="0" indent="0">
              <a:buNone/>
              <a:defRPr/>
            </a:lvl1pPr>
          </a:lstStyle>
          <a:p>
            <a:r>
              <a:rPr lang="en-GB"/>
              <a:t>[Click CHART icons to insert chart.]</a:t>
            </a:r>
            <a:br>
              <a:rPr lang="en-GB"/>
            </a:br>
            <a:r>
              <a:rPr lang="en-US"/>
              <a:t>Please ensure your chart title, legend, x and y axis titles are minimum 12 pt, Arial black for accessibility. </a:t>
            </a:r>
          </a:p>
          <a:p>
            <a:endParaRPr lang="en-GB"/>
          </a:p>
          <a:p>
            <a:endParaRPr lang="en-GB"/>
          </a:p>
        </p:txBody>
      </p:sp>
      <p:sp>
        <p:nvSpPr>
          <p:cNvPr id="10" name="Title 1">
            <a:extLst>
              <a:ext uri="{FF2B5EF4-FFF2-40B4-BE49-F238E27FC236}">
                <a16:creationId xmlns:a16="http://schemas.microsoft.com/office/drawing/2014/main" id="{20CCEE79-8221-4C6C-2397-0791C954AA8D}"/>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4091ECF0-259D-F144-9708-B8296C87B04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4" name="Freeform: Shape 13">
            <a:extLst>
              <a:ext uri="{FF2B5EF4-FFF2-40B4-BE49-F238E27FC236}">
                <a16:creationId xmlns:a16="http://schemas.microsoft.com/office/drawing/2014/main" id="{C3FC0E92-53E2-6353-15B7-7028E9E80A82}"/>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BE617660-F2DC-E09E-FCD2-2D56713F40B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7765275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2E57A6D-CCB0-DF2D-0D9A-6184CE396941}"/>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FC42BDB7-A7FE-AA4E-3952-EBCCAC237C98}"/>
              </a:ext>
            </a:extLst>
          </p:cNvPr>
          <p:cNvSpPr>
            <a:spLocks noGrp="1"/>
          </p:cNvSpPr>
          <p:nvPr>
            <p:ph type="sldNum" sz="quarter" idx="11"/>
          </p:nvPr>
        </p:nvSpPr>
        <p:spPr/>
        <p:txBody>
          <a:bodyPr/>
          <a:lstStyle/>
          <a:p>
            <a:fld id="{9F9F533D-B52E-4A2F-BF72-0ADD2D94BD75}" type="slidenum">
              <a:rPr lang="en-GB" smtClean="0"/>
              <a:pPr/>
              <a:t>‹#›</a:t>
            </a:fld>
            <a:endParaRPr lang="en-GB"/>
          </a:p>
        </p:txBody>
      </p:sp>
      <p:sp>
        <p:nvSpPr>
          <p:cNvPr id="5" name="Date Placeholder 4">
            <a:extLst>
              <a:ext uri="{FF2B5EF4-FFF2-40B4-BE49-F238E27FC236}">
                <a16:creationId xmlns:a16="http://schemas.microsoft.com/office/drawing/2014/main" id="{676D6505-B9A2-3A36-B9B6-3E3CF07A64AF}"/>
              </a:ext>
            </a:extLst>
          </p:cNvPr>
          <p:cNvSpPr>
            <a:spLocks noGrp="1"/>
          </p:cNvSpPr>
          <p:nvPr>
            <p:ph type="dt" sz="half" idx="12"/>
          </p:nvPr>
        </p:nvSpPr>
        <p:spPr/>
        <p:txBody>
          <a:bodyPr/>
          <a:lstStyle/>
          <a:p>
            <a:fld id="{346B58B4-0D72-4C8B-9355-854FB5782278}" type="datetime4">
              <a:rPr lang="en-GB" smtClean="0"/>
              <a:t>22 July 2025</a:t>
            </a:fld>
            <a:endParaRPr lang="en-GB"/>
          </a:p>
        </p:txBody>
      </p:sp>
      <p:sp>
        <p:nvSpPr>
          <p:cNvPr id="7" name="Text Placeholder 6">
            <a:extLst>
              <a:ext uri="{FF2B5EF4-FFF2-40B4-BE49-F238E27FC236}">
                <a16:creationId xmlns:a16="http://schemas.microsoft.com/office/drawing/2014/main" id="{4B3924AB-56D4-343D-306B-195A924E9EF9}"/>
              </a:ext>
            </a:extLst>
          </p:cNvPr>
          <p:cNvSpPr>
            <a:spLocks noGrp="1"/>
          </p:cNvSpPr>
          <p:nvPr>
            <p:ph type="body" sz="quarter" idx="13" hasCustomPrompt="1"/>
          </p:nvPr>
        </p:nvSpPr>
        <p:spPr>
          <a:xfrm>
            <a:off x="365125" y="5792400"/>
            <a:ext cx="11460164" cy="298800"/>
          </a:xfrm>
        </p:spPr>
        <p:txBody>
          <a:bodyPr lIns="0" tIns="0" rIns="0" bIns="0" anchor="b">
            <a:noAutofit/>
          </a:bodyPr>
          <a:lstStyle>
            <a:lvl1pPr marL="0" indent="0">
              <a:buNone/>
              <a:defRPr sz="8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a:t>Insert Source text</a:t>
            </a:r>
          </a:p>
        </p:txBody>
      </p:sp>
      <p:sp>
        <p:nvSpPr>
          <p:cNvPr id="8" name="Title 1">
            <a:extLst>
              <a:ext uri="{FF2B5EF4-FFF2-40B4-BE49-F238E27FC236}">
                <a16:creationId xmlns:a16="http://schemas.microsoft.com/office/drawing/2014/main" id="{3484351E-5906-1465-ED52-DA75D3630DE8}"/>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9" name="Subtitle 2">
            <a:extLst>
              <a:ext uri="{FF2B5EF4-FFF2-40B4-BE49-F238E27FC236}">
                <a16:creationId xmlns:a16="http://schemas.microsoft.com/office/drawing/2014/main" id="{62BDBB70-10FD-DDED-C062-9AA92765646E}"/>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2" name="Freeform: Shape 11">
            <a:extLst>
              <a:ext uri="{FF2B5EF4-FFF2-40B4-BE49-F238E27FC236}">
                <a16:creationId xmlns:a16="http://schemas.microsoft.com/office/drawing/2014/main" id="{8DBDFC7D-EB75-1C71-FBB6-74679DF5FB23}"/>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BB627EE7-29BC-7E7B-5DF4-1D96E07AD3F9}"/>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4605084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DFB0EC8B-993B-9701-B3D4-2FBFA2652AA7}"/>
              </a:ext>
            </a:extLst>
          </p:cNvPr>
          <p:cNvSpPr>
            <a:spLocks noGrp="1"/>
          </p:cNvSpPr>
          <p:nvPr>
            <p:ph type="dt" sz="half" idx="11"/>
          </p:nvPr>
        </p:nvSpPr>
        <p:spPr/>
        <p:txBody>
          <a:bodyPr/>
          <a:lstStyle>
            <a:lvl1pPr>
              <a:defRPr>
                <a:solidFill>
                  <a:schemeClr val="bg1"/>
                </a:solidFill>
              </a:defRPr>
            </a:lvl1pPr>
          </a:lstStyle>
          <a:p>
            <a:fld id="{71B7B165-5683-4F5F-9FF2-907EF7B970C8}" type="datetime4">
              <a:rPr lang="en-GB" smtClean="0"/>
              <a:t>22 July 2025</a:t>
            </a:fld>
            <a:endParaRPr lang="en-GB"/>
          </a:p>
        </p:txBody>
      </p:sp>
      <p:sp>
        <p:nvSpPr>
          <p:cNvPr id="11" name="Footer Placeholder 10">
            <a:extLst>
              <a:ext uri="{FF2B5EF4-FFF2-40B4-BE49-F238E27FC236}">
                <a16:creationId xmlns:a16="http://schemas.microsoft.com/office/drawing/2014/main" id="{F4B64CB0-473B-DCCB-4EF6-AD2596727230}"/>
              </a:ext>
            </a:extLst>
          </p:cNvPr>
          <p:cNvSpPr>
            <a:spLocks noGrp="1"/>
          </p:cNvSpPr>
          <p:nvPr>
            <p:ph type="ftr" sz="quarter" idx="12"/>
          </p:nvPr>
        </p:nvSpPr>
        <p:spPr/>
        <p:txBody>
          <a:bodyPr/>
          <a:lstStyle>
            <a:lvl1pPr>
              <a:defRPr>
                <a:solidFill>
                  <a:schemeClr val="bg1"/>
                </a:solidFill>
              </a:defRPr>
            </a:lvl1pPr>
          </a:lstStyle>
          <a:p>
            <a:endParaRPr lang="en-GB"/>
          </a:p>
        </p:txBody>
      </p:sp>
      <p:sp>
        <p:nvSpPr>
          <p:cNvPr id="12" name="Slide Number Placeholder 11">
            <a:extLst>
              <a:ext uri="{FF2B5EF4-FFF2-40B4-BE49-F238E27FC236}">
                <a16:creationId xmlns:a16="http://schemas.microsoft.com/office/drawing/2014/main" id="{C70C223B-EC3F-01A9-ECD3-7E6A591C405E}"/>
              </a:ext>
            </a:extLst>
          </p:cNvPr>
          <p:cNvSpPr>
            <a:spLocks noGrp="1"/>
          </p:cNvSpPr>
          <p:nvPr>
            <p:ph type="sldNum" sz="quarter" idx="13"/>
          </p:nvPr>
        </p:nvSpPr>
        <p:spPr/>
        <p:txBody>
          <a:bodyPr/>
          <a:lstStyle>
            <a:lvl1pPr>
              <a:defRPr>
                <a:solidFill>
                  <a:schemeClr val="bg1"/>
                </a:solidFill>
              </a:defRPr>
            </a:lvl1pPr>
          </a:lstStyle>
          <a:p>
            <a:fld id="{9F9F533D-B52E-4A2F-BF72-0ADD2D94BD75}" type="slidenum">
              <a:rPr lang="en-GB" smtClean="0"/>
              <a:pPr/>
              <a:t>‹#›</a:t>
            </a:fld>
            <a:endParaRPr lang="en-GB"/>
          </a:p>
        </p:txBody>
      </p:sp>
      <p:sp>
        <p:nvSpPr>
          <p:cNvPr id="13" name="Text Placeholder 2">
            <a:extLst>
              <a:ext uri="{FF2B5EF4-FFF2-40B4-BE49-F238E27FC236}">
                <a16:creationId xmlns:a16="http://schemas.microsoft.com/office/drawing/2014/main" id="{B3466546-C07E-BFBF-4B2F-E4D299013F56}"/>
              </a:ext>
            </a:extLst>
          </p:cNvPr>
          <p:cNvSpPr>
            <a:spLocks noGrp="1"/>
          </p:cNvSpPr>
          <p:nvPr>
            <p:ph type="body" sz="quarter" idx="33" hasCustomPrompt="1"/>
          </p:nvPr>
        </p:nvSpPr>
        <p:spPr>
          <a:xfrm>
            <a:off x="364800" y="5792400"/>
            <a:ext cx="11460164" cy="298800"/>
          </a:xfrm>
        </p:spPr>
        <p:txBody>
          <a:bodyPr lIns="0" tIns="0" rIns="0" bIns="0" anchor="b">
            <a:noAutofit/>
          </a:bodyPr>
          <a:lstStyle>
            <a:lvl1pPr marL="0" indent="0">
              <a:buNone/>
              <a:defRPr sz="800">
                <a:solidFill>
                  <a:schemeClr val="bg1"/>
                </a:solidFill>
              </a:defRPr>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a:t>Insert Source text</a:t>
            </a:r>
          </a:p>
        </p:txBody>
      </p:sp>
      <p:sp>
        <p:nvSpPr>
          <p:cNvPr id="9" name="Title 1">
            <a:extLst>
              <a:ext uri="{FF2B5EF4-FFF2-40B4-BE49-F238E27FC236}">
                <a16:creationId xmlns:a16="http://schemas.microsoft.com/office/drawing/2014/main" id="{70C54E86-8E74-E1E1-9919-BF95D8B21B8F}"/>
              </a:ext>
            </a:extLst>
          </p:cNvPr>
          <p:cNvSpPr>
            <a:spLocks noGrp="1"/>
          </p:cNvSpPr>
          <p:nvPr>
            <p:ph type="title"/>
          </p:nvPr>
        </p:nvSpPr>
        <p:spPr>
          <a:xfrm>
            <a:off x="365125" y="242888"/>
            <a:ext cx="11460163" cy="430887"/>
          </a:xfrm>
        </p:spPr>
        <p:txBody>
          <a:bodyPr/>
          <a:lstStyle>
            <a:lvl1pPr>
              <a:defRPr>
                <a:solidFill>
                  <a:schemeClr val="bg1"/>
                </a:solidFill>
              </a:defRPr>
            </a:lvl1pPr>
          </a:lstStyle>
          <a:p>
            <a:r>
              <a:rPr lang="en-US"/>
              <a:t>Click to edit Master title style</a:t>
            </a:r>
          </a:p>
        </p:txBody>
      </p:sp>
      <p:sp>
        <p:nvSpPr>
          <p:cNvPr id="14" name="Subtitle 2">
            <a:extLst>
              <a:ext uri="{FF2B5EF4-FFF2-40B4-BE49-F238E27FC236}">
                <a16:creationId xmlns:a16="http://schemas.microsoft.com/office/drawing/2014/main" id="{5936C739-784E-0B16-D78E-DAACEC459BEA}"/>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7" name="Freeform: Shape 16">
            <a:extLst>
              <a:ext uri="{FF2B5EF4-FFF2-40B4-BE49-F238E27FC236}">
                <a16:creationId xmlns:a16="http://schemas.microsoft.com/office/drawing/2014/main" id="{A8BE41CA-ABEC-55CB-D62E-31831DAD300E}"/>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pic>
        <p:nvPicPr>
          <p:cNvPr id="2" name="Graphic 1">
            <a:extLst>
              <a:ext uri="{FF2B5EF4-FFF2-40B4-BE49-F238E27FC236}">
                <a16:creationId xmlns:a16="http://schemas.microsoft.com/office/drawing/2014/main" id="{0C1283EF-E472-0D19-62E8-0008FC03971D}"/>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7328" t="12162" r="1499" b="12843"/>
          <a:stretch/>
        </p:blipFill>
        <p:spPr>
          <a:xfrm>
            <a:off x="10847037" y="6191252"/>
            <a:ext cx="1215582" cy="563804"/>
          </a:xfrm>
          <a:prstGeom prst="rect">
            <a:avLst/>
          </a:prstGeom>
        </p:spPr>
      </p:pic>
      <p:sp>
        <p:nvSpPr>
          <p:cNvPr id="3" name="Freeform: Shape 2">
            <a:extLst>
              <a:ext uri="{FF2B5EF4-FFF2-40B4-BE49-F238E27FC236}">
                <a16:creationId xmlns:a16="http://schemas.microsoft.com/office/drawing/2014/main" id="{354C983F-C815-9C16-5CEE-1598AF9E136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35450860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C3EA56-5111-4037-9D95-99472C98B371}"/>
              </a:ext>
            </a:extLst>
          </p:cNvPr>
          <p:cNvSpPr>
            <a:spLocks noGrp="1"/>
          </p:cNvSpPr>
          <p:nvPr>
            <p:ph type="dt" sz="half" idx="10"/>
          </p:nvPr>
        </p:nvSpPr>
        <p:spPr/>
        <p:txBody>
          <a:bodyPr/>
          <a:lstStyle/>
          <a:p>
            <a:fld id="{18AF44B5-6D56-4B59-9C1D-2022F9BFF5DA}" type="datetime4">
              <a:rPr lang="en-GB" smtClean="0"/>
              <a:t>22 July 2025</a:t>
            </a:fld>
            <a:endParaRPr lang="en-GB"/>
          </a:p>
        </p:txBody>
      </p:sp>
      <p:sp>
        <p:nvSpPr>
          <p:cNvPr id="3" name="Footer Placeholder 2">
            <a:extLst>
              <a:ext uri="{FF2B5EF4-FFF2-40B4-BE49-F238E27FC236}">
                <a16:creationId xmlns:a16="http://schemas.microsoft.com/office/drawing/2014/main" id="{D0CE7BCF-23E0-421B-8A21-1CDDB167314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B1F21D1-F1DD-4945-8EF8-43393EDC3F66}"/>
              </a:ext>
            </a:extLst>
          </p:cNvPr>
          <p:cNvSpPr>
            <a:spLocks noGrp="1"/>
          </p:cNvSpPr>
          <p:nvPr>
            <p:ph type="sldNum" sz="quarter" idx="12"/>
          </p:nvPr>
        </p:nvSpPr>
        <p:spPr/>
        <p:txBody>
          <a:bodyPr/>
          <a:lstStyle/>
          <a:p>
            <a:fld id="{9F9F533D-B52E-4A2F-BF72-0ADD2D94BD75}" type="slidenum">
              <a:rPr lang="en-GB" smtClean="0"/>
              <a:pPr/>
              <a:t>‹#›</a:t>
            </a:fld>
            <a:endParaRPr lang="en-GB"/>
          </a:p>
        </p:txBody>
      </p:sp>
      <p:sp>
        <p:nvSpPr>
          <p:cNvPr id="7" name="Text Placeholder 6">
            <a:extLst>
              <a:ext uri="{FF2B5EF4-FFF2-40B4-BE49-F238E27FC236}">
                <a16:creationId xmlns:a16="http://schemas.microsoft.com/office/drawing/2014/main" id="{F2A2858F-078E-2E59-C8A6-5102082DA345}"/>
              </a:ext>
            </a:extLst>
          </p:cNvPr>
          <p:cNvSpPr>
            <a:spLocks noGrp="1"/>
          </p:cNvSpPr>
          <p:nvPr>
            <p:ph type="body" sz="quarter" idx="13" hasCustomPrompt="1"/>
          </p:nvPr>
        </p:nvSpPr>
        <p:spPr>
          <a:xfrm>
            <a:off x="365125" y="5792400"/>
            <a:ext cx="11460164" cy="298800"/>
          </a:xfrm>
        </p:spPr>
        <p:txBody>
          <a:bodyPr lIns="0" tIns="0" rIns="0" bIns="0" anchor="b">
            <a:noAutofit/>
          </a:bodyPr>
          <a:lstStyle>
            <a:lvl1pPr marL="0" indent="0">
              <a:buNone/>
              <a:defRPr sz="8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a:t>Insert Source text</a:t>
            </a:r>
          </a:p>
        </p:txBody>
      </p:sp>
    </p:spTree>
    <p:extLst>
      <p:ext uri="{BB962C8B-B14F-4D97-AF65-F5344CB8AC3E}">
        <p14:creationId xmlns:p14="http://schemas.microsoft.com/office/powerpoint/2010/main" val="155220941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Section Header 1">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E210B85-691C-7298-6DB6-61C25A5191F9}"/>
              </a:ext>
            </a:extLst>
          </p:cNvPr>
          <p:cNvGraphicFramePr>
            <a:graphicFrameLocks noChangeAspect="1"/>
          </p:cNvGraphicFramePr>
          <p:nvPr>
            <p:custDataLst>
              <p:tags r:id="rId1"/>
            </p:custDataLst>
            <p:extLst>
              <p:ext uri="{D42A27DB-BD31-4B8C-83A1-F6EECF244321}">
                <p14:modId xmlns:p14="http://schemas.microsoft.com/office/powerpoint/2010/main" val="24761153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4" progId="TCLayout.ActiveDocument.1">
                  <p:embed/>
                </p:oleObj>
              </mc:Choice>
              <mc:Fallback>
                <p:oleObj name="think-cell Slide" r:id="rId5" imgW="425" imgH="424" progId="TCLayout.ActiveDocument.1">
                  <p:embed/>
                  <p:pic>
                    <p:nvPicPr>
                      <p:cNvPr id="3" name="Object 2" hidden="1">
                        <a:extLst>
                          <a:ext uri="{FF2B5EF4-FFF2-40B4-BE49-F238E27FC236}">
                            <a16:creationId xmlns:a16="http://schemas.microsoft.com/office/drawing/2014/main" id="{2E210B85-691C-7298-6DB6-61C25A5191F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1F7EFD61-0B79-2619-1483-7B804B2C82CE}"/>
              </a:ext>
            </a:extLst>
          </p:cNvPr>
          <p:cNvSpPr>
            <a:spLocks noGrp="1"/>
          </p:cNvSpPr>
          <p:nvPr>
            <p:ph type="title" hasCustomPrompt="1"/>
          </p:nvPr>
        </p:nvSpPr>
        <p:spPr>
          <a:xfrm>
            <a:off x="365125" y="3235800"/>
            <a:ext cx="11460163" cy="1260000"/>
          </a:xfrm>
        </p:spPr>
        <p:txBody>
          <a:bodyPr vert="horz">
            <a:noAutofit/>
          </a:bodyPr>
          <a:lstStyle>
            <a:lvl1pPr>
              <a:defRPr sz="3600"/>
            </a:lvl1pPr>
          </a:lstStyle>
          <a:p>
            <a:r>
              <a:rPr lang="en-US"/>
              <a:t>Click to enter section header title</a:t>
            </a:r>
          </a:p>
        </p:txBody>
      </p:sp>
      <p:sp>
        <p:nvSpPr>
          <p:cNvPr id="9" name="Subtitle 2">
            <a:extLst>
              <a:ext uri="{FF2B5EF4-FFF2-40B4-BE49-F238E27FC236}">
                <a16:creationId xmlns:a16="http://schemas.microsoft.com/office/drawing/2014/main" id="{BBC9BD8C-031D-7F0A-C46B-D38FB0136781}"/>
              </a:ext>
            </a:extLst>
          </p:cNvPr>
          <p:cNvSpPr>
            <a:spLocks noGrp="1"/>
          </p:cNvSpPr>
          <p:nvPr>
            <p:ph type="subTitle" idx="1" hasCustomPrompt="1"/>
          </p:nvPr>
        </p:nvSpPr>
        <p:spPr>
          <a:xfrm>
            <a:off x="365125" y="4514654"/>
            <a:ext cx="11460164" cy="475200"/>
          </a:xfrm>
          <a:prstGeom prst="rect">
            <a:avLst/>
          </a:prstGeom>
        </p:spPr>
        <p:txBody>
          <a:bodyPr wrap="square" lIns="0" tIns="0" rIns="0" bIns="0" anchor="t" anchorCtr="0">
            <a:noAutofit/>
          </a:bodyPr>
          <a:lstStyle>
            <a:lvl1pPr marL="0" indent="0" algn="l">
              <a:spcBef>
                <a:spcPts val="0"/>
              </a:spcBef>
              <a:spcAft>
                <a:spcPts val="0"/>
              </a:spcAft>
              <a:buNone/>
              <a:defRPr sz="2800" i="0">
                <a:solidFill>
                  <a:schemeClr val="tx2"/>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section subtitle</a:t>
            </a:r>
          </a:p>
        </p:txBody>
      </p:sp>
      <p:pic>
        <p:nvPicPr>
          <p:cNvPr id="10" name="Graphic 9">
            <a:extLst>
              <a:ext uri="{FF2B5EF4-FFF2-40B4-BE49-F238E27FC236}">
                <a16:creationId xmlns:a16="http://schemas.microsoft.com/office/drawing/2014/main" id="{0B01FA46-1D8D-93AD-9A24-7740D438F0BA}"/>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37175" y="5967611"/>
            <a:ext cx="1401150" cy="422366"/>
          </a:xfrm>
          <a:prstGeom prst="rect">
            <a:avLst/>
          </a:prstGeom>
        </p:spPr>
      </p:pic>
      <p:graphicFrame>
        <p:nvGraphicFramePr>
          <p:cNvPr id="2" name="Object 1" hidden="1">
            <a:extLst>
              <a:ext uri="{FF2B5EF4-FFF2-40B4-BE49-F238E27FC236}">
                <a16:creationId xmlns:a16="http://schemas.microsoft.com/office/drawing/2014/main" id="{B465F7C9-2DD0-029B-C39C-E172165ABDAB}"/>
              </a:ext>
            </a:extLst>
          </p:cNvPr>
          <p:cNvGraphicFramePr>
            <a:graphicFrameLocks noChangeAspect="1"/>
          </p:cNvGraphicFramePr>
          <p:nvPr userDrawn="1">
            <p:custDataLst>
              <p:tags r:id="rId2"/>
            </p:custDataLst>
            <p:extLst>
              <p:ext uri="{D42A27DB-BD31-4B8C-83A1-F6EECF244321}">
                <p14:modId xmlns:p14="http://schemas.microsoft.com/office/powerpoint/2010/main" val="24761153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4" progId="TCLayout.ActiveDocument.1">
                  <p:embed/>
                </p:oleObj>
              </mc:Choice>
              <mc:Fallback>
                <p:oleObj name="think-cell Slide" r:id="rId5" imgW="425" imgH="424" progId="TCLayout.ActiveDocument.1">
                  <p:embed/>
                  <p:pic>
                    <p:nvPicPr>
                      <p:cNvPr id="2" name="Object 1" hidden="1">
                        <a:extLst>
                          <a:ext uri="{FF2B5EF4-FFF2-40B4-BE49-F238E27FC236}">
                            <a16:creationId xmlns:a16="http://schemas.microsoft.com/office/drawing/2014/main" id="{B465F7C9-2DD0-029B-C39C-E172165ABDAB}"/>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pic>
        <p:nvPicPr>
          <p:cNvPr id="4" name="Graphic 3">
            <a:extLst>
              <a:ext uri="{FF2B5EF4-FFF2-40B4-BE49-F238E27FC236}">
                <a16:creationId xmlns:a16="http://schemas.microsoft.com/office/drawing/2014/main" id="{3C8C0300-5E34-01FA-8DA8-816FE17514CD}"/>
              </a:ext>
            </a:extLst>
          </p:cNvPr>
          <p:cNvPicPr>
            <a:picLocks noChangeAspect="1"/>
          </p:cNvPicPr>
          <p:nvPr userDrawn="1"/>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37175" y="5967611"/>
            <a:ext cx="1401150" cy="422366"/>
          </a:xfrm>
          <a:prstGeom prst="rect">
            <a:avLst/>
          </a:prstGeom>
        </p:spPr>
      </p:pic>
    </p:spTree>
    <p:extLst>
      <p:ext uri="{BB962C8B-B14F-4D97-AF65-F5344CB8AC3E}">
        <p14:creationId xmlns:p14="http://schemas.microsoft.com/office/powerpoint/2010/main" val="12379343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Section Header 2">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8276E86-C9B6-1B20-0470-A93E9FE76804}"/>
              </a:ext>
            </a:extLst>
          </p:cNvPr>
          <p:cNvGraphicFramePr>
            <a:graphicFrameLocks noChangeAspect="1"/>
          </p:cNvGraphicFramePr>
          <p:nvPr>
            <p:custDataLst>
              <p:tags r:id="rId1"/>
            </p:custDataLst>
            <p:extLst>
              <p:ext uri="{D42A27DB-BD31-4B8C-83A1-F6EECF244321}">
                <p14:modId xmlns:p14="http://schemas.microsoft.com/office/powerpoint/2010/main" val="40363470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4" progId="TCLayout.ActiveDocument.1">
                  <p:embed/>
                </p:oleObj>
              </mc:Choice>
              <mc:Fallback>
                <p:oleObj name="think-cell Slide" r:id="rId5" imgW="425" imgH="424" progId="TCLayout.ActiveDocument.1">
                  <p:embed/>
                  <p:pic>
                    <p:nvPicPr>
                      <p:cNvPr id="3" name="Object 2" hidden="1">
                        <a:extLst>
                          <a:ext uri="{FF2B5EF4-FFF2-40B4-BE49-F238E27FC236}">
                            <a16:creationId xmlns:a16="http://schemas.microsoft.com/office/drawing/2014/main" id="{C8276E86-C9B6-1B20-0470-A93E9FE7680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Title 1">
            <a:extLst>
              <a:ext uri="{FF2B5EF4-FFF2-40B4-BE49-F238E27FC236}">
                <a16:creationId xmlns:a16="http://schemas.microsoft.com/office/drawing/2014/main" id="{7905DD1F-ADCE-21F5-3B42-348B73562E77}"/>
              </a:ext>
            </a:extLst>
          </p:cNvPr>
          <p:cNvSpPr>
            <a:spLocks noGrp="1"/>
          </p:cNvSpPr>
          <p:nvPr>
            <p:ph type="title" hasCustomPrompt="1"/>
          </p:nvPr>
        </p:nvSpPr>
        <p:spPr>
          <a:xfrm>
            <a:off x="365125" y="3235800"/>
            <a:ext cx="8651875" cy="1260000"/>
          </a:xfrm>
        </p:spPr>
        <p:txBody>
          <a:bodyPr vert="horz">
            <a:noAutofit/>
          </a:bodyPr>
          <a:lstStyle>
            <a:lvl1pPr>
              <a:defRPr sz="3600">
                <a:solidFill>
                  <a:schemeClr val="bg1"/>
                </a:solidFill>
              </a:defRPr>
            </a:lvl1pPr>
          </a:lstStyle>
          <a:p>
            <a:r>
              <a:rPr lang="en-US"/>
              <a:t>Click to enter section header title</a:t>
            </a:r>
          </a:p>
        </p:txBody>
      </p:sp>
      <p:sp>
        <p:nvSpPr>
          <p:cNvPr id="7" name="Subtitle 2">
            <a:extLst>
              <a:ext uri="{FF2B5EF4-FFF2-40B4-BE49-F238E27FC236}">
                <a16:creationId xmlns:a16="http://schemas.microsoft.com/office/drawing/2014/main" id="{1A65F606-CDCB-0367-61AA-199FECCB3A72}"/>
              </a:ext>
            </a:extLst>
          </p:cNvPr>
          <p:cNvSpPr>
            <a:spLocks noGrp="1"/>
          </p:cNvSpPr>
          <p:nvPr>
            <p:ph type="subTitle" idx="1" hasCustomPrompt="1"/>
          </p:nvPr>
        </p:nvSpPr>
        <p:spPr>
          <a:xfrm>
            <a:off x="365125" y="4514654"/>
            <a:ext cx="8651876" cy="475200"/>
          </a:xfrm>
          <a:prstGeom prst="rect">
            <a:avLst/>
          </a:prstGeom>
        </p:spPr>
        <p:txBody>
          <a:bodyPr wrap="square" lIns="0" tIns="0" rIns="0" bIns="0" anchor="t" anchorCtr="0">
            <a:noAutofit/>
          </a:bodyPr>
          <a:lstStyle>
            <a:lvl1pPr marL="0" indent="0" algn="l">
              <a:spcBef>
                <a:spcPts val="0"/>
              </a:spcBef>
              <a:spcAft>
                <a:spcPts val="0"/>
              </a:spcAft>
              <a:buNone/>
              <a:defRPr sz="28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section subtitle</a:t>
            </a:r>
          </a:p>
        </p:txBody>
      </p:sp>
      <p:pic>
        <p:nvPicPr>
          <p:cNvPr id="8" name="Graphic 7">
            <a:extLst>
              <a:ext uri="{FF2B5EF4-FFF2-40B4-BE49-F238E27FC236}">
                <a16:creationId xmlns:a16="http://schemas.microsoft.com/office/drawing/2014/main" id="{FE066BEF-B097-8826-7B68-974384A3DA4A}"/>
              </a:ext>
            </a:extLst>
          </p:cNvPr>
          <p:cNvPicPr>
            <a:picLocks noChangeAspect="1"/>
          </p:cNvPicPr>
          <p:nvPr/>
        </p:nvPicPr>
        <p:blipFill rotWithShape="1">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rcRect l="13772" t="25173" r="16016" b="28870"/>
          <a:stretch/>
        </p:blipFill>
        <p:spPr>
          <a:xfrm>
            <a:off x="322824" y="5861243"/>
            <a:ext cx="1586940" cy="585704"/>
          </a:xfrm>
          <a:prstGeom prst="rect">
            <a:avLst/>
          </a:prstGeom>
        </p:spPr>
      </p:pic>
      <p:graphicFrame>
        <p:nvGraphicFramePr>
          <p:cNvPr id="2" name="Object 1" hidden="1">
            <a:extLst>
              <a:ext uri="{FF2B5EF4-FFF2-40B4-BE49-F238E27FC236}">
                <a16:creationId xmlns:a16="http://schemas.microsoft.com/office/drawing/2014/main" id="{C974C1E3-F673-6C02-80D2-918CC00E2B06}"/>
              </a:ext>
            </a:extLst>
          </p:cNvPr>
          <p:cNvGraphicFramePr>
            <a:graphicFrameLocks noChangeAspect="1"/>
          </p:cNvGraphicFramePr>
          <p:nvPr userDrawn="1">
            <p:custDataLst>
              <p:tags r:id="rId2"/>
            </p:custDataLst>
            <p:extLst>
              <p:ext uri="{D42A27DB-BD31-4B8C-83A1-F6EECF244321}">
                <p14:modId xmlns:p14="http://schemas.microsoft.com/office/powerpoint/2010/main" val="40363470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4" progId="TCLayout.ActiveDocument.1">
                  <p:embed/>
                </p:oleObj>
              </mc:Choice>
              <mc:Fallback>
                <p:oleObj name="think-cell Slide" r:id="rId5" imgW="425" imgH="424" progId="TCLayout.ActiveDocument.1">
                  <p:embed/>
                  <p:pic>
                    <p:nvPicPr>
                      <p:cNvPr id="2" name="Object 1" hidden="1">
                        <a:extLst>
                          <a:ext uri="{FF2B5EF4-FFF2-40B4-BE49-F238E27FC236}">
                            <a16:creationId xmlns:a16="http://schemas.microsoft.com/office/drawing/2014/main" id="{C974C1E3-F673-6C02-80D2-918CC00E2B0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pic>
        <p:nvPicPr>
          <p:cNvPr id="4" name="Graphic 3">
            <a:extLst>
              <a:ext uri="{FF2B5EF4-FFF2-40B4-BE49-F238E27FC236}">
                <a16:creationId xmlns:a16="http://schemas.microsoft.com/office/drawing/2014/main" id="{B5553F47-A3E3-7613-63E9-F408F27A9BD1}"/>
              </a:ext>
            </a:extLst>
          </p:cNvPr>
          <p:cNvPicPr>
            <a:picLocks noChangeAspect="1"/>
          </p:cNvPicPr>
          <p:nvPr userDrawn="1"/>
        </p:nvPicPr>
        <p:blipFill rotWithShape="1">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rcRect l="13772" t="25173" r="16016" b="28870"/>
          <a:stretch/>
        </p:blipFill>
        <p:spPr>
          <a:xfrm>
            <a:off x="322824" y="5861243"/>
            <a:ext cx="1586940" cy="585704"/>
          </a:xfrm>
          <a:prstGeom prst="rect">
            <a:avLst/>
          </a:prstGeom>
        </p:spPr>
      </p:pic>
    </p:spTree>
    <p:extLst>
      <p:ext uri="{BB962C8B-B14F-4D97-AF65-F5344CB8AC3E}">
        <p14:creationId xmlns:p14="http://schemas.microsoft.com/office/powerpoint/2010/main" val="3469475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B20AFD6-6925-491B-B024-5E0A32A58D07}"/>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7590" t="25173" r="17185" b="31039"/>
          <a:stretch/>
        </p:blipFill>
        <p:spPr>
          <a:xfrm>
            <a:off x="152399" y="2073890"/>
            <a:ext cx="11992273" cy="4539635"/>
          </a:xfrm>
          <a:prstGeom prst="rect">
            <a:avLst/>
          </a:prstGeom>
        </p:spPr>
      </p:pic>
      <p:sp>
        <p:nvSpPr>
          <p:cNvPr id="2" name="Rectangle 1">
            <a:extLst>
              <a:ext uri="{FF2B5EF4-FFF2-40B4-BE49-F238E27FC236}">
                <a16:creationId xmlns:a16="http://schemas.microsoft.com/office/drawing/2014/main" id="{2B90B266-F3BD-2613-5CB9-7E4A4FDFC416}"/>
              </a:ext>
            </a:extLst>
          </p:cNvPr>
          <p:cNvSpPr/>
          <p:nvPr/>
        </p:nvSpPr>
        <p:spPr bwMode="auto">
          <a:xfrm>
            <a:off x="11039475" y="164305"/>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rgbClr val="FFFFFF"/>
                </a:solidFill>
                <a:latin typeface="+mn-lt"/>
              </a:rPr>
              <a:t>gsk.com</a:t>
            </a:r>
          </a:p>
        </p:txBody>
      </p:sp>
      <p:pic>
        <p:nvPicPr>
          <p:cNvPr id="3" name="Graphic 2">
            <a:extLst>
              <a:ext uri="{FF2B5EF4-FFF2-40B4-BE49-F238E27FC236}">
                <a16:creationId xmlns:a16="http://schemas.microsoft.com/office/drawing/2014/main" id="{FF8659A8-C764-F3A5-40B7-A3CB7A35D2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094470" y="243283"/>
            <a:ext cx="159543" cy="159543"/>
          </a:xfrm>
          <a:prstGeom prst="rect">
            <a:avLst/>
          </a:prstGeom>
        </p:spPr>
      </p:pic>
      <p:pic>
        <p:nvPicPr>
          <p:cNvPr id="4" name="Graphic 3">
            <a:extLst>
              <a:ext uri="{FF2B5EF4-FFF2-40B4-BE49-F238E27FC236}">
                <a16:creationId xmlns:a16="http://schemas.microsoft.com/office/drawing/2014/main" id="{2A31EE88-6D6C-D069-3146-A339C9601635}"/>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7590" t="25173" r="17185" b="31039"/>
          <a:stretch/>
        </p:blipFill>
        <p:spPr>
          <a:xfrm>
            <a:off x="152399" y="2073890"/>
            <a:ext cx="11992273" cy="4539635"/>
          </a:xfrm>
          <a:prstGeom prst="rect">
            <a:avLst/>
          </a:prstGeom>
        </p:spPr>
      </p:pic>
      <p:sp>
        <p:nvSpPr>
          <p:cNvPr id="5" name="Rectangle 4">
            <a:extLst>
              <a:ext uri="{FF2B5EF4-FFF2-40B4-BE49-F238E27FC236}">
                <a16:creationId xmlns:a16="http://schemas.microsoft.com/office/drawing/2014/main" id="{7445B33E-2C66-175D-1B1C-7BB81E21C5EE}"/>
              </a:ext>
            </a:extLst>
          </p:cNvPr>
          <p:cNvSpPr/>
          <p:nvPr userDrawn="1"/>
        </p:nvSpPr>
        <p:spPr bwMode="auto">
          <a:xfrm>
            <a:off x="11039475" y="164305"/>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rgbClr val="FFFFFF"/>
                </a:solidFill>
                <a:latin typeface="+mn-lt"/>
              </a:rPr>
              <a:t>gsk.com</a:t>
            </a:r>
          </a:p>
        </p:txBody>
      </p:sp>
      <p:pic>
        <p:nvPicPr>
          <p:cNvPr id="7" name="Graphic 6">
            <a:extLst>
              <a:ext uri="{FF2B5EF4-FFF2-40B4-BE49-F238E27FC236}">
                <a16:creationId xmlns:a16="http://schemas.microsoft.com/office/drawing/2014/main" id="{E7BF19C8-4ECE-0C1F-50D8-D1CBA751078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1094470" y="243283"/>
            <a:ext cx="159543" cy="159543"/>
          </a:xfrm>
          <a:prstGeom prst="rect">
            <a:avLst/>
          </a:prstGeom>
        </p:spPr>
      </p:pic>
    </p:spTree>
    <p:extLst>
      <p:ext uri="{BB962C8B-B14F-4D97-AF65-F5344CB8AC3E}">
        <p14:creationId xmlns:p14="http://schemas.microsoft.com/office/powerpoint/2010/main" val="10231814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WARNING">
    <p:bg>
      <p:bgPr>
        <a:solidFill>
          <a:schemeClr val="accent4"/>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B03810C-0168-8013-6BD1-DF4493DB8F41}"/>
              </a:ext>
            </a:extLst>
          </p:cNvPr>
          <p:cNvSpPr/>
          <p:nvPr/>
        </p:nvSpPr>
        <p:spPr bwMode="auto">
          <a:xfrm>
            <a:off x="242888" y="242888"/>
            <a:ext cx="11704637" cy="584835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GB" sz="9600" kern="0">
                <a:solidFill>
                  <a:schemeClr val="bg1"/>
                </a:solidFill>
              </a:rPr>
              <a:t>Do not use </a:t>
            </a:r>
            <a:br>
              <a:rPr lang="en-GB" sz="9600" kern="0">
                <a:solidFill>
                  <a:schemeClr val="bg1"/>
                </a:solidFill>
              </a:rPr>
            </a:br>
            <a:r>
              <a:rPr lang="en-GB" sz="9600" kern="0">
                <a:solidFill>
                  <a:schemeClr val="bg1"/>
                </a:solidFill>
              </a:rPr>
              <a:t>layouts that appear </a:t>
            </a:r>
            <a:br>
              <a:rPr lang="en-GB" sz="9600" kern="0">
                <a:solidFill>
                  <a:schemeClr val="bg1"/>
                </a:solidFill>
              </a:rPr>
            </a:br>
            <a:r>
              <a:rPr lang="en-GB" sz="9600" kern="0">
                <a:solidFill>
                  <a:schemeClr val="bg1"/>
                </a:solidFill>
              </a:rPr>
              <a:t>after this point</a:t>
            </a:r>
          </a:p>
        </p:txBody>
      </p:sp>
      <p:pic>
        <p:nvPicPr>
          <p:cNvPr id="4" name="Graphic 3">
            <a:extLst>
              <a:ext uri="{FF2B5EF4-FFF2-40B4-BE49-F238E27FC236}">
                <a16:creationId xmlns:a16="http://schemas.microsoft.com/office/drawing/2014/main" id="{1AFE542C-8ECE-F9C9-8F96-80B2751FAA98}"/>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7328" t="12162" r="1499" b="12843"/>
          <a:stretch/>
        </p:blipFill>
        <p:spPr>
          <a:xfrm>
            <a:off x="90711" y="6207919"/>
            <a:ext cx="1215582" cy="563804"/>
          </a:xfrm>
          <a:prstGeom prst="rect">
            <a:avLst/>
          </a:prstGeom>
        </p:spPr>
      </p:pic>
      <p:sp>
        <p:nvSpPr>
          <p:cNvPr id="2" name="Rectangle 1">
            <a:extLst>
              <a:ext uri="{FF2B5EF4-FFF2-40B4-BE49-F238E27FC236}">
                <a16:creationId xmlns:a16="http://schemas.microsoft.com/office/drawing/2014/main" id="{D971DFFD-2455-676B-AE64-9BFFC5437EDC}"/>
              </a:ext>
            </a:extLst>
          </p:cNvPr>
          <p:cNvSpPr/>
          <p:nvPr userDrawn="1"/>
        </p:nvSpPr>
        <p:spPr bwMode="auto">
          <a:xfrm>
            <a:off x="242888" y="242888"/>
            <a:ext cx="11704637" cy="584835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GB" sz="9600" kern="0">
                <a:solidFill>
                  <a:schemeClr val="bg1"/>
                </a:solidFill>
              </a:rPr>
              <a:t>Do not use </a:t>
            </a:r>
            <a:br>
              <a:rPr lang="en-GB" sz="9600" kern="0">
                <a:solidFill>
                  <a:schemeClr val="bg1"/>
                </a:solidFill>
              </a:rPr>
            </a:br>
            <a:r>
              <a:rPr lang="en-GB" sz="9600" kern="0">
                <a:solidFill>
                  <a:schemeClr val="bg1"/>
                </a:solidFill>
              </a:rPr>
              <a:t>layouts that appear </a:t>
            </a:r>
            <a:br>
              <a:rPr lang="en-GB" sz="9600" kern="0">
                <a:solidFill>
                  <a:schemeClr val="bg1"/>
                </a:solidFill>
              </a:rPr>
            </a:br>
            <a:r>
              <a:rPr lang="en-GB" sz="9600" kern="0">
                <a:solidFill>
                  <a:schemeClr val="bg1"/>
                </a:solidFill>
              </a:rPr>
              <a:t>after this point</a:t>
            </a:r>
          </a:p>
        </p:txBody>
      </p:sp>
      <p:pic>
        <p:nvPicPr>
          <p:cNvPr id="3" name="Graphic 2">
            <a:extLst>
              <a:ext uri="{FF2B5EF4-FFF2-40B4-BE49-F238E27FC236}">
                <a16:creationId xmlns:a16="http://schemas.microsoft.com/office/drawing/2014/main" id="{49D3E439-CEEB-5A25-B0DB-B35AA868A58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7328" t="12162" r="1499" b="12843"/>
          <a:stretch/>
        </p:blipFill>
        <p:spPr>
          <a:xfrm>
            <a:off x="90711" y="6207919"/>
            <a:ext cx="1215582" cy="563804"/>
          </a:xfrm>
          <a:prstGeom prst="rect">
            <a:avLst/>
          </a:prstGeom>
        </p:spPr>
      </p:pic>
    </p:spTree>
    <p:extLst>
      <p:ext uri="{BB962C8B-B14F-4D97-AF65-F5344CB8AC3E}">
        <p14:creationId xmlns:p14="http://schemas.microsoft.com/office/powerpoint/2010/main" val="6720891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Master heading style</a:t>
            </a:r>
            <a:endParaRPr lang="en-GB"/>
          </a:p>
        </p:txBody>
      </p:sp>
      <p:sp>
        <p:nvSpPr>
          <p:cNvPr id="11" name="Text Placeholder 2"/>
          <p:cNvSpPr>
            <a:spLocks noGrp="1"/>
          </p:cNvSpPr>
          <p:nvPr>
            <p:ph type="body" sz="quarter" idx="29" hasCustomPrompt="1"/>
          </p:nvPr>
        </p:nvSpPr>
        <p:spPr>
          <a:xfrm>
            <a:off x="478869" y="924738"/>
            <a:ext cx="10104000" cy="369332"/>
          </a:xfrm>
          <a:prstGeom prst="rect">
            <a:avLst/>
          </a:prstGeom>
        </p:spPr>
        <p:txBody>
          <a:bodyPr lIns="0"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6" name="Date Placeholder 5"/>
          <p:cNvSpPr>
            <a:spLocks noGrp="1"/>
          </p:cNvSpPr>
          <p:nvPr>
            <p:ph type="dt" sz="half" idx="30"/>
          </p:nvPr>
        </p:nvSpPr>
        <p:spPr/>
        <p:txBody>
          <a:bodyPr/>
          <a:lstStyle/>
          <a:p>
            <a:pPr algn="ctr"/>
            <a:r>
              <a:rPr lang="en-US"/>
              <a:t>Insert your date / confidentiality text here</a:t>
            </a:r>
            <a:endParaRPr lang="en-GB"/>
          </a:p>
        </p:txBody>
      </p:sp>
      <p:sp>
        <p:nvSpPr>
          <p:cNvPr id="7" name="Footer Placeholder 6"/>
          <p:cNvSpPr>
            <a:spLocks noGrp="1"/>
          </p:cNvSpPr>
          <p:nvPr>
            <p:ph type="ftr" sz="quarter" idx="31"/>
          </p:nvPr>
        </p:nvSpPr>
        <p:spPr/>
        <p:txBody>
          <a:bodyPr/>
          <a:lstStyle>
            <a:lvl1pPr>
              <a:defRPr/>
            </a:lvl1pPr>
          </a:lstStyle>
          <a:p>
            <a:r>
              <a:rPr lang="en-GB"/>
              <a:t>16x9 core template</a:t>
            </a:r>
          </a:p>
        </p:txBody>
      </p:sp>
      <p:sp>
        <p:nvSpPr>
          <p:cNvPr id="8" name="Slide Number Placeholder 7"/>
          <p:cNvSpPr>
            <a:spLocks noGrp="1"/>
          </p:cNvSpPr>
          <p:nvPr>
            <p:ph type="sldNum" sz="quarter" idx="32"/>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299366110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Master heading style</a:t>
            </a:r>
            <a:endParaRPr lang="en-GB"/>
          </a:p>
        </p:txBody>
      </p:sp>
      <p:sp>
        <p:nvSpPr>
          <p:cNvPr id="11" name="Text Placeholder 2"/>
          <p:cNvSpPr>
            <a:spLocks noGrp="1"/>
          </p:cNvSpPr>
          <p:nvPr>
            <p:ph type="body" sz="quarter" idx="29" hasCustomPrompt="1"/>
          </p:nvPr>
        </p:nvSpPr>
        <p:spPr>
          <a:xfrm>
            <a:off x="478869" y="924738"/>
            <a:ext cx="10104000" cy="369332"/>
          </a:xfrm>
          <a:prstGeom prst="rect">
            <a:avLst/>
          </a:prstGeom>
        </p:spPr>
        <p:txBody>
          <a:bodyPr lIns="0"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6" name="Date Placeholder 5"/>
          <p:cNvSpPr>
            <a:spLocks noGrp="1"/>
          </p:cNvSpPr>
          <p:nvPr>
            <p:ph type="dt" sz="half" idx="30"/>
          </p:nvPr>
        </p:nvSpPr>
        <p:spPr/>
        <p:txBody>
          <a:bodyPr/>
          <a:lstStyle/>
          <a:p>
            <a:pPr algn="ctr"/>
            <a:r>
              <a:rPr lang="en-US"/>
              <a:t>Insert your date / confidentiality text here</a:t>
            </a:r>
            <a:endParaRPr lang="en-GB"/>
          </a:p>
        </p:txBody>
      </p:sp>
      <p:sp>
        <p:nvSpPr>
          <p:cNvPr id="7" name="Footer Placeholder 6"/>
          <p:cNvSpPr>
            <a:spLocks noGrp="1"/>
          </p:cNvSpPr>
          <p:nvPr>
            <p:ph type="ftr" sz="quarter" idx="31"/>
          </p:nvPr>
        </p:nvSpPr>
        <p:spPr/>
        <p:txBody>
          <a:bodyPr/>
          <a:lstStyle>
            <a:lvl1pPr>
              <a:defRPr/>
            </a:lvl1pPr>
          </a:lstStyle>
          <a:p>
            <a:r>
              <a:rPr lang="en-GB"/>
              <a:t>16x9 core template</a:t>
            </a:r>
          </a:p>
        </p:txBody>
      </p:sp>
      <p:sp>
        <p:nvSpPr>
          <p:cNvPr id="8" name="Slide Number Placeholder 7"/>
          <p:cNvSpPr>
            <a:spLocks noGrp="1"/>
          </p:cNvSpPr>
          <p:nvPr>
            <p:ph type="sldNum" sz="quarter" idx="32"/>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6073989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Slide Blank">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2534"/>
          <a:stretch/>
        </p:blipFill>
        <p:spPr>
          <a:xfrm>
            <a:off x="0" y="1421232"/>
            <a:ext cx="5469731" cy="5103195"/>
          </a:xfrm>
          <a:prstGeom prst="rect">
            <a:avLst/>
          </a:prstGeom>
        </p:spPr>
      </p:pic>
      <p:sp>
        <p:nvSpPr>
          <p:cNvPr id="17" name="Title 1"/>
          <p:cNvSpPr>
            <a:spLocks noGrp="1"/>
          </p:cNvSpPr>
          <p:nvPr>
            <p:ph type="ctrTitle" hasCustomPrompt="1"/>
          </p:nvPr>
        </p:nvSpPr>
        <p:spPr>
          <a:xfrm>
            <a:off x="395362" y="2758587"/>
            <a:ext cx="3835980" cy="1333699"/>
          </a:xfrm>
          <a:prstGeom prst="rect">
            <a:avLst/>
          </a:prstGeom>
        </p:spPr>
        <p:txBody>
          <a:bodyPr anchor="b" anchorCtr="0"/>
          <a:lstStyle>
            <a:lvl1pPr>
              <a:lnSpc>
                <a:spcPts val="3467"/>
              </a:lnSpc>
              <a:defRPr sz="3467">
                <a:solidFill>
                  <a:schemeClr val="bg1"/>
                </a:solidFill>
              </a:defRPr>
            </a:lvl1pPr>
          </a:lstStyle>
          <a:p>
            <a:r>
              <a:rPr lang="en-US"/>
              <a:t>Click to edit Master heading style</a:t>
            </a:r>
            <a:endParaRPr lang="en-GB"/>
          </a:p>
        </p:txBody>
      </p:sp>
      <p:sp>
        <p:nvSpPr>
          <p:cNvPr id="20" name="Subtitle 2"/>
          <p:cNvSpPr>
            <a:spLocks noGrp="1"/>
          </p:cNvSpPr>
          <p:nvPr>
            <p:ph type="subTitle" idx="1" hasCustomPrompt="1"/>
          </p:nvPr>
        </p:nvSpPr>
        <p:spPr>
          <a:xfrm>
            <a:off x="395361" y="4570119"/>
            <a:ext cx="3405675" cy="656591"/>
          </a:xfrm>
          <a:prstGeom prst="rect">
            <a:avLst/>
          </a:prstGeom>
        </p:spPr>
        <p:txBody>
          <a:bodyPr wrap="square" lIns="0" tIns="0" rIns="0" bIns="0" anchor="t" anchorCtr="0">
            <a:spAutoFit/>
          </a:bodyPr>
          <a:lstStyle>
            <a:lvl1pPr marL="0" indent="0" algn="l">
              <a:spcAft>
                <a:spcPts val="0"/>
              </a:spcAft>
              <a:buNone/>
              <a:defRPr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subheading</a:t>
            </a:r>
            <a:endParaRPr lang="en-GB"/>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982718" y="316145"/>
            <a:ext cx="1952861" cy="963168"/>
          </a:xfrm>
          <a:prstGeom prst="rect">
            <a:avLst/>
          </a:prstGeom>
        </p:spPr>
      </p:pic>
    </p:spTree>
    <p:extLst>
      <p:ext uri="{BB962C8B-B14F-4D97-AF65-F5344CB8AC3E}">
        <p14:creationId xmlns:p14="http://schemas.microsoft.com/office/powerpoint/2010/main" val="199714858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Slide Text Only">
    <p:spTree>
      <p:nvGrpSpPr>
        <p:cNvPr id="1" name=""/>
        <p:cNvGrpSpPr/>
        <p:nvPr/>
      </p:nvGrpSpPr>
      <p:grpSpPr>
        <a:xfrm>
          <a:off x="0" y="0"/>
          <a:ext cx="0" cy="0"/>
          <a:chOff x="0" y="0"/>
          <a:chExt cx="0" cy="0"/>
        </a:xfrm>
      </p:grpSpPr>
      <p:sp>
        <p:nvSpPr>
          <p:cNvPr id="9" name="Title 1"/>
          <p:cNvSpPr>
            <a:spLocks noGrp="1"/>
          </p:cNvSpPr>
          <p:nvPr>
            <p:ph type="ctrTitle" hasCustomPrompt="1"/>
          </p:nvPr>
        </p:nvSpPr>
        <p:spPr>
          <a:xfrm>
            <a:off x="395361" y="3203154"/>
            <a:ext cx="6723193" cy="889132"/>
          </a:xfrm>
          <a:prstGeom prst="rect">
            <a:avLst/>
          </a:prstGeom>
        </p:spPr>
        <p:txBody>
          <a:bodyPr anchor="b" anchorCtr="0"/>
          <a:lstStyle>
            <a:lvl1pPr>
              <a:lnSpc>
                <a:spcPts val="3467"/>
              </a:lnSpc>
              <a:defRPr sz="3467">
                <a:solidFill>
                  <a:schemeClr val="bg2"/>
                </a:solidFill>
              </a:defRPr>
            </a:lvl1pPr>
          </a:lstStyle>
          <a:p>
            <a:r>
              <a:rPr lang="en-US"/>
              <a:t>Click to edit Master </a:t>
            </a:r>
            <a:br>
              <a:rPr lang="en-US"/>
            </a:br>
            <a:r>
              <a:rPr lang="en-US"/>
              <a:t>heading style</a:t>
            </a:r>
            <a:endParaRPr lang="en-GB"/>
          </a:p>
        </p:txBody>
      </p:sp>
      <p:sp>
        <p:nvSpPr>
          <p:cNvPr id="10" name="Subtitle 2"/>
          <p:cNvSpPr>
            <a:spLocks noGrp="1"/>
          </p:cNvSpPr>
          <p:nvPr>
            <p:ph type="subTitle" idx="1" hasCustomPrompt="1"/>
          </p:nvPr>
        </p:nvSpPr>
        <p:spPr>
          <a:xfrm>
            <a:off x="395361" y="4570120"/>
            <a:ext cx="6723193" cy="420564"/>
          </a:xfrm>
          <a:prstGeom prst="rect">
            <a:avLst/>
          </a:prstGeom>
        </p:spPr>
        <p:txBody>
          <a:bodyPr wrap="square" lIns="0" anchor="t" anchorCtr="0">
            <a:spAutoFit/>
          </a:bodyPr>
          <a:lstStyle>
            <a:lvl1pPr marL="0" indent="0" algn="l">
              <a:spcAft>
                <a:spcPts val="0"/>
              </a:spcAft>
              <a:buNone/>
              <a:defRPr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subheading</a:t>
            </a: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2718" y="316145"/>
            <a:ext cx="1952861" cy="963168"/>
          </a:xfrm>
          <a:prstGeom prst="rect">
            <a:avLst/>
          </a:prstGeom>
        </p:spPr>
      </p:pic>
    </p:spTree>
    <p:extLst>
      <p:ext uri="{BB962C8B-B14F-4D97-AF65-F5344CB8AC3E}">
        <p14:creationId xmlns:p14="http://schemas.microsoft.com/office/powerpoint/2010/main" val="206030477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le Slide Text and Table">
    <p:spTree>
      <p:nvGrpSpPr>
        <p:cNvPr id="1" name=""/>
        <p:cNvGrpSpPr/>
        <p:nvPr/>
      </p:nvGrpSpPr>
      <p:grpSpPr>
        <a:xfrm>
          <a:off x="0" y="0"/>
          <a:ext cx="0" cy="0"/>
          <a:chOff x="0" y="0"/>
          <a:chExt cx="0" cy="0"/>
        </a:xfrm>
      </p:grpSpPr>
      <p:sp>
        <p:nvSpPr>
          <p:cNvPr id="21" name="Title 1"/>
          <p:cNvSpPr>
            <a:spLocks noGrp="1"/>
          </p:cNvSpPr>
          <p:nvPr>
            <p:ph type="ctrTitle" hasCustomPrompt="1"/>
          </p:nvPr>
        </p:nvSpPr>
        <p:spPr>
          <a:xfrm>
            <a:off x="395361" y="1479613"/>
            <a:ext cx="6723192" cy="889132"/>
          </a:xfrm>
          <a:prstGeom prst="rect">
            <a:avLst/>
          </a:prstGeom>
        </p:spPr>
        <p:txBody>
          <a:bodyPr anchor="b" anchorCtr="0"/>
          <a:lstStyle>
            <a:lvl1pPr>
              <a:lnSpc>
                <a:spcPts val="3467"/>
              </a:lnSpc>
              <a:defRPr sz="3467">
                <a:solidFill>
                  <a:schemeClr val="bg2"/>
                </a:solidFill>
              </a:defRPr>
            </a:lvl1pPr>
          </a:lstStyle>
          <a:p>
            <a:r>
              <a:rPr lang="en-US"/>
              <a:t>Click to edit Master </a:t>
            </a:r>
            <a:br>
              <a:rPr lang="en-US"/>
            </a:br>
            <a:r>
              <a:rPr lang="en-US"/>
              <a:t>heading style</a:t>
            </a:r>
            <a:endParaRPr lang="en-GB"/>
          </a:p>
        </p:txBody>
      </p:sp>
      <p:sp>
        <p:nvSpPr>
          <p:cNvPr id="22" name="Subtitle 2"/>
          <p:cNvSpPr>
            <a:spLocks noGrp="1"/>
          </p:cNvSpPr>
          <p:nvPr>
            <p:ph type="subTitle" idx="1" hasCustomPrompt="1"/>
          </p:nvPr>
        </p:nvSpPr>
        <p:spPr>
          <a:xfrm>
            <a:off x="395361" y="2846576"/>
            <a:ext cx="6679881" cy="420564"/>
          </a:xfrm>
          <a:prstGeom prst="rect">
            <a:avLst/>
          </a:prstGeom>
        </p:spPr>
        <p:txBody>
          <a:bodyPr wrap="square" lIns="0" anchor="t" anchorCtr="0">
            <a:spAutoFit/>
          </a:bodyPr>
          <a:lstStyle>
            <a:lvl1pPr marL="0" indent="0" algn="l">
              <a:spcAft>
                <a:spcPts val="0"/>
              </a:spcAft>
              <a:buNone/>
              <a:defRPr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subheading</a:t>
            </a:r>
            <a:endParaRPr lang="en-GB"/>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2718" y="316145"/>
            <a:ext cx="1952861" cy="963168"/>
          </a:xfrm>
          <a:prstGeom prst="rect">
            <a:avLst/>
          </a:prstGeom>
        </p:spPr>
      </p:pic>
    </p:spTree>
    <p:extLst>
      <p:ext uri="{BB962C8B-B14F-4D97-AF65-F5344CB8AC3E}">
        <p14:creationId xmlns:p14="http://schemas.microsoft.com/office/powerpoint/2010/main" val="215703627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6" name="Content Placeholder 15"/>
          <p:cNvSpPr>
            <a:spLocks noGrp="1" noChangeAspect="1"/>
          </p:cNvSpPr>
          <p:nvPr>
            <p:ph sz="quarter" idx="12"/>
          </p:nvPr>
        </p:nvSpPr>
        <p:spPr>
          <a:xfrm>
            <a:off x="478870" y="1589851"/>
            <a:ext cx="11231033" cy="4093400"/>
          </a:xfrm>
          <a:prstGeom prst="rect">
            <a:avLst/>
          </a:prstGeom>
        </p:spPr>
        <p:txBody>
          <a:bodyPr l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2"/>
          <p:cNvSpPr>
            <a:spLocks noGrp="1"/>
          </p:cNvSpPr>
          <p:nvPr>
            <p:ph type="body" sz="quarter" idx="14" hasCustomPrompt="1"/>
          </p:nvPr>
        </p:nvSpPr>
        <p:spPr>
          <a:xfrm>
            <a:off x="478869" y="924738"/>
            <a:ext cx="10104000" cy="369332"/>
          </a:xfrm>
          <a:prstGeom prst="rect">
            <a:avLst/>
          </a:prstGeom>
        </p:spPr>
        <p:txBody>
          <a:bodyPr lIns="0"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6" name="Text Placeholder 5"/>
          <p:cNvSpPr>
            <a:spLocks noGrp="1"/>
          </p:cNvSpPr>
          <p:nvPr>
            <p:ph type="body" sz="quarter" idx="18" hasCustomPrompt="1"/>
          </p:nvPr>
        </p:nvSpPr>
        <p:spPr>
          <a:xfrm>
            <a:off x="478869" y="5670297"/>
            <a:ext cx="11232000" cy="256545"/>
          </a:xfrm>
          <a:prstGeom prst="rect">
            <a:avLst/>
          </a:prstGeom>
        </p:spPr>
        <p:txBody>
          <a:bodyPr wrap="square" anchor="b" anchorCtr="0">
            <a:spAutoFit/>
          </a:bodyPr>
          <a:lstStyle>
            <a:lvl1pPr marL="0" indent="0">
              <a:buNone/>
              <a:defRPr sz="1067"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US"/>
              <a:t>Insert Source text here</a:t>
            </a:r>
          </a:p>
        </p:txBody>
      </p:sp>
      <p:sp>
        <p:nvSpPr>
          <p:cNvPr id="4" name="Title 3"/>
          <p:cNvSpPr>
            <a:spLocks noGrp="1"/>
          </p:cNvSpPr>
          <p:nvPr>
            <p:ph type="title" hasCustomPrompt="1"/>
          </p:nvPr>
        </p:nvSpPr>
        <p:spPr>
          <a:xfrm>
            <a:off x="478870" y="384852"/>
            <a:ext cx="10102852" cy="451405"/>
          </a:xfrm>
        </p:spPr>
        <p:txBody>
          <a:bodyPr/>
          <a:lstStyle/>
          <a:p>
            <a:r>
              <a:rPr lang="en-US"/>
              <a:t>Click to edit Master heading style</a:t>
            </a:r>
            <a:endParaRPr lang="en-GB"/>
          </a:p>
        </p:txBody>
      </p:sp>
      <p:sp>
        <p:nvSpPr>
          <p:cNvPr id="7" name="Date Placeholder 6"/>
          <p:cNvSpPr>
            <a:spLocks noGrp="1"/>
          </p:cNvSpPr>
          <p:nvPr>
            <p:ph type="dt" sz="half" idx="19"/>
          </p:nvPr>
        </p:nvSpPr>
        <p:spPr/>
        <p:txBody>
          <a:bodyPr/>
          <a:lstStyle/>
          <a:p>
            <a:pPr algn="ctr"/>
            <a:r>
              <a:rPr lang="en-US"/>
              <a:t>Insert your date / confidentiality text here</a:t>
            </a:r>
            <a:endParaRPr lang="en-GB"/>
          </a:p>
        </p:txBody>
      </p:sp>
      <p:sp>
        <p:nvSpPr>
          <p:cNvPr id="9" name="Footer Placeholder 8"/>
          <p:cNvSpPr>
            <a:spLocks noGrp="1"/>
          </p:cNvSpPr>
          <p:nvPr>
            <p:ph type="ftr" sz="quarter" idx="20"/>
          </p:nvPr>
        </p:nvSpPr>
        <p:spPr/>
        <p:txBody>
          <a:bodyPr/>
          <a:lstStyle>
            <a:lvl1pPr>
              <a:defRPr/>
            </a:lvl1pPr>
          </a:lstStyle>
          <a:p>
            <a:r>
              <a:rPr lang="en-GB"/>
              <a:t>16x9 core template</a:t>
            </a:r>
          </a:p>
        </p:txBody>
      </p:sp>
      <p:sp>
        <p:nvSpPr>
          <p:cNvPr id="10" name="Slide Number Placeholder 9"/>
          <p:cNvSpPr>
            <a:spLocks noGrp="1"/>
          </p:cNvSpPr>
          <p:nvPr>
            <p:ph type="sldNum" sz="quarter" idx="21"/>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305694062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Content with Subheading">
    <p:spTree>
      <p:nvGrpSpPr>
        <p:cNvPr id="1" name=""/>
        <p:cNvGrpSpPr/>
        <p:nvPr/>
      </p:nvGrpSpPr>
      <p:grpSpPr>
        <a:xfrm>
          <a:off x="0" y="0"/>
          <a:ext cx="0" cy="0"/>
          <a:chOff x="0" y="0"/>
          <a:chExt cx="0" cy="0"/>
        </a:xfrm>
      </p:grpSpPr>
      <p:sp>
        <p:nvSpPr>
          <p:cNvPr id="10" name="Content Placeholder 9"/>
          <p:cNvSpPr>
            <a:spLocks noGrp="1" noChangeAspect="1"/>
          </p:cNvSpPr>
          <p:nvPr>
            <p:ph sz="quarter" idx="19"/>
          </p:nvPr>
        </p:nvSpPr>
        <p:spPr>
          <a:xfrm>
            <a:off x="480001" y="2052914"/>
            <a:ext cx="11224684" cy="3638805"/>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ext Placeholder 2"/>
          <p:cNvSpPr>
            <a:spLocks noGrp="1"/>
          </p:cNvSpPr>
          <p:nvPr>
            <p:ph type="body" sz="quarter" idx="13" hasCustomPrompt="1"/>
          </p:nvPr>
        </p:nvSpPr>
        <p:spPr>
          <a:xfrm>
            <a:off x="478870" y="1588948"/>
            <a:ext cx="11224684" cy="420564"/>
          </a:xfrm>
          <a:prstGeom prst="rect">
            <a:avLst/>
          </a:prstGeom>
        </p:spPr>
        <p:txBody>
          <a:bodyPr lIns="0" anchor="t" anchorCtr="0">
            <a:spAutoFit/>
          </a:bodyPr>
          <a:lstStyle>
            <a:lvl1pPr marL="0" indent="0">
              <a:spcAft>
                <a:spcPts val="0"/>
              </a:spcAft>
              <a:buNone/>
              <a:defRPr sz="2133" b="1">
                <a:solidFill>
                  <a:schemeClr val="accent1"/>
                </a:solidFill>
              </a:defRPr>
            </a:lvl1pPr>
            <a:lvl2pPr marL="361942" indent="0">
              <a:buNone/>
              <a:defRPr/>
            </a:lvl2pPr>
            <a:lvl3pPr marL="711182" indent="0">
              <a:buNone/>
              <a:defRPr/>
            </a:lvl3pPr>
            <a:lvl4pPr marL="1087939" indent="0">
              <a:buNone/>
              <a:defRPr/>
            </a:lvl4pPr>
            <a:lvl5pPr marL="1473163" indent="0">
              <a:buNone/>
              <a:defRPr/>
            </a:lvl5pPr>
          </a:lstStyle>
          <a:p>
            <a:pPr lvl="0"/>
            <a:r>
              <a:rPr lang="en-US"/>
              <a:t>Subheading here if required</a:t>
            </a:r>
          </a:p>
        </p:txBody>
      </p:sp>
      <p:sp>
        <p:nvSpPr>
          <p:cNvPr id="14" name="Text Placeholder 2"/>
          <p:cNvSpPr>
            <a:spLocks noGrp="1"/>
          </p:cNvSpPr>
          <p:nvPr>
            <p:ph type="body" sz="quarter" idx="14" hasCustomPrompt="1"/>
          </p:nvPr>
        </p:nvSpPr>
        <p:spPr>
          <a:xfrm>
            <a:off x="478869" y="924738"/>
            <a:ext cx="10104000" cy="369332"/>
          </a:xfrm>
          <a:prstGeom prst="rect">
            <a:avLst/>
          </a:prstGeom>
        </p:spPr>
        <p:txBody>
          <a:bodyPr lIns="0"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16" name="Text Placeholder 5"/>
          <p:cNvSpPr>
            <a:spLocks noGrp="1"/>
          </p:cNvSpPr>
          <p:nvPr>
            <p:ph type="body" sz="quarter" idx="18" hasCustomPrompt="1"/>
          </p:nvPr>
        </p:nvSpPr>
        <p:spPr>
          <a:xfrm>
            <a:off x="478869" y="5670297"/>
            <a:ext cx="11232000" cy="256545"/>
          </a:xfrm>
          <a:prstGeom prst="rect">
            <a:avLst/>
          </a:prstGeom>
        </p:spPr>
        <p:txBody>
          <a:bodyPr wrap="square" anchor="b" anchorCtr="0">
            <a:spAutoFit/>
          </a:bodyPr>
          <a:lstStyle>
            <a:lvl1pPr marL="0" marR="0" indent="0" algn="l" defTabSz="1219170" rtl="0" eaLnBrk="1" fontAlgn="auto" latinLnBrk="0" hangingPunct="1">
              <a:lnSpc>
                <a:spcPct val="100000"/>
              </a:lnSpc>
              <a:spcBef>
                <a:spcPts val="0"/>
              </a:spcBef>
              <a:spcAft>
                <a:spcPts val="800"/>
              </a:spcAft>
              <a:buClr>
                <a:schemeClr val="tx1"/>
              </a:buClr>
              <a:buSzTx/>
              <a:buFont typeface="Arial" pitchFamily="34" charset="0"/>
              <a:buNone/>
              <a:tabLst/>
              <a:defRPr sz="1067"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US"/>
              <a:t>Insert Source text here</a:t>
            </a:r>
          </a:p>
        </p:txBody>
      </p:sp>
      <p:sp>
        <p:nvSpPr>
          <p:cNvPr id="20" name="Title 19"/>
          <p:cNvSpPr>
            <a:spLocks noGrp="1"/>
          </p:cNvSpPr>
          <p:nvPr>
            <p:ph type="title" hasCustomPrompt="1"/>
          </p:nvPr>
        </p:nvSpPr>
        <p:spPr/>
        <p:txBody>
          <a:bodyPr/>
          <a:lstStyle/>
          <a:p>
            <a:r>
              <a:rPr lang="en-US"/>
              <a:t>Click to edit Master heading style</a:t>
            </a:r>
            <a:endParaRPr lang="en-GB"/>
          </a:p>
        </p:txBody>
      </p:sp>
      <p:sp>
        <p:nvSpPr>
          <p:cNvPr id="5" name="Date Placeholder 4"/>
          <p:cNvSpPr>
            <a:spLocks noGrp="1"/>
          </p:cNvSpPr>
          <p:nvPr>
            <p:ph type="dt" sz="half" idx="20"/>
          </p:nvPr>
        </p:nvSpPr>
        <p:spPr/>
        <p:txBody>
          <a:bodyPr/>
          <a:lstStyle/>
          <a:p>
            <a:pPr algn="ctr"/>
            <a:r>
              <a:rPr lang="en-US"/>
              <a:t>Insert your date / confidentiality text here</a:t>
            </a:r>
            <a:endParaRPr lang="en-GB"/>
          </a:p>
        </p:txBody>
      </p:sp>
      <p:sp>
        <p:nvSpPr>
          <p:cNvPr id="6" name="Footer Placeholder 5"/>
          <p:cNvSpPr>
            <a:spLocks noGrp="1"/>
          </p:cNvSpPr>
          <p:nvPr>
            <p:ph type="ftr" sz="quarter" idx="21"/>
          </p:nvPr>
        </p:nvSpPr>
        <p:spPr/>
        <p:txBody>
          <a:bodyPr/>
          <a:lstStyle>
            <a:lvl1pPr>
              <a:defRPr/>
            </a:lvl1pPr>
          </a:lstStyle>
          <a:p>
            <a:r>
              <a:rPr lang="en-GB"/>
              <a:t>16x9 core template</a:t>
            </a:r>
          </a:p>
        </p:txBody>
      </p:sp>
      <p:sp>
        <p:nvSpPr>
          <p:cNvPr id="7" name="Slide Number Placeholder 6"/>
          <p:cNvSpPr>
            <a:spLocks noGrp="1"/>
          </p:cNvSpPr>
          <p:nvPr>
            <p:ph type="sldNum" sz="quarter" idx="22"/>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67100065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Large Bullet">
    <p:spTree>
      <p:nvGrpSpPr>
        <p:cNvPr id="1" name=""/>
        <p:cNvGrpSpPr/>
        <p:nvPr/>
      </p:nvGrpSpPr>
      <p:grpSpPr>
        <a:xfrm>
          <a:off x="0" y="0"/>
          <a:ext cx="0" cy="0"/>
          <a:chOff x="0" y="0"/>
          <a:chExt cx="0" cy="0"/>
        </a:xfrm>
      </p:grpSpPr>
      <p:sp>
        <p:nvSpPr>
          <p:cNvPr id="14" name="Text Placeholder 2"/>
          <p:cNvSpPr>
            <a:spLocks noGrp="1"/>
          </p:cNvSpPr>
          <p:nvPr>
            <p:ph type="body" sz="quarter" idx="14" hasCustomPrompt="1"/>
          </p:nvPr>
        </p:nvSpPr>
        <p:spPr>
          <a:xfrm>
            <a:off x="480000" y="924738"/>
            <a:ext cx="10104000" cy="369332"/>
          </a:xfrm>
          <a:prstGeom prst="rect">
            <a:avLst/>
          </a:prstGeom>
        </p:spPr>
        <p:txBody>
          <a:bodyPr lIns="0"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15" name="Text Placeholder 5"/>
          <p:cNvSpPr>
            <a:spLocks noGrp="1"/>
          </p:cNvSpPr>
          <p:nvPr>
            <p:ph type="body" sz="quarter" idx="18" hasCustomPrompt="1"/>
          </p:nvPr>
        </p:nvSpPr>
        <p:spPr>
          <a:xfrm>
            <a:off x="480000" y="5670297"/>
            <a:ext cx="11232000" cy="256545"/>
          </a:xfrm>
          <a:prstGeom prst="rect">
            <a:avLst/>
          </a:prstGeom>
        </p:spPr>
        <p:txBody>
          <a:bodyPr wrap="square" lIns="0" anchor="b" anchorCtr="0">
            <a:spAutoFit/>
          </a:bodyPr>
          <a:lstStyle>
            <a:lvl1pPr marL="0" indent="0">
              <a:buNone/>
              <a:defRPr sz="1067"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US"/>
              <a:t>Insert Source text here</a:t>
            </a:r>
          </a:p>
        </p:txBody>
      </p:sp>
      <p:sp>
        <p:nvSpPr>
          <p:cNvPr id="19" name="Title 18"/>
          <p:cNvSpPr>
            <a:spLocks noGrp="1"/>
          </p:cNvSpPr>
          <p:nvPr>
            <p:ph type="title" hasCustomPrompt="1"/>
          </p:nvPr>
        </p:nvSpPr>
        <p:spPr>
          <a:xfrm>
            <a:off x="480001" y="384852"/>
            <a:ext cx="10102852" cy="451405"/>
          </a:xfrm>
        </p:spPr>
        <p:txBody>
          <a:bodyPr/>
          <a:lstStyle/>
          <a:p>
            <a:r>
              <a:rPr lang="en-US"/>
              <a:t>Click to edit Master heading style</a:t>
            </a:r>
            <a:endParaRPr lang="en-GB"/>
          </a:p>
        </p:txBody>
      </p:sp>
      <p:sp>
        <p:nvSpPr>
          <p:cNvPr id="5" name="Date Placeholder 4"/>
          <p:cNvSpPr>
            <a:spLocks noGrp="1"/>
          </p:cNvSpPr>
          <p:nvPr>
            <p:ph type="dt" sz="half" idx="19"/>
          </p:nvPr>
        </p:nvSpPr>
        <p:spPr/>
        <p:txBody>
          <a:bodyPr/>
          <a:lstStyle/>
          <a:p>
            <a:pPr algn="ctr"/>
            <a:r>
              <a:rPr lang="en-US"/>
              <a:t>Insert your date / confidentiality text here</a:t>
            </a:r>
            <a:endParaRPr lang="en-GB"/>
          </a:p>
        </p:txBody>
      </p:sp>
      <p:sp>
        <p:nvSpPr>
          <p:cNvPr id="6" name="Footer Placeholder 5"/>
          <p:cNvSpPr>
            <a:spLocks noGrp="1"/>
          </p:cNvSpPr>
          <p:nvPr>
            <p:ph type="ftr" sz="quarter" idx="20"/>
          </p:nvPr>
        </p:nvSpPr>
        <p:spPr/>
        <p:txBody>
          <a:bodyPr/>
          <a:lstStyle>
            <a:lvl1pPr>
              <a:defRPr/>
            </a:lvl1pPr>
          </a:lstStyle>
          <a:p>
            <a:r>
              <a:rPr lang="en-GB"/>
              <a:t>16x9 core template</a:t>
            </a:r>
          </a:p>
        </p:txBody>
      </p:sp>
      <p:sp>
        <p:nvSpPr>
          <p:cNvPr id="7" name="Slide Number Placeholder 6"/>
          <p:cNvSpPr>
            <a:spLocks noGrp="1"/>
          </p:cNvSpPr>
          <p:nvPr>
            <p:ph type="sldNum" sz="quarter" idx="21"/>
          </p:nvPr>
        </p:nvSpPr>
        <p:spPr/>
        <p:txBody>
          <a:bodyPr/>
          <a:lstStyle/>
          <a:p>
            <a:fld id="{9F9F533D-B52E-4A2F-BF72-0ADD2D94BD75}" type="slidenum">
              <a:rPr lang="en-GB" smtClean="0"/>
              <a:pPr/>
              <a:t>‹#›</a:t>
            </a:fld>
            <a:endParaRPr lang="en-GB"/>
          </a:p>
        </p:txBody>
      </p:sp>
      <p:sp>
        <p:nvSpPr>
          <p:cNvPr id="9" name="Content Placeholder 12"/>
          <p:cNvSpPr>
            <a:spLocks noGrp="1" noChangeAspect="1"/>
          </p:cNvSpPr>
          <p:nvPr>
            <p:ph sz="quarter" idx="17"/>
          </p:nvPr>
        </p:nvSpPr>
        <p:spPr>
          <a:xfrm>
            <a:off x="480001" y="1589852"/>
            <a:ext cx="11231033" cy="4101867"/>
          </a:xfrm>
          <a:prstGeom prst="rect">
            <a:avLst/>
          </a:prstGeom>
        </p:spPr>
        <p:txBody>
          <a:bodyPr lIns="0"/>
          <a:lstStyle>
            <a:lvl1pPr>
              <a:defRPr sz="3200"/>
            </a:lvl1pPr>
            <a:lvl2pPr>
              <a:defRPr sz="3200"/>
            </a:lvl2pPr>
            <a:lvl3pPr>
              <a:defRPr sz="3200"/>
            </a:lvl3pPr>
            <a:lvl4pPr>
              <a:defRPr sz="3200"/>
            </a:lvl4pPr>
            <a:lvl5pPr>
              <a:defRPr sz="3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98560358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4" name="Content Placeholder 13"/>
          <p:cNvSpPr>
            <a:spLocks noGrp="1" noChangeAspect="1"/>
          </p:cNvSpPr>
          <p:nvPr>
            <p:ph sz="quarter" idx="18"/>
          </p:nvPr>
        </p:nvSpPr>
        <p:spPr>
          <a:xfrm>
            <a:off x="6407151" y="1591734"/>
            <a:ext cx="5304367" cy="4087284"/>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hasCustomPrompt="1"/>
          </p:nvPr>
        </p:nvSpPr>
        <p:spPr>
          <a:xfrm>
            <a:off x="478870" y="384852"/>
            <a:ext cx="10102852" cy="451405"/>
          </a:xfrm>
        </p:spPr>
        <p:txBody>
          <a:bodyPr/>
          <a:lstStyle/>
          <a:p>
            <a:r>
              <a:rPr lang="en-US"/>
              <a:t>Click to edit Master heading style</a:t>
            </a:r>
            <a:endParaRPr lang="en-GB"/>
          </a:p>
        </p:txBody>
      </p:sp>
      <p:sp>
        <p:nvSpPr>
          <p:cNvPr id="18" name="Text Placeholder 2"/>
          <p:cNvSpPr>
            <a:spLocks noGrp="1"/>
          </p:cNvSpPr>
          <p:nvPr>
            <p:ph type="body" sz="quarter" idx="14" hasCustomPrompt="1"/>
          </p:nvPr>
        </p:nvSpPr>
        <p:spPr>
          <a:xfrm>
            <a:off x="478869" y="924738"/>
            <a:ext cx="10104000" cy="369332"/>
          </a:xfrm>
          <a:prstGeom prst="rect">
            <a:avLst/>
          </a:prstGeom>
        </p:spPr>
        <p:txBody>
          <a:bodyPr lIns="0"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19" name="Text Placeholder 5"/>
          <p:cNvSpPr>
            <a:spLocks noGrp="1"/>
          </p:cNvSpPr>
          <p:nvPr>
            <p:ph type="body" sz="quarter" idx="19" hasCustomPrompt="1"/>
          </p:nvPr>
        </p:nvSpPr>
        <p:spPr>
          <a:xfrm>
            <a:off x="478870" y="5670297"/>
            <a:ext cx="5305981" cy="256545"/>
          </a:xfrm>
          <a:prstGeom prst="rect">
            <a:avLst/>
          </a:prstGeom>
        </p:spPr>
        <p:txBody>
          <a:bodyPr wrap="square" lIns="0" anchor="b" anchorCtr="0">
            <a:spAutoFit/>
          </a:bodyPr>
          <a:lstStyle>
            <a:lvl1pPr marL="0" indent="0">
              <a:buNone/>
              <a:defRPr sz="1067"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US"/>
              <a:t>Insert Source text here</a:t>
            </a:r>
          </a:p>
        </p:txBody>
      </p:sp>
      <p:sp>
        <p:nvSpPr>
          <p:cNvPr id="20" name="Text Placeholder 5"/>
          <p:cNvSpPr>
            <a:spLocks noGrp="1"/>
          </p:cNvSpPr>
          <p:nvPr>
            <p:ph type="body" sz="quarter" idx="20" hasCustomPrompt="1"/>
          </p:nvPr>
        </p:nvSpPr>
        <p:spPr>
          <a:xfrm>
            <a:off x="6396289" y="5670297"/>
            <a:ext cx="5328000" cy="256545"/>
          </a:xfrm>
          <a:prstGeom prst="rect">
            <a:avLst/>
          </a:prstGeom>
        </p:spPr>
        <p:txBody>
          <a:bodyPr wrap="square" lIns="0" anchor="b" anchorCtr="0">
            <a:spAutoFit/>
          </a:bodyPr>
          <a:lstStyle>
            <a:lvl1pPr marL="0" indent="0">
              <a:buNone/>
              <a:defRPr sz="1067"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US"/>
              <a:t>Insert Source text here</a:t>
            </a:r>
          </a:p>
        </p:txBody>
      </p:sp>
      <p:sp>
        <p:nvSpPr>
          <p:cNvPr id="3" name="Date Placeholder 2"/>
          <p:cNvSpPr>
            <a:spLocks noGrp="1"/>
          </p:cNvSpPr>
          <p:nvPr>
            <p:ph type="dt" sz="half" idx="21"/>
          </p:nvPr>
        </p:nvSpPr>
        <p:spPr/>
        <p:txBody>
          <a:bodyPr/>
          <a:lstStyle/>
          <a:p>
            <a:pPr algn="ctr"/>
            <a:r>
              <a:rPr lang="en-US"/>
              <a:t>Insert your date / confidentiality text here</a:t>
            </a:r>
            <a:endParaRPr lang="en-GB"/>
          </a:p>
        </p:txBody>
      </p:sp>
      <p:sp>
        <p:nvSpPr>
          <p:cNvPr id="4" name="Footer Placeholder 3"/>
          <p:cNvSpPr>
            <a:spLocks noGrp="1"/>
          </p:cNvSpPr>
          <p:nvPr>
            <p:ph type="ftr" sz="quarter" idx="22"/>
          </p:nvPr>
        </p:nvSpPr>
        <p:spPr/>
        <p:txBody>
          <a:bodyPr/>
          <a:lstStyle>
            <a:lvl1pPr>
              <a:defRPr/>
            </a:lvl1pPr>
          </a:lstStyle>
          <a:p>
            <a:r>
              <a:rPr lang="en-GB"/>
              <a:t>16x9 core template</a:t>
            </a:r>
          </a:p>
        </p:txBody>
      </p:sp>
      <p:sp>
        <p:nvSpPr>
          <p:cNvPr id="5" name="Slide Number Placeholder 4"/>
          <p:cNvSpPr>
            <a:spLocks noGrp="1"/>
          </p:cNvSpPr>
          <p:nvPr>
            <p:ph type="sldNum" sz="quarter" idx="23"/>
          </p:nvPr>
        </p:nvSpPr>
        <p:spPr/>
        <p:txBody>
          <a:bodyPr/>
          <a:lstStyle/>
          <a:p>
            <a:fld id="{9F9F533D-B52E-4A2F-BF72-0ADD2D94BD75}" type="slidenum">
              <a:rPr lang="en-GB" smtClean="0"/>
              <a:pPr/>
              <a:t>‹#›</a:t>
            </a:fld>
            <a:endParaRPr lang="en-GB"/>
          </a:p>
        </p:txBody>
      </p:sp>
      <p:sp>
        <p:nvSpPr>
          <p:cNvPr id="11" name="Content Placeholder 11"/>
          <p:cNvSpPr>
            <a:spLocks noGrp="1" noChangeAspect="1"/>
          </p:cNvSpPr>
          <p:nvPr>
            <p:ph sz="quarter" idx="17"/>
          </p:nvPr>
        </p:nvSpPr>
        <p:spPr>
          <a:xfrm>
            <a:off x="480001" y="1591734"/>
            <a:ext cx="5298500" cy="4087284"/>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3435284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8" name="Text Placeholder 2"/>
          <p:cNvSpPr>
            <a:spLocks noGrp="1"/>
          </p:cNvSpPr>
          <p:nvPr>
            <p:ph type="body" idx="19" hasCustomPrompt="1"/>
          </p:nvPr>
        </p:nvSpPr>
        <p:spPr>
          <a:xfrm>
            <a:off x="480001" y="1592272"/>
            <a:ext cx="5298500" cy="420564"/>
          </a:xfrm>
          <a:prstGeom prst="rect">
            <a:avLst/>
          </a:prstGeom>
        </p:spPr>
        <p:txBody>
          <a:bodyPr wrap="square" lIns="0" anchor="t" anchorCtr="0">
            <a:spAutoFit/>
          </a:bodyPr>
          <a:lstStyle>
            <a:lvl1pPr marL="0" indent="0">
              <a:buNone/>
              <a:defRPr sz="2133" b="1">
                <a:solidFill>
                  <a:schemeClr val="accent1"/>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Subheading here if required</a:t>
            </a:r>
          </a:p>
        </p:txBody>
      </p:sp>
      <p:sp>
        <p:nvSpPr>
          <p:cNvPr id="20" name="Text Placeholder 2"/>
          <p:cNvSpPr>
            <a:spLocks noGrp="1"/>
          </p:cNvSpPr>
          <p:nvPr>
            <p:ph type="body" idx="21" hasCustomPrompt="1"/>
          </p:nvPr>
        </p:nvSpPr>
        <p:spPr>
          <a:xfrm>
            <a:off x="6407151" y="1592273"/>
            <a:ext cx="5304367" cy="420564"/>
          </a:xfrm>
          <a:prstGeom prst="rect">
            <a:avLst/>
          </a:prstGeom>
        </p:spPr>
        <p:txBody>
          <a:bodyPr wrap="square" anchor="t" anchorCtr="0">
            <a:spAutoFit/>
          </a:bodyPr>
          <a:lstStyle>
            <a:lvl1pPr marL="0" indent="0">
              <a:buNone/>
              <a:defRPr sz="2133" b="1">
                <a:solidFill>
                  <a:schemeClr val="accent1"/>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Subheading here if required</a:t>
            </a:r>
          </a:p>
        </p:txBody>
      </p:sp>
      <p:sp>
        <p:nvSpPr>
          <p:cNvPr id="2" name="Title 1"/>
          <p:cNvSpPr>
            <a:spLocks noGrp="1"/>
          </p:cNvSpPr>
          <p:nvPr>
            <p:ph type="title" hasCustomPrompt="1"/>
          </p:nvPr>
        </p:nvSpPr>
        <p:spPr>
          <a:xfrm>
            <a:off x="480001" y="384852"/>
            <a:ext cx="10102852" cy="451405"/>
          </a:xfrm>
        </p:spPr>
        <p:txBody>
          <a:bodyPr/>
          <a:lstStyle/>
          <a:p>
            <a:r>
              <a:rPr lang="en-US"/>
              <a:t>Click to edit Master heading style</a:t>
            </a:r>
            <a:endParaRPr lang="en-GB"/>
          </a:p>
        </p:txBody>
      </p:sp>
      <p:sp>
        <p:nvSpPr>
          <p:cNvPr id="17" name="Content Placeholder 11"/>
          <p:cNvSpPr>
            <a:spLocks noGrp="1" noChangeAspect="1"/>
          </p:cNvSpPr>
          <p:nvPr>
            <p:ph sz="quarter" idx="17"/>
          </p:nvPr>
        </p:nvSpPr>
        <p:spPr>
          <a:xfrm>
            <a:off x="480001" y="2021979"/>
            <a:ext cx="5298500" cy="3657039"/>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Content Placeholder 13"/>
          <p:cNvSpPr>
            <a:spLocks noGrp="1" noChangeAspect="1"/>
          </p:cNvSpPr>
          <p:nvPr>
            <p:ph sz="quarter" idx="18"/>
          </p:nvPr>
        </p:nvSpPr>
        <p:spPr>
          <a:xfrm>
            <a:off x="6407151" y="2021979"/>
            <a:ext cx="5304367" cy="3661272"/>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3" name="Text Placeholder 5"/>
          <p:cNvSpPr>
            <a:spLocks noGrp="1"/>
          </p:cNvSpPr>
          <p:nvPr>
            <p:ph type="body" sz="quarter" idx="31" hasCustomPrompt="1"/>
          </p:nvPr>
        </p:nvSpPr>
        <p:spPr>
          <a:xfrm>
            <a:off x="480001" y="5670297"/>
            <a:ext cx="5298500" cy="256545"/>
          </a:xfrm>
          <a:prstGeom prst="rect">
            <a:avLst/>
          </a:prstGeom>
        </p:spPr>
        <p:txBody>
          <a:bodyPr wrap="square" lIns="0" anchor="b" anchorCtr="0">
            <a:spAutoFit/>
          </a:bodyPr>
          <a:lstStyle>
            <a:lvl1pPr marL="0" indent="0">
              <a:buNone/>
              <a:defRPr sz="1067"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US"/>
              <a:t>Insert Source text here</a:t>
            </a:r>
          </a:p>
        </p:txBody>
      </p:sp>
      <p:sp>
        <p:nvSpPr>
          <p:cNvPr id="24" name="Text Placeholder 5"/>
          <p:cNvSpPr>
            <a:spLocks noGrp="1"/>
          </p:cNvSpPr>
          <p:nvPr>
            <p:ph type="body" sz="quarter" idx="20" hasCustomPrompt="1"/>
          </p:nvPr>
        </p:nvSpPr>
        <p:spPr>
          <a:xfrm>
            <a:off x="6398400" y="5670297"/>
            <a:ext cx="5313117" cy="256545"/>
          </a:xfrm>
          <a:prstGeom prst="rect">
            <a:avLst/>
          </a:prstGeom>
        </p:spPr>
        <p:txBody>
          <a:bodyPr wrap="square" lIns="0" anchor="b" anchorCtr="0">
            <a:spAutoFit/>
          </a:bodyPr>
          <a:lstStyle>
            <a:lvl1pPr marL="0" indent="0">
              <a:buNone/>
              <a:defRPr sz="1067"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US"/>
              <a:t>Insert Source text here</a:t>
            </a:r>
          </a:p>
        </p:txBody>
      </p:sp>
      <p:sp>
        <p:nvSpPr>
          <p:cNvPr id="28" name="Text Placeholder 2"/>
          <p:cNvSpPr>
            <a:spLocks noGrp="1"/>
          </p:cNvSpPr>
          <p:nvPr>
            <p:ph type="body" sz="quarter" idx="14" hasCustomPrompt="1"/>
          </p:nvPr>
        </p:nvSpPr>
        <p:spPr>
          <a:xfrm>
            <a:off x="480000" y="924738"/>
            <a:ext cx="10104000" cy="369332"/>
          </a:xfrm>
          <a:prstGeom prst="rect">
            <a:avLst/>
          </a:prstGeom>
        </p:spPr>
        <p:txBody>
          <a:bodyPr lIns="0"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6" name="Date Placeholder 5"/>
          <p:cNvSpPr>
            <a:spLocks noGrp="1"/>
          </p:cNvSpPr>
          <p:nvPr>
            <p:ph type="dt" sz="half" idx="32"/>
          </p:nvPr>
        </p:nvSpPr>
        <p:spPr/>
        <p:txBody>
          <a:bodyPr/>
          <a:lstStyle/>
          <a:p>
            <a:pPr algn="ctr"/>
            <a:r>
              <a:rPr lang="en-US"/>
              <a:t>Insert your date / confidentiality text here</a:t>
            </a:r>
            <a:endParaRPr lang="en-GB"/>
          </a:p>
        </p:txBody>
      </p:sp>
      <p:sp>
        <p:nvSpPr>
          <p:cNvPr id="7" name="Footer Placeholder 6"/>
          <p:cNvSpPr>
            <a:spLocks noGrp="1"/>
          </p:cNvSpPr>
          <p:nvPr>
            <p:ph type="ftr" sz="quarter" idx="33"/>
          </p:nvPr>
        </p:nvSpPr>
        <p:spPr/>
        <p:txBody>
          <a:bodyPr/>
          <a:lstStyle>
            <a:lvl1pPr>
              <a:defRPr/>
            </a:lvl1pPr>
          </a:lstStyle>
          <a:p>
            <a:r>
              <a:rPr lang="en-GB"/>
              <a:t>16x9 core template</a:t>
            </a:r>
          </a:p>
        </p:txBody>
      </p:sp>
      <p:sp>
        <p:nvSpPr>
          <p:cNvPr id="8" name="Slide Number Placeholder 7"/>
          <p:cNvSpPr>
            <a:spLocks noGrp="1"/>
          </p:cNvSpPr>
          <p:nvPr>
            <p:ph type="sldNum" sz="quarter" idx="34"/>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208633802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Video Standard (4x3)">
    <p:spTree>
      <p:nvGrpSpPr>
        <p:cNvPr id="1" name=""/>
        <p:cNvGrpSpPr/>
        <p:nvPr/>
      </p:nvGrpSpPr>
      <p:grpSpPr>
        <a:xfrm>
          <a:off x="0" y="0"/>
          <a:ext cx="0" cy="0"/>
          <a:chOff x="0" y="0"/>
          <a:chExt cx="0" cy="0"/>
        </a:xfrm>
      </p:grpSpPr>
      <p:sp>
        <p:nvSpPr>
          <p:cNvPr id="6" name="Media Placeholder 5"/>
          <p:cNvSpPr>
            <a:spLocks noGrp="1" noChangeAspect="1"/>
          </p:cNvSpPr>
          <p:nvPr>
            <p:ph type="media" sz="quarter" idx="12" hasCustomPrompt="1"/>
          </p:nvPr>
        </p:nvSpPr>
        <p:spPr>
          <a:xfrm>
            <a:off x="3151200" y="1591734"/>
            <a:ext cx="5889600" cy="4415367"/>
          </a:xfrm>
          <a:prstGeom prst="rect">
            <a:avLst/>
          </a:prstGeom>
        </p:spPr>
        <p:txBody>
          <a:bodyPr lIns="108000" tIns="108000"/>
          <a:lstStyle>
            <a:lvl1pPr marL="0" indent="0">
              <a:buNone/>
              <a:defRPr baseline="0">
                <a:solidFill>
                  <a:schemeClr val="tx1"/>
                </a:solidFill>
              </a:defRPr>
            </a:lvl1pPr>
          </a:lstStyle>
          <a:p>
            <a:r>
              <a:rPr lang="en-GB"/>
              <a:t>Click on the film icon to insert your Standard (4x3 video)</a:t>
            </a:r>
          </a:p>
        </p:txBody>
      </p:sp>
      <p:sp>
        <p:nvSpPr>
          <p:cNvPr id="2" name="Title 1"/>
          <p:cNvSpPr>
            <a:spLocks noGrp="1"/>
          </p:cNvSpPr>
          <p:nvPr>
            <p:ph type="title" hasCustomPrompt="1"/>
          </p:nvPr>
        </p:nvSpPr>
        <p:spPr/>
        <p:txBody>
          <a:bodyPr/>
          <a:lstStyle/>
          <a:p>
            <a:r>
              <a:rPr lang="en-US"/>
              <a:t>Click to edit Master heading style</a:t>
            </a:r>
            <a:endParaRPr lang="en-GB"/>
          </a:p>
        </p:txBody>
      </p:sp>
      <p:sp>
        <p:nvSpPr>
          <p:cNvPr id="3" name="Date Placeholder 2"/>
          <p:cNvSpPr>
            <a:spLocks noGrp="1"/>
          </p:cNvSpPr>
          <p:nvPr>
            <p:ph type="dt" sz="half" idx="15"/>
          </p:nvPr>
        </p:nvSpPr>
        <p:spPr/>
        <p:txBody>
          <a:bodyPr/>
          <a:lstStyle/>
          <a:p>
            <a:pPr algn="ctr"/>
            <a:r>
              <a:rPr lang="en-US"/>
              <a:t>Insert your date / confidentiality text here</a:t>
            </a:r>
            <a:endParaRPr lang="en-GB"/>
          </a:p>
        </p:txBody>
      </p:sp>
      <p:sp>
        <p:nvSpPr>
          <p:cNvPr id="4" name="Footer Placeholder 3"/>
          <p:cNvSpPr>
            <a:spLocks noGrp="1"/>
          </p:cNvSpPr>
          <p:nvPr>
            <p:ph type="ftr" sz="quarter" idx="16"/>
          </p:nvPr>
        </p:nvSpPr>
        <p:spPr/>
        <p:txBody>
          <a:bodyPr/>
          <a:lstStyle>
            <a:lvl1pPr>
              <a:defRPr/>
            </a:lvl1pPr>
          </a:lstStyle>
          <a:p>
            <a:r>
              <a:rPr lang="en-GB"/>
              <a:t>16x9 core template</a:t>
            </a:r>
          </a:p>
        </p:txBody>
      </p:sp>
      <p:sp>
        <p:nvSpPr>
          <p:cNvPr id="9" name="Slide Number Placeholder 8"/>
          <p:cNvSpPr>
            <a:spLocks noGrp="1"/>
          </p:cNvSpPr>
          <p:nvPr>
            <p:ph type="sldNum" sz="quarter" idx="17"/>
          </p:nvPr>
        </p:nvSpPr>
        <p:spPr/>
        <p:txBody>
          <a:bodyPr/>
          <a:lstStyle/>
          <a:p>
            <a:fld id="{9F9F533D-B52E-4A2F-BF72-0ADD2D94BD75}" type="slidenum">
              <a:rPr lang="en-GB" smtClean="0"/>
              <a:pPr/>
              <a:t>‹#›</a:t>
            </a:fld>
            <a:endParaRPr lang="en-GB"/>
          </a:p>
        </p:txBody>
      </p:sp>
      <p:sp>
        <p:nvSpPr>
          <p:cNvPr id="8" name="Text Placeholder 2"/>
          <p:cNvSpPr>
            <a:spLocks noGrp="1"/>
          </p:cNvSpPr>
          <p:nvPr>
            <p:ph type="body" sz="quarter" idx="14" hasCustomPrompt="1"/>
          </p:nvPr>
        </p:nvSpPr>
        <p:spPr>
          <a:xfrm>
            <a:off x="480000" y="924738"/>
            <a:ext cx="10104000" cy="369332"/>
          </a:xfrm>
          <a:prstGeom prst="rect">
            <a:avLst/>
          </a:prstGeom>
        </p:spPr>
        <p:txBody>
          <a:bodyPr lIns="0"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Tree>
    <p:extLst>
      <p:ext uri="{BB962C8B-B14F-4D97-AF65-F5344CB8AC3E}">
        <p14:creationId xmlns:p14="http://schemas.microsoft.com/office/powerpoint/2010/main" val="227936474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Video Widescreen (16x9)">
    <p:spTree>
      <p:nvGrpSpPr>
        <p:cNvPr id="1" name=""/>
        <p:cNvGrpSpPr/>
        <p:nvPr/>
      </p:nvGrpSpPr>
      <p:grpSpPr>
        <a:xfrm>
          <a:off x="0" y="0"/>
          <a:ext cx="0" cy="0"/>
          <a:chOff x="0" y="0"/>
          <a:chExt cx="0" cy="0"/>
        </a:xfrm>
      </p:grpSpPr>
      <p:sp>
        <p:nvSpPr>
          <p:cNvPr id="5" name="Media Placeholder 5"/>
          <p:cNvSpPr>
            <a:spLocks noGrp="1" noChangeAspect="1"/>
          </p:cNvSpPr>
          <p:nvPr>
            <p:ph type="media" sz="quarter" idx="12" hasCustomPrompt="1"/>
          </p:nvPr>
        </p:nvSpPr>
        <p:spPr>
          <a:xfrm>
            <a:off x="2169600" y="1591733"/>
            <a:ext cx="7852800" cy="4416000"/>
          </a:xfrm>
          <a:prstGeom prst="rect">
            <a:avLst/>
          </a:prstGeom>
        </p:spPr>
        <p:txBody>
          <a:bodyPr lIns="108000" tIns="108000"/>
          <a:lstStyle>
            <a:lvl1pPr marL="0" indent="0">
              <a:buNone/>
              <a:defRPr baseline="0">
                <a:solidFill>
                  <a:schemeClr val="tx1"/>
                </a:solidFill>
              </a:defRPr>
            </a:lvl1pPr>
          </a:lstStyle>
          <a:p>
            <a:r>
              <a:rPr lang="en-GB"/>
              <a:t>Click on the film icon to insert your widescreen (16x9) video</a:t>
            </a:r>
          </a:p>
        </p:txBody>
      </p:sp>
      <p:sp>
        <p:nvSpPr>
          <p:cNvPr id="10" name="Title 9"/>
          <p:cNvSpPr>
            <a:spLocks noGrp="1"/>
          </p:cNvSpPr>
          <p:nvPr>
            <p:ph type="title" hasCustomPrompt="1"/>
          </p:nvPr>
        </p:nvSpPr>
        <p:spPr/>
        <p:txBody>
          <a:bodyPr/>
          <a:lstStyle/>
          <a:p>
            <a:r>
              <a:rPr lang="en-US"/>
              <a:t>Click to edit Master heading style</a:t>
            </a:r>
            <a:endParaRPr lang="en-GB"/>
          </a:p>
        </p:txBody>
      </p:sp>
      <p:sp>
        <p:nvSpPr>
          <p:cNvPr id="2" name="Date Placeholder 1"/>
          <p:cNvSpPr>
            <a:spLocks noGrp="1"/>
          </p:cNvSpPr>
          <p:nvPr>
            <p:ph type="dt" sz="half" idx="17"/>
          </p:nvPr>
        </p:nvSpPr>
        <p:spPr/>
        <p:txBody>
          <a:bodyPr/>
          <a:lstStyle/>
          <a:p>
            <a:pPr algn="ctr"/>
            <a:r>
              <a:rPr lang="en-US"/>
              <a:t>Insert your date / confidentiality text here</a:t>
            </a:r>
            <a:endParaRPr lang="en-GB"/>
          </a:p>
        </p:txBody>
      </p:sp>
      <p:sp>
        <p:nvSpPr>
          <p:cNvPr id="3" name="Footer Placeholder 2"/>
          <p:cNvSpPr>
            <a:spLocks noGrp="1"/>
          </p:cNvSpPr>
          <p:nvPr>
            <p:ph type="ftr" sz="quarter" idx="18"/>
          </p:nvPr>
        </p:nvSpPr>
        <p:spPr/>
        <p:txBody>
          <a:bodyPr/>
          <a:lstStyle>
            <a:lvl1pPr>
              <a:defRPr/>
            </a:lvl1pPr>
          </a:lstStyle>
          <a:p>
            <a:r>
              <a:rPr lang="en-GB"/>
              <a:t>16x9 core template</a:t>
            </a:r>
          </a:p>
        </p:txBody>
      </p:sp>
      <p:sp>
        <p:nvSpPr>
          <p:cNvPr id="4" name="Slide Number Placeholder 3"/>
          <p:cNvSpPr>
            <a:spLocks noGrp="1"/>
          </p:cNvSpPr>
          <p:nvPr>
            <p:ph type="sldNum" sz="quarter" idx="19"/>
          </p:nvPr>
        </p:nvSpPr>
        <p:spPr/>
        <p:txBody>
          <a:bodyPr/>
          <a:lstStyle/>
          <a:p>
            <a:fld id="{9F9F533D-B52E-4A2F-BF72-0ADD2D94BD75}" type="slidenum">
              <a:rPr lang="en-GB" smtClean="0"/>
              <a:pPr/>
              <a:t>‹#›</a:t>
            </a:fld>
            <a:endParaRPr lang="en-GB"/>
          </a:p>
        </p:txBody>
      </p:sp>
      <p:sp>
        <p:nvSpPr>
          <p:cNvPr id="8" name="Text Placeholder 2"/>
          <p:cNvSpPr>
            <a:spLocks noGrp="1"/>
          </p:cNvSpPr>
          <p:nvPr>
            <p:ph type="body" sz="quarter" idx="14" hasCustomPrompt="1"/>
          </p:nvPr>
        </p:nvSpPr>
        <p:spPr>
          <a:xfrm>
            <a:off x="480000" y="924738"/>
            <a:ext cx="10104000" cy="369332"/>
          </a:xfrm>
          <a:prstGeom prst="rect">
            <a:avLst/>
          </a:prstGeom>
        </p:spPr>
        <p:txBody>
          <a:bodyPr lIns="0"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Tree>
    <p:extLst>
      <p:ext uri="{BB962C8B-B14F-4D97-AF65-F5344CB8AC3E}">
        <p14:creationId xmlns:p14="http://schemas.microsoft.com/office/powerpoint/2010/main" val="41683121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Image and Non Bulleted Text">
    <p:spTree>
      <p:nvGrpSpPr>
        <p:cNvPr id="1" name=""/>
        <p:cNvGrpSpPr/>
        <p:nvPr/>
      </p:nvGrpSpPr>
      <p:grpSpPr>
        <a:xfrm>
          <a:off x="0" y="0"/>
          <a:ext cx="0" cy="0"/>
          <a:chOff x="0" y="0"/>
          <a:chExt cx="0" cy="0"/>
        </a:xfrm>
      </p:grpSpPr>
      <p:sp>
        <p:nvSpPr>
          <p:cNvPr id="16" name="Text Placeholder 6"/>
          <p:cNvSpPr>
            <a:spLocks noGrp="1"/>
          </p:cNvSpPr>
          <p:nvPr>
            <p:ph type="body" sz="quarter" idx="13"/>
          </p:nvPr>
        </p:nvSpPr>
        <p:spPr>
          <a:xfrm>
            <a:off x="478871" y="1590985"/>
            <a:ext cx="5305979" cy="4413504"/>
          </a:xfrm>
          <a:prstGeom prst="rect">
            <a:avLst/>
          </a:prstGeom>
        </p:spPr>
        <p:txBody>
          <a:bodyPr lIns="0"/>
          <a:lstStyle>
            <a:lvl1pPr marL="0" indent="0">
              <a:buNone/>
              <a:defRPr/>
            </a:lvl1pPr>
          </a:lstStyle>
          <a:p>
            <a:pPr lvl="0"/>
            <a:r>
              <a:rPr lang="en-US"/>
              <a:t>Click to edit Master text styles</a:t>
            </a:r>
          </a:p>
        </p:txBody>
      </p:sp>
      <p:sp>
        <p:nvSpPr>
          <p:cNvPr id="6" name="Title 5"/>
          <p:cNvSpPr>
            <a:spLocks noGrp="1"/>
          </p:cNvSpPr>
          <p:nvPr>
            <p:ph type="title" hasCustomPrompt="1"/>
          </p:nvPr>
        </p:nvSpPr>
        <p:spPr>
          <a:xfrm>
            <a:off x="478870" y="384852"/>
            <a:ext cx="10102852" cy="451405"/>
          </a:xfrm>
        </p:spPr>
        <p:txBody>
          <a:bodyPr/>
          <a:lstStyle/>
          <a:p>
            <a:r>
              <a:rPr lang="en-US"/>
              <a:t>Click to edit Master heading style</a:t>
            </a:r>
            <a:endParaRPr lang="en-GB"/>
          </a:p>
        </p:txBody>
      </p:sp>
      <p:sp>
        <p:nvSpPr>
          <p:cNvPr id="12" name="Text Placeholder 2"/>
          <p:cNvSpPr>
            <a:spLocks noGrp="1"/>
          </p:cNvSpPr>
          <p:nvPr>
            <p:ph type="body" sz="quarter" idx="27" hasCustomPrompt="1"/>
          </p:nvPr>
        </p:nvSpPr>
        <p:spPr>
          <a:xfrm>
            <a:off x="478869" y="924738"/>
            <a:ext cx="10104000" cy="369332"/>
          </a:xfrm>
          <a:prstGeom prst="rect">
            <a:avLst/>
          </a:prstGeom>
        </p:spPr>
        <p:txBody>
          <a:bodyPr lIns="0"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2" name="Date Placeholder 1"/>
          <p:cNvSpPr>
            <a:spLocks noGrp="1"/>
          </p:cNvSpPr>
          <p:nvPr>
            <p:ph type="dt" sz="half" idx="28"/>
          </p:nvPr>
        </p:nvSpPr>
        <p:spPr/>
        <p:txBody>
          <a:bodyPr/>
          <a:lstStyle/>
          <a:p>
            <a:pPr algn="ctr"/>
            <a:r>
              <a:rPr lang="en-US"/>
              <a:t>Insert your date / confidentiality text here</a:t>
            </a:r>
            <a:endParaRPr lang="en-GB"/>
          </a:p>
        </p:txBody>
      </p:sp>
      <p:sp>
        <p:nvSpPr>
          <p:cNvPr id="3" name="Footer Placeholder 2"/>
          <p:cNvSpPr>
            <a:spLocks noGrp="1"/>
          </p:cNvSpPr>
          <p:nvPr>
            <p:ph type="ftr" sz="quarter" idx="29"/>
          </p:nvPr>
        </p:nvSpPr>
        <p:spPr/>
        <p:txBody>
          <a:bodyPr/>
          <a:lstStyle>
            <a:lvl1pPr>
              <a:defRPr/>
            </a:lvl1pPr>
          </a:lstStyle>
          <a:p>
            <a:r>
              <a:rPr lang="en-GB"/>
              <a:t>16x9 core template</a:t>
            </a:r>
          </a:p>
        </p:txBody>
      </p:sp>
      <p:sp>
        <p:nvSpPr>
          <p:cNvPr id="4" name="Slide Number Placeholder 3"/>
          <p:cNvSpPr>
            <a:spLocks noGrp="1"/>
          </p:cNvSpPr>
          <p:nvPr>
            <p:ph type="sldNum" sz="quarter" idx="30"/>
          </p:nvPr>
        </p:nvSpPr>
        <p:spPr/>
        <p:txBody>
          <a:bodyPr/>
          <a:lstStyle/>
          <a:p>
            <a:fld id="{9F9F533D-B52E-4A2F-BF72-0ADD2D94BD75}" type="slidenum">
              <a:rPr lang="en-GB" smtClean="0"/>
              <a:pPr/>
              <a:t>‹#›</a:t>
            </a:fld>
            <a:endParaRPr lang="en-GB"/>
          </a:p>
        </p:txBody>
      </p:sp>
      <p:sp>
        <p:nvSpPr>
          <p:cNvPr id="13" name="Picture Placeholder 8"/>
          <p:cNvSpPr>
            <a:spLocks noGrp="1"/>
          </p:cNvSpPr>
          <p:nvPr>
            <p:ph type="pic" sz="quarter" idx="14" hasCustomPrompt="1"/>
          </p:nvPr>
        </p:nvSpPr>
        <p:spPr>
          <a:xfrm>
            <a:off x="6398401" y="1591733"/>
            <a:ext cx="5310263" cy="4412756"/>
          </a:xfrm>
          <a:prstGeom prst="rect">
            <a:avLst/>
          </a:prstGeom>
        </p:spPr>
        <p:txBody>
          <a:bodyPr lIns="0" tIns="0"/>
          <a:lstStyle>
            <a:lvl1pPr marL="0" indent="0">
              <a:buNone/>
              <a:defRPr sz="1467" baseline="0"/>
            </a:lvl1pPr>
          </a:lstStyle>
          <a:p>
            <a:r>
              <a:rPr lang="en-GB"/>
              <a:t>Click on the picture icon to insert your picture</a:t>
            </a:r>
          </a:p>
        </p:txBody>
      </p:sp>
    </p:spTree>
    <p:extLst>
      <p:ext uri="{BB962C8B-B14F-4D97-AF65-F5344CB8AC3E}">
        <p14:creationId xmlns:p14="http://schemas.microsoft.com/office/powerpoint/2010/main" val="162679217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Image and Text">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478870" y="384852"/>
            <a:ext cx="10102852" cy="451405"/>
          </a:xfrm>
        </p:spPr>
        <p:txBody>
          <a:bodyPr/>
          <a:lstStyle/>
          <a:p>
            <a:r>
              <a:rPr lang="en-US"/>
              <a:t>Click to edit Master heading style</a:t>
            </a:r>
            <a:endParaRPr lang="en-GB"/>
          </a:p>
        </p:txBody>
      </p:sp>
      <p:sp>
        <p:nvSpPr>
          <p:cNvPr id="12" name="Text Placeholder 2"/>
          <p:cNvSpPr>
            <a:spLocks noGrp="1"/>
          </p:cNvSpPr>
          <p:nvPr>
            <p:ph type="body" sz="quarter" idx="27" hasCustomPrompt="1"/>
          </p:nvPr>
        </p:nvSpPr>
        <p:spPr>
          <a:xfrm>
            <a:off x="478869" y="924738"/>
            <a:ext cx="10104000" cy="369332"/>
          </a:xfrm>
          <a:prstGeom prst="rect">
            <a:avLst/>
          </a:prstGeom>
        </p:spPr>
        <p:txBody>
          <a:bodyPr lIns="0"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2" name="Date Placeholder 1"/>
          <p:cNvSpPr>
            <a:spLocks noGrp="1"/>
          </p:cNvSpPr>
          <p:nvPr>
            <p:ph type="dt" sz="half" idx="28"/>
          </p:nvPr>
        </p:nvSpPr>
        <p:spPr/>
        <p:txBody>
          <a:bodyPr/>
          <a:lstStyle/>
          <a:p>
            <a:pPr algn="ctr"/>
            <a:r>
              <a:rPr lang="en-US"/>
              <a:t>Insert your date / confidentiality text here</a:t>
            </a:r>
            <a:endParaRPr lang="en-GB"/>
          </a:p>
        </p:txBody>
      </p:sp>
      <p:sp>
        <p:nvSpPr>
          <p:cNvPr id="3" name="Footer Placeholder 2"/>
          <p:cNvSpPr>
            <a:spLocks noGrp="1"/>
          </p:cNvSpPr>
          <p:nvPr>
            <p:ph type="ftr" sz="quarter" idx="29"/>
          </p:nvPr>
        </p:nvSpPr>
        <p:spPr/>
        <p:txBody>
          <a:bodyPr/>
          <a:lstStyle>
            <a:lvl1pPr>
              <a:defRPr/>
            </a:lvl1pPr>
          </a:lstStyle>
          <a:p>
            <a:r>
              <a:rPr lang="en-GB"/>
              <a:t>16x9 core template</a:t>
            </a:r>
          </a:p>
        </p:txBody>
      </p:sp>
      <p:sp>
        <p:nvSpPr>
          <p:cNvPr id="4" name="Slide Number Placeholder 3"/>
          <p:cNvSpPr>
            <a:spLocks noGrp="1"/>
          </p:cNvSpPr>
          <p:nvPr>
            <p:ph type="sldNum" sz="quarter" idx="30"/>
          </p:nvPr>
        </p:nvSpPr>
        <p:spPr/>
        <p:txBody>
          <a:bodyPr/>
          <a:lstStyle/>
          <a:p>
            <a:fld id="{9F9F533D-B52E-4A2F-BF72-0ADD2D94BD75}" type="slidenum">
              <a:rPr lang="en-GB" smtClean="0"/>
              <a:pPr/>
              <a:t>‹#›</a:t>
            </a:fld>
            <a:endParaRPr lang="en-GB"/>
          </a:p>
        </p:txBody>
      </p:sp>
      <p:sp>
        <p:nvSpPr>
          <p:cNvPr id="13" name="Picture Placeholder 8"/>
          <p:cNvSpPr>
            <a:spLocks noGrp="1"/>
          </p:cNvSpPr>
          <p:nvPr>
            <p:ph type="pic" sz="quarter" idx="14" hasCustomPrompt="1"/>
          </p:nvPr>
        </p:nvSpPr>
        <p:spPr>
          <a:xfrm>
            <a:off x="6398401" y="1591733"/>
            <a:ext cx="5310263" cy="4412756"/>
          </a:xfrm>
          <a:prstGeom prst="rect">
            <a:avLst/>
          </a:prstGeom>
        </p:spPr>
        <p:txBody>
          <a:bodyPr lIns="0" tIns="0"/>
          <a:lstStyle>
            <a:lvl1pPr marL="0" indent="0">
              <a:buNone/>
              <a:defRPr sz="1467" baseline="0"/>
            </a:lvl1pPr>
          </a:lstStyle>
          <a:p>
            <a:r>
              <a:rPr lang="en-GB"/>
              <a:t>Click on the picture icon to insert your picture</a:t>
            </a:r>
          </a:p>
        </p:txBody>
      </p:sp>
      <p:sp>
        <p:nvSpPr>
          <p:cNvPr id="9" name="Text Placeholder 6"/>
          <p:cNvSpPr>
            <a:spLocks noGrp="1"/>
          </p:cNvSpPr>
          <p:nvPr>
            <p:ph type="body" sz="quarter" idx="13"/>
          </p:nvPr>
        </p:nvSpPr>
        <p:spPr>
          <a:xfrm>
            <a:off x="478870" y="1587501"/>
            <a:ext cx="5314951" cy="4416988"/>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74069083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6" name="Title 5"/>
          <p:cNvSpPr>
            <a:spLocks noGrp="1"/>
          </p:cNvSpPr>
          <p:nvPr>
            <p:ph type="title" hasCustomPrompt="1"/>
          </p:nvPr>
        </p:nvSpPr>
        <p:spPr/>
        <p:txBody>
          <a:bodyPr/>
          <a:lstStyle/>
          <a:p>
            <a:r>
              <a:rPr lang="en-US"/>
              <a:t>Click to edit Master heading style</a:t>
            </a:r>
            <a:endParaRPr lang="en-GB"/>
          </a:p>
        </p:txBody>
      </p:sp>
      <p:sp>
        <p:nvSpPr>
          <p:cNvPr id="19" name="Text Placeholder 6"/>
          <p:cNvSpPr>
            <a:spLocks noGrp="1"/>
          </p:cNvSpPr>
          <p:nvPr>
            <p:ph type="body" sz="quarter" idx="13"/>
          </p:nvPr>
        </p:nvSpPr>
        <p:spPr>
          <a:xfrm>
            <a:off x="478870" y="1587501"/>
            <a:ext cx="5314951" cy="4416988"/>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Picture Placeholder 8"/>
          <p:cNvSpPr>
            <a:spLocks noGrp="1" noChangeAspect="1"/>
          </p:cNvSpPr>
          <p:nvPr>
            <p:ph type="pic" sz="quarter" idx="14" hasCustomPrompt="1"/>
          </p:nvPr>
        </p:nvSpPr>
        <p:spPr>
          <a:xfrm>
            <a:off x="6398400" y="1587501"/>
            <a:ext cx="5329059" cy="1638299"/>
          </a:xfrm>
          <a:prstGeom prst="rect">
            <a:avLst/>
          </a:prstGeom>
        </p:spPr>
        <p:txBody>
          <a:bodyPr lIns="0" tIns="0"/>
          <a:lstStyle>
            <a:lvl1pPr marL="0" indent="0">
              <a:buNone/>
              <a:defRPr sz="1467" baseline="0"/>
            </a:lvl1pPr>
          </a:lstStyle>
          <a:p>
            <a:r>
              <a:rPr lang="en-GB"/>
              <a:t>Click on the picture icon to insert your picture</a:t>
            </a:r>
          </a:p>
        </p:txBody>
      </p:sp>
      <p:sp>
        <p:nvSpPr>
          <p:cNvPr id="21" name="Text Placeholder 7"/>
          <p:cNvSpPr>
            <a:spLocks noGrp="1"/>
          </p:cNvSpPr>
          <p:nvPr>
            <p:ph type="body" sz="quarter" idx="26" hasCustomPrompt="1"/>
          </p:nvPr>
        </p:nvSpPr>
        <p:spPr>
          <a:xfrm>
            <a:off x="6398400" y="3357036"/>
            <a:ext cx="5328355" cy="338665"/>
          </a:xfrm>
          <a:prstGeom prst="rect">
            <a:avLst/>
          </a:prstGeom>
        </p:spPr>
        <p:txBody>
          <a:bodyPr lIns="0" tIns="0" rIns="0" bIns="0"/>
          <a:lstStyle>
            <a:lvl1pPr marL="0" indent="0">
              <a:spcAft>
                <a:spcPts val="0"/>
              </a:spcAft>
              <a:buNone/>
              <a:defRPr sz="1067">
                <a:solidFill>
                  <a:schemeClr val="accent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US"/>
              <a:t>Enter your image caption text here</a:t>
            </a:r>
          </a:p>
        </p:txBody>
      </p:sp>
      <p:sp>
        <p:nvSpPr>
          <p:cNvPr id="35" name="Picture Placeholder 8"/>
          <p:cNvSpPr>
            <a:spLocks noGrp="1" noChangeAspect="1"/>
          </p:cNvSpPr>
          <p:nvPr>
            <p:ph type="pic" sz="quarter" idx="27" hasCustomPrompt="1"/>
          </p:nvPr>
        </p:nvSpPr>
        <p:spPr>
          <a:xfrm>
            <a:off x="6398400" y="3896289"/>
            <a:ext cx="5329059" cy="1638299"/>
          </a:xfrm>
          <a:prstGeom prst="rect">
            <a:avLst/>
          </a:prstGeom>
        </p:spPr>
        <p:txBody>
          <a:bodyPr lIns="0" tIns="0"/>
          <a:lstStyle>
            <a:lvl1pPr marL="0" indent="0">
              <a:buNone/>
              <a:defRPr sz="1467" baseline="0"/>
            </a:lvl1pPr>
          </a:lstStyle>
          <a:p>
            <a:r>
              <a:rPr lang="en-GB"/>
              <a:t>Click on the picture icon to insert your picture</a:t>
            </a:r>
          </a:p>
        </p:txBody>
      </p:sp>
      <p:sp>
        <p:nvSpPr>
          <p:cNvPr id="36" name="Text Placeholder 7"/>
          <p:cNvSpPr>
            <a:spLocks noGrp="1"/>
          </p:cNvSpPr>
          <p:nvPr>
            <p:ph type="body" sz="quarter" idx="28" hasCustomPrompt="1"/>
          </p:nvPr>
        </p:nvSpPr>
        <p:spPr>
          <a:xfrm>
            <a:off x="6398400" y="5665824"/>
            <a:ext cx="5328355" cy="338665"/>
          </a:xfrm>
          <a:prstGeom prst="rect">
            <a:avLst/>
          </a:prstGeom>
        </p:spPr>
        <p:txBody>
          <a:bodyPr lIns="0" tIns="0" rIns="0" bIns="0"/>
          <a:lstStyle>
            <a:lvl1pPr marL="0" indent="0">
              <a:spcAft>
                <a:spcPts val="0"/>
              </a:spcAft>
              <a:buNone/>
              <a:defRPr sz="1067">
                <a:solidFill>
                  <a:schemeClr val="accent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US"/>
              <a:t>Enter your image caption text here</a:t>
            </a:r>
          </a:p>
        </p:txBody>
      </p:sp>
      <p:sp>
        <p:nvSpPr>
          <p:cNvPr id="37" name="Text Placeholder 2"/>
          <p:cNvSpPr>
            <a:spLocks noGrp="1"/>
          </p:cNvSpPr>
          <p:nvPr>
            <p:ph type="body" sz="quarter" idx="29" hasCustomPrompt="1"/>
          </p:nvPr>
        </p:nvSpPr>
        <p:spPr>
          <a:xfrm>
            <a:off x="478869" y="924738"/>
            <a:ext cx="10104000" cy="369332"/>
          </a:xfrm>
          <a:prstGeom prst="rect">
            <a:avLst/>
          </a:prstGeom>
        </p:spPr>
        <p:txBody>
          <a:bodyPr lIns="0"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5" name="Date Placeholder 4"/>
          <p:cNvSpPr>
            <a:spLocks noGrp="1"/>
          </p:cNvSpPr>
          <p:nvPr>
            <p:ph type="dt" sz="half" idx="30"/>
          </p:nvPr>
        </p:nvSpPr>
        <p:spPr/>
        <p:txBody>
          <a:bodyPr/>
          <a:lstStyle/>
          <a:p>
            <a:pPr algn="ctr"/>
            <a:r>
              <a:rPr lang="en-US"/>
              <a:t>Insert your date / confidentiality text here</a:t>
            </a:r>
            <a:endParaRPr lang="en-GB"/>
          </a:p>
        </p:txBody>
      </p:sp>
      <p:sp>
        <p:nvSpPr>
          <p:cNvPr id="7" name="Footer Placeholder 6"/>
          <p:cNvSpPr>
            <a:spLocks noGrp="1"/>
          </p:cNvSpPr>
          <p:nvPr>
            <p:ph type="ftr" sz="quarter" idx="31"/>
          </p:nvPr>
        </p:nvSpPr>
        <p:spPr/>
        <p:txBody>
          <a:bodyPr/>
          <a:lstStyle>
            <a:lvl1pPr>
              <a:defRPr/>
            </a:lvl1pPr>
          </a:lstStyle>
          <a:p>
            <a:r>
              <a:rPr lang="en-GB"/>
              <a:t>16x9 core template</a:t>
            </a:r>
          </a:p>
        </p:txBody>
      </p:sp>
      <p:sp>
        <p:nvSpPr>
          <p:cNvPr id="8" name="Slide Number Placeholder 7"/>
          <p:cNvSpPr>
            <a:spLocks noGrp="1"/>
          </p:cNvSpPr>
          <p:nvPr>
            <p:ph type="sldNum" sz="quarter" idx="32"/>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27259383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Master heading style</a:t>
            </a:r>
            <a:endParaRPr lang="en-GB"/>
          </a:p>
        </p:txBody>
      </p:sp>
      <p:sp>
        <p:nvSpPr>
          <p:cNvPr id="11" name="Text Placeholder 2"/>
          <p:cNvSpPr>
            <a:spLocks noGrp="1"/>
          </p:cNvSpPr>
          <p:nvPr>
            <p:ph type="body" sz="quarter" idx="29" hasCustomPrompt="1"/>
          </p:nvPr>
        </p:nvSpPr>
        <p:spPr>
          <a:xfrm>
            <a:off x="478869" y="924738"/>
            <a:ext cx="10104000" cy="369332"/>
          </a:xfrm>
          <a:prstGeom prst="rect">
            <a:avLst/>
          </a:prstGeom>
        </p:spPr>
        <p:txBody>
          <a:bodyPr lIns="0"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6" name="Date Placeholder 5"/>
          <p:cNvSpPr>
            <a:spLocks noGrp="1"/>
          </p:cNvSpPr>
          <p:nvPr>
            <p:ph type="dt" sz="half" idx="30"/>
          </p:nvPr>
        </p:nvSpPr>
        <p:spPr/>
        <p:txBody>
          <a:bodyPr/>
          <a:lstStyle/>
          <a:p>
            <a:pPr algn="ctr"/>
            <a:r>
              <a:rPr lang="en-US"/>
              <a:t>Insert your date / confidentiality text here</a:t>
            </a:r>
            <a:endParaRPr lang="en-GB"/>
          </a:p>
        </p:txBody>
      </p:sp>
      <p:sp>
        <p:nvSpPr>
          <p:cNvPr id="7" name="Footer Placeholder 6"/>
          <p:cNvSpPr>
            <a:spLocks noGrp="1"/>
          </p:cNvSpPr>
          <p:nvPr>
            <p:ph type="ftr" sz="quarter" idx="31"/>
          </p:nvPr>
        </p:nvSpPr>
        <p:spPr/>
        <p:txBody>
          <a:bodyPr/>
          <a:lstStyle>
            <a:lvl1pPr>
              <a:defRPr/>
            </a:lvl1pPr>
          </a:lstStyle>
          <a:p>
            <a:r>
              <a:rPr lang="en-GB"/>
              <a:t>16x9 core template</a:t>
            </a:r>
          </a:p>
        </p:txBody>
      </p:sp>
      <p:sp>
        <p:nvSpPr>
          <p:cNvPr id="8" name="Slide Number Placeholder 7"/>
          <p:cNvSpPr>
            <a:spLocks noGrp="1"/>
          </p:cNvSpPr>
          <p:nvPr>
            <p:ph type="sldNum" sz="quarter" idx="32"/>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382121096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cxnSp>
        <p:nvCxnSpPr>
          <p:cNvPr id="12" name="Straight Connector 11"/>
          <p:cNvCxnSpPr/>
          <p:nvPr userDrawn="1"/>
        </p:nvCxnSpPr>
        <p:spPr>
          <a:xfrm>
            <a:off x="478869" y="6132244"/>
            <a:ext cx="1123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Date Placeholder 4"/>
          <p:cNvSpPr>
            <a:spLocks noGrp="1"/>
          </p:cNvSpPr>
          <p:nvPr>
            <p:ph type="dt" sz="half" idx="10"/>
          </p:nvPr>
        </p:nvSpPr>
        <p:spPr/>
        <p:txBody>
          <a:bodyPr/>
          <a:lstStyle/>
          <a:p>
            <a:pPr algn="ctr"/>
            <a:r>
              <a:rPr lang="en-US"/>
              <a:t>Insert your date / confidentiality text here</a:t>
            </a:r>
            <a:endParaRPr lang="en-GB"/>
          </a:p>
        </p:txBody>
      </p:sp>
      <p:sp>
        <p:nvSpPr>
          <p:cNvPr id="6" name="Footer Placeholder 5"/>
          <p:cNvSpPr>
            <a:spLocks noGrp="1"/>
          </p:cNvSpPr>
          <p:nvPr>
            <p:ph type="ftr" sz="quarter" idx="11"/>
          </p:nvPr>
        </p:nvSpPr>
        <p:spPr/>
        <p:txBody>
          <a:bodyPr/>
          <a:lstStyle>
            <a:lvl1pPr>
              <a:defRPr/>
            </a:lvl1pPr>
          </a:lstStyle>
          <a:p>
            <a:r>
              <a:rPr lang="en-GB"/>
              <a:t>16x9 core template</a:t>
            </a:r>
          </a:p>
        </p:txBody>
      </p:sp>
      <p:sp>
        <p:nvSpPr>
          <p:cNvPr id="7" name="Slide Number Placeholder 6"/>
          <p:cNvSpPr>
            <a:spLocks noGrp="1"/>
          </p:cNvSpPr>
          <p:nvPr>
            <p:ph type="sldNum" sz="quarter" idx="12"/>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112399233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Section Header WHITE with ORANGE Text">
    <p:spTree>
      <p:nvGrpSpPr>
        <p:cNvPr id="1" name=""/>
        <p:cNvGrpSpPr/>
        <p:nvPr/>
      </p:nvGrpSpPr>
      <p:grpSpPr>
        <a:xfrm>
          <a:off x="0" y="0"/>
          <a:ext cx="0" cy="0"/>
          <a:chOff x="0" y="0"/>
          <a:chExt cx="0" cy="0"/>
        </a:xfrm>
      </p:grpSpPr>
      <p:sp>
        <p:nvSpPr>
          <p:cNvPr id="12" name="Text Placeholder 5"/>
          <p:cNvSpPr>
            <a:spLocks noGrp="1"/>
          </p:cNvSpPr>
          <p:nvPr>
            <p:ph type="body" sz="quarter" idx="11" hasCustomPrompt="1"/>
          </p:nvPr>
        </p:nvSpPr>
        <p:spPr>
          <a:xfrm>
            <a:off x="480000" y="4990682"/>
            <a:ext cx="10924032" cy="502702"/>
          </a:xfrm>
          <a:prstGeom prst="rect">
            <a:avLst/>
          </a:prstGeom>
        </p:spPr>
        <p:txBody>
          <a:bodyPr lIns="0" anchor="t" anchorCtr="0">
            <a:spAutoFit/>
          </a:bodyPr>
          <a:lstStyle>
            <a:lvl1pPr marL="0" marR="0" indent="0" algn="l" defTabSz="1219170" rtl="0" eaLnBrk="1" fontAlgn="auto" latinLnBrk="0" hangingPunct="1">
              <a:lnSpc>
                <a:spcPts val="3200"/>
              </a:lnSpc>
              <a:spcBef>
                <a:spcPts val="0"/>
              </a:spcBef>
              <a:spcAft>
                <a:spcPts val="0"/>
              </a:spcAft>
              <a:buClr>
                <a:schemeClr val="tx1"/>
              </a:buClr>
              <a:buSzTx/>
              <a:buFont typeface="Arial" pitchFamily="34" charset="0"/>
              <a:buNone/>
              <a:tabLst/>
              <a:defRPr sz="2933" i="0">
                <a:solidFill>
                  <a:schemeClr val="bg2"/>
                </a:solidFill>
                <a:latin typeface="+mn-lt"/>
              </a:defRPr>
            </a:lvl1pPr>
            <a:lvl2pPr marL="361942" indent="0">
              <a:spcAft>
                <a:spcPts val="0"/>
              </a:spcAft>
              <a:buNone/>
              <a:defRPr>
                <a:solidFill>
                  <a:schemeClr val="bg1"/>
                </a:solidFill>
              </a:defRPr>
            </a:lvl2pPr>
            <a:lvl3pPr marL="711182" indent="0">
              <a:spcAft>
                <a:spcPts val="0"/>
              </a:spcAft>
              <a:buNone/>
              <a:defRPr>
                <a:solidFill>
                  <a:schemeClr val="bg1"/>
                </a:solidFill>
              </a:defRPr>
            </a:lvl3pPr>
            <a:lvl4pPr marL="1087939" indent="0">
              <a:spcAft>
                <a:spcPts val="0"/>
              </a:spcAft>
              <a:buNone/>
              <a:defRPr>
                <a:solidFill>
                  <a:schemeClr val="bg1"/>
                </a:solidFill>
              </a:defRPr>
            </a:lvl4pPr>
            <a:lvl5pPr marL="1473163" indent="0">
              <a:spcAft>
                <a:spcPts val="0"/>
              </a:spcAft>
              <a:buNone/>
              <a:defRPr>
                <a:solidFill>
                  <a:schemeClr val="bg1"/>
                </a:solidFill>
              </a:defRPr>
            </a:lvl5pPr>
          </a:lstStyle>
          <a:p>
            <a:pPr marL="0" marR="0" lvl="0" indent="0" algn="l" defTabSz="1219170" rtl="0" eaLnBrk="1" fontAlgn="auto" latinLnBrk="0" hangingPunct="1">
              <a:lnSpc>
                <a:spcPts val="32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13" name="Text Placeholder 3"/>
          <p:cNvSpPr>
            <a:spLocks noGrp="1"/>
          </p:cNvSpPr>
          <p:nvPr>
            <p:ph type="body" sz="quarter" idx="10" hasCustomPrompt="1"/>
          </p:nvPr>
        </p:nvSpPr>
        <p:spPr>
          <a:xfrm>
            <a:off x="480000" y="3787180"/>
            <a:ext cx="10928936" cy="1097736"/>
          </a:xfrm>
          <a:prstGeom prst="rect">
            <a:avLst/>
          </a:prstGeom>
        </p:spPr>
        <p:txBody>
          <a:bodyPr wrap="square" lIns="0" anchor="b" anchorCtr="0">
            <a:spAutoFit/>
          </a:bodyPr>
          <a:lstStyle>
            <a:lvl1pPr marL="0" indent="0">
              <a:lnSpc>
                <a:spcPts val="7600"/>
              </a:lnSpc>
              <a:spcAft>
                <a:spcPts val="0"/>
              </a:spcAft>
              <a:buNone/>
              <a:defRPr sz="7333" b="1">
                <a:solidFill>
                  <a:schemeClr val="bg2"/>
                </a:solidFill>
              </a:defRPr>
            </a:lvl1pPr>
            <a:lvl2pPr marL="361942" indent="0">
              <a:buNone/>
              <a:defRPr sz="3467" b="1">
                <a:solidFill>
                  <a:schemeClr val="bg1"/>
                </a:solidFill>
              </a:defRPr>
            </a:lvl2pPr>
            <a:lvl3pPr marL="711182" indent="0">
              <a:buNone/>
              <a:defRPr sz="3467" b="1">
                <a:solidFill>
                  <a:schemeClr val="bg1"/>
                </a:solidFill>
              </a:defRPr>
            </a:lvl3pPr>
            <a:lvl4pPr marL="1087939" indent="0">
              <a:buNone/>
              <a:defRPr sz="3467" b="1">
                <a:solidFill>
                  <a:schemeClr val="bg1"/>
                </a:solidFill>
              </a:defRPr>
            </a:lvl4pPr>
            <a:lvl5pPr marL="1473163" indent="0">
              <a:buNone/>
              <a:defRPr sz="3467" b="1">
                <a:solidFill>
                  <a:schemeClr val="bg1"/>
                </a:solidFill>
              </a:defRPr>
            </a:lvl5pPr>
          </a:lstStyle>
          <a:p>
            <a:pPr lvl="0"/>
            <a:r>
              <a:rPr lang="en-US"/>
              <a:t>Section Heading title</a:t>
            </a:r>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42378" y="316146"/>
            <a:ext cx="999577" cy="959319"/>
          </a:xfrm>
          <a:prstGeom prst="rect">
            <a:avLst/>
          </a:prstGeom>
        </p:spPr>
      </p:pic>
    </p:spTree>
    <p:extLst>
      <p:ext uri="{BB962C8B-B14F-4D97-AF65-F5344CB8AC3E}">
        <p14:creationId xmlns:p14="http://schemas.microsoft.com/office/powerpoint/2010/main" val="349985430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Section Header WHITE with GREY Text">
    <p:spTree>
      <p:nvGrpSpPr>
        <p:cNvPr id="1" name=""/>
        <p:cNvGrpSpPr/>
        <p:nvPr/>
      </p:nvGrpSpPr>
      <p:grpSpPr>
        <a:xfrm>
          <a:off x="0" y="0"/>
          <a:ext cx="0" cy="0"/>
          <a:chOff x="0" y="0"/>
          <a:chExt cx="0" cy="0"/>
        </a:xfrm>
      </p:grpSpPr>
      <p:sp>
        <p:nvSpPr>
          <p:cNvPr id="12" name="Text Placeholder 5"/>
          <p:cNvSpPr>
            <a:spLocks noGrp="1"/>
          </p:cNvSpPr>
          <p:nvPr>
            <p:ph type="body" sz="quarter" idx="11" hasCustomPrompt="1"/>
          </p:nvPr>
        </p:nvSpPr>
        <p:spPr>
          <a:xfrm>
            <a:off x="480000" y="4990682"/>
            <a:ext cx="10924032" cy="502702"/>
          </a:xfrm>
          <a:prstGeom prst="rect">
            <a:avLst/>
          </a:prstGeom>
        </p:spPr>
        <p:txBody>
          <a:bodyPr lIns="0" anchor="t" anchorCtr="0">
            <a:spAutoFit/>
          </a:bodyPr>
          <a:lstStyle>
            <a:lvl1pPr marL="0" marR="0" indent="0" algn="l" defTabSz="1219170" rtl="0" eaLnBrk="1" fontAlgn="auto" latinLnBrk="0" hangingPunct="1">
              <a:lnSpc>
                <a:spcPts val="3200"/>
              </a:lnSpc>
              <a:spcBef>
                <a:spcPts val="0"/>
              </a:spcBef>
              <a:spcAft>
                <a:spcPts val="0"/>
              </a:spcAft>
              <a:buClr>
                <a:schemeClr val="tx1"/>
              </a:buClr>
              <a:buSzTx/>
              <a:buFont typeface="Arial" pitchFamily="34" charset="0"/>
              <a:buNone/>
              <a:tabLst/>
              <a:defRPr sz="2933" i="0">
                <a:solidFill>
                  <a:schemeClr val="tx1"/>
                </a:solidFill>
                <a:latin typeface="+mn-lt"/>
              </a:defRPr>
            </a:lvl1pPr>
            <a:lvl2pPr marL="361942" indent="0">
              <a:spcAft>
                <a:spcPts val="0"/>
              </a:spcAft>
              <a:buNone/>
              <a:defRPr>
                <a:solidFill>
                  <a:schemeClr val="bg1"/>
                </a:solidFill>
              </a:defRPr>
            </a:lvl2pPr>
            <a:lvl3pPr marL="711182" indent="0">
              <a:spcAft>
                <a:spcPts val="0"/>
              </a:spcAft>
              <a:buNone/>
              <a:defRPr>
                <a:solidFill>
                  <a:schemeClr val="bg1"/>
                </a:solidFill>
              </a:defRPr>
            </a:lvl3pPr>
            <a:lvl4pPr marL="1087939" indent="0">
              <a:spcAft>
                <a:spcPts val="0"/>
              </a:spcAft>
              <a:buNone/>
              <a:defRPr>
                <a:solidFill>
                  <a:schemeClr val="bg1"/>
                </a:solidFill>
              </a:defRPr>
            </a:lvl4pPr>
            <a:lvl5pPr marL="1473163" indent="0">
              <a:spcAft>
                <a:spcPts val="0"/>
              </a:spcAft>
              <a:buNone/>
              <a:defRPr>
                <a:solidFill>
                  <a:schemeClr val="bg1"/>
                </a:solidFill>
              </a:defRPr>
            </a:lvl5pPr>
          </a:lstStyle>
          <a:p>
            <a:pPr marL="0" marR="0" lvl="0" indent="0" algn="l" defTabSz="1219170" rtl="0" eaLnBrk="1" fontAlgn="auto" latinLnBrk="0" hangingPunct="1">
              <a:lnSpc>
                <a:spcPts val="32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13" name="Text Placeholder 3"/>
          <p:cNvSpPr>
            <a:spLocks noGrp="1"/>
          </p:cNvSpPr>
          <p:nvPr>
            <p:ph type="body" sz="quarter" idx="10" hasCustomPrompt="1"/>
          </p:nvPr>
        </p:nvSpPr>
        <p:spPr>
          <a:xfrm>
            <a:off x="480000" y="3787180"/>
            <a:ext cx="10928936" cy="1097736"/>
          </a:xfrm>
          <a:prstGeom prst="rect">
            <a:avLst/>
          </a:prstGeom>
        </p:spPr>
        <p:txBody>
          <a:bodyPr wrap="square" lIns="0" anchor="b" anchorCtr="0">
            <a:spAutoFit/>
          </a:bodyPr>
          <a:lstStyle>
            <a:lvl1pPr marL="0" indent="0">
              <a:lnSpc>
                <a:spcPts val="7600"/>
              </a:lnSpc>
              <a:spcAft>
                <a:spcPts val="0"/>
              </a:spcAft>
              <a:buNone/>
              <a:defRPr sz="7333" b="1">
                <a:solidFill>
                  <a:schemeClr val="tx1"/>
                </a:solidFill>
              </a:defRPr>
            </a:lvl1pPr>
            <a:lvl2pPr marL="361942" indent="0">
              <a:buNone/>
              <a:defRPr sz="3467" b="1">
                <a:solidFill>
                  <a:schemeClr val="bg1"/>
                </a:solidFill>
              </a:defRPr>
            </a:lvl2pPr>
            <a:lvl3pPr marL="711182" indent="0">
              <a:buNone/>
              <a:defRPr sz="3467" b="1">
                <a:solidFill>
                  <a:schemeClr val="bg1"/>
                </a:solidFill>
              </a:defRPr>
            </a:lvl3pPr>
            <a:lvl4pPr marL="1087939" indent="0">
              <a:buNone/>
              <a:defRPr sz="3467" b="1">
                <a:solidFill>
                  <a:schemeClr val="bg1"/>
                </a:solidFill>
              </a:defRPr>
            </a:lvl4pPr>
            <a:lvl5pPr marL="1473163" indent="0">
              <a:buNone/>
              <a:defRPr sz="3467" b="1">
                <a:solidFill>
                  <a:schemeClr val="bg1"/>
                </a:solidFill>
              </a:defRPr>
            </a:lvl5pPr>
          </a:lstStyle>
          <a:p>
            <a:pPr lvl="0"/>
            <a:r>
              <a:rPr lang="en-US"/>
              <a:t>Section Heading title</a:t>
            </a:r>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42378" y="316146"/>
            <a:ext cx="999577" cy="959319"/>
          </a:xfrm>
          <a:prstGeom prst="rect">
            <a:avLst/>
          </a:prstGeom>
        </p:spPr>
      </p:pic>
    </p:spTree>
    <p:extLst>
      <p:ext uri="{BB962C8B-B14F-4D97-AF65-F5344CB8AC3E}">
        <p14:creationId xmlns:p14="http://schemas.microsoft.com/office/powerpoint/2010/main" val="379971559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Section Header INNOVATION White">
    <p:spTree>
      <p:nvGrpSpPr>
        <p:cNvPr id="1" name=""/>
        <p:cNvGrpSpPr/>
        <p:nvPr/>
      </p:nvGrpSpPr>
      <p:grpSpPr>
        <a:xfrm>
          <a:off x="0" y="0"/>
          <a:ext cx="0" cy="0"/>
          <a:chOff x="0" y="0"/>
          <a:chExt cx="0" cy="0"/>
        </a:xfrm>
      </p:grpSpPr>
      <p:sp>
        <p:nvSpPr>
          <p:cNvPr id="6" name="TextBox 5"/>
          <p:cNvSpPr txBox="1"/>
          <p:nvPr userDrawn="1"/>
        </p:nvSpPr>
        <p:spPr>
          <a:xfrm>
            <a:off x="475787" y="3937840"/>
            <a:ext cx="10497013" cy="964944"/>
          </a:xfrm>
          <a:prstGeom prst="rect">
            <a:avLst/>
          </a:prstGeom>
        </p:spPr>
        <p:txBody>
          <a:bodyPr vert="horz" wrap="square" lIns="0" tIns="0" rIns="0" bIns="0" rtlCol="0" anchor="b" anchorCtr="0">
            <a:spAutoFit/>
          </a:bodyPr>
          <a:lstStyle>
            <a:lvl1pPr lvl="0" indent="0">
              <a:lnSpc>
                <a:spcPts val="7200"/>
              </a:lnSpc>
              <a:spcBef>
                <a:spcPts val="0"/>
              </a:spcBef>
              <a:spcAft>
                <a:spcPts val="0"/>
              </a:spcAft>
              <a:buClr>
                <a:schemeClr val="tx1"/>
              </a:buClr>
              <a:buFont typeface="Arial" pitchFamily="34" charset="0"/>
              <a:buNone/>
              <a:tabLst/>
              <a:defRPr sz="7000" b="1" baseline="0">
                <a:solidFill>
                  <a:schemeClr val="bg1"/>
                </a:solidFill>
              </a:defRPr>
            </a:lvl1pPr>
            <a:lvl2pPr marL="271463" indent="0">
              <a:spcBef>
                <a:spcPts val="0"/>
              </a:spcBef>
              <a:spcAft>
                <a:spcPts val="600"/>
              </a:spcAft>
              <a:buFont typeface="Arial" pitchFamily="34" charset="0"/>
              <a:buNone/>
              <a:defRPr sz="2600" b="1">
                <a:solidFill>
                  <a:schemeClr val="bg1"/>
                </a:solidFill>
              </a:defRPr>
            </a:lvl2pPr>
            <a:lvl3pPr marL="533400" indent="0">
              <a:spcBef>
                <a:spcPts val="0"/>
              </a:spcBef>
              <a:spcAft>
                <a:spcPts val="600"/>
              </a:spcAft>
              <a:buFont typeface="Arial" pitchFamily="34" charset="0"/>
              <a:buNone/>
              <a:defRPr sz="2600" b="1">
                <a:solidFill>
                  <a:schemeClr val="bg1"/>
                </a:solidFill>
              </a:defRPr>
            </a:lvl3pPr>
            <a:lvl4pPr marL="815975" indent="0">
              <a:spcBef>
                <a:spcPts val="0"/>
              </a:spcBef>
              <a:spcAft>
                <a:spcPts val="600"/>
              </a:spcAft>
              <a:buFont typeface="Arial" pitchFamily="34" charset="0"/>
              <a:buNone/>
              <a:defRPr sz="2600" b="1">
                <a:solidFill>
                  <a:schemeClr val="bg1"/>
                </a:solidFill>
              </a:defRPr>
            </a:lvl4pPr>
            <a:lvl5pPr marL="1104900" indent="0">
              <a:spcBef>
                <a:spcPts val="0"/>
              </a:spcBef>
              <a:spcAft>
                <a:spcPts val="600"/>
              </a:spcAft>
              <a:buFont typeface="Arial" pitchFamily="34" charset="0"/>
              <a:buNone/>
              <a:defRPr sz="2600" b="1">
                <a:solidFill>
                  <a:schemeClr val="bg1"/>
                </a:solidFill>
              </a:defRPr>
            </a:lvl5pPr>
            <a:lvl6pPr marL="1620000" indent="-270000">
              <a:spcBef>
                <a:spcPts val="0"/>
              </a:spcBef>
              <a:spcAft>
                <a:spcPts val="600"/>
              </a:spcAft>
              <a:buFont typeface="Arial" pitchFamily="34" charset="0"/>
              <a:buChar char="–"/>
              <a:defRPr sz="1200"/>
            </a:lvl6pPr>
            <a:lvl7pPr marL="1800000" indent="-270000">
              <a:spcBef>
                <a:spcPts val="0"/>
              </a:spcBef>
              <a:spcAft>
                <a:spcPts val="600"/>
              </a:spcAft>
              <a:buFont typeface="Arial" pitchFamily="34" charset="0"/>
              <a:buChar char="–"/>
              <a:defRPr sz="1200"/>
            </a:lvl7pPr>
            <a:lvl8pPr marL="2070000" indent="-270000">
              <a:spcBef>
                <a:spcPts val="0"/>
              </a:spcBef>
              <a:spcAft>
                <a:spcPts val="600"/>
              </a:spcAft>
              <a:buFont typeface="Arial" pitchFamily="34" charset="0"/>
              <a:buChar char="–"/>
              <a:defRPr sz="1200"/>
            </a:lvl8pPr>
            <a:lvl9pPr marL="2340000" indent="-270000">
              <a:spcBef>
                <a:spcPts val="0"/>
              </a:spcBef>
              <a:spcAft>
                <a:spcPts val="600"/>
              </a:spcAft>
              <a:buFont typeface="Arial" pitchFamily="34" charset="0"/>
              <a:buChar char="–"/>
              <a:defRPr sz="1200"/>
            </a:lvl9pPr>
          </a:lstStyle>
          <a:p>
            <a:pPr lvl="0"/>
            <a:r>
              <a:rPr lang="en-US" sz="9333">
                <a:solidFill>
                  <a:schemeClr val="accent5"/>
                </a:solidFill>
              </a:rPr>
              <a:t>Innovation</a:t>
            </a:r>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42378" y="316146"/>
            <a:ext cx="999577" cy="959319"/>
          </a:xfrm>
          <a:prstGeom prst="rect">
            <a:avLst/>
          </a:prstGeom>
        </p:spPr>
      </p:pic>
    </p:spTree>
    <p:extLst>
      <p:ext uri="{BB962C8B-B14F-4D97-AF65-F5344CB8AC3E}">
        <p14:creationId xmlns:p14="http://schemas.microsoft.com/office/powerpoint/2010/main" val="309482882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Section Header PERFORMANCE White">
    <p:spTree>
      <p:nvGrpSpPr>
        <p:cNvPr id="1" name=""/>
        <p:cNvGrpSpPr/>
        <p:nvPr/>
      </p:nvGrpSpPr>
      <p:grpSpPr>
        <a:xfrm>
          <a:off x="0" y="0"/>
          <a:ext cx="0" cy="0"/>
          <a:chOff x="0" y="0"/>
          <a:chExt cx="0" cy="0"/>
        </a:xfrm>
      </p:grpSpPr>
      <p:sp>
        <p:nvSpPr>
          <p:cNvPr id="8" name="TextBox 7"/>
          <p:cNvSpPr txBox="1"/>
          <p:nvPr userDrawn="1"/>
        </p:nvSpPr>
        <p:spPr>
          <a:xfrm>
            <a:off x="475787" y="3671678"/>
            <a:ext cx="10497013" cy="1231106"/>
          </a:xfrm>
          <a:prstGeom prst="rect">
            <a:avLst/>
          </a:prstGeom>
        </p:spPr>
        <p:txBody>
          <a:bodyPr vert="horz" wrap="square" lIns="0" tIns="0" rIns="0" bIns="0" rtlCol="0" anchor="b" anchorCtr="0">
            <a:spAutoFit/>
          </a:bodyPr>
          <a:lstStyle>
            <a:lvl1pPr lvl="0" indent="0">
              <a:lnSpc>
                <a:spcPts val="7200"/>
              </a:lnSpc>
              <a:spcBef>
                <a:spcPts val="0"/>
              </a:spcBef>
              <a:spcAft>
                <a:spcPts val="0"/>
              </a:spcAft>
              <a:buClr>
                <a:schemeClr val="tx1"/>
              </a:buClr>
              <a:buFont typeface="Arial" pitchFamily="34" charset="0"/>
              <a:buNone/>
              <a:tabLst/>
              <a:defRPr sz="7000" b="1" baseline="0">
                <a:solidFill>
                  <a:schemeClr val="bg1"/>
                </a:solidFill>
              </a:defRPr>
            </a:lvl1pPr>
            <a:lvl2pPr marL="271463" indent="0">
              <a:spcBef>
                <a:spcPts val="0"/>
              </a:spcBef>
              <a:spcAft>
                <a:spcPts val="600"/>
              </a:spcAft>
              <a:buFont typeface="Arial" pitchFamily="34" charset="0"/>
              <a:buNone/>
              <a:defRPr sz="2600" b="1">
                <a:solidFill>
                  <a:schemeClr val="bg1"/>
                </a:solidFill>
              </a:defRPr>
            </a:lvl2pPr>
            <a:lvl3pPr marL="533400" indent="0">
              <a:spcBef>
                <a:spcPts val="0"/>
              </a:spcBef>
              <a:spcAft>
                <a:spcPts val="600"/>
              </a:spcAft>
              <a:buFont typeface="Arial" pitchFamily="34" charset="0"/>
              <a:buNone/>
              <a:defRPr sz="2600" b="1">
                <a:solidFill>
                  <a:schemeClr val="bg1"/>
                </a:solidFill>
              </a:defRPr>
            </a:lvl3pPr>
            <a:lvl4pPr marL="815975" indent="0">
              <a:spcBef>
                <a:spcPts val="0"/>
              </a:spcBef>
              <a:spcAft>
                <a:spcPts val="600"/>
              </a:spcAft>
              <a:buFont typeface="Arial" pitchFamily="34" charset="0"/>
              <a:buNone/>
              <a:defRPr sz="2600" b="1">
                <a:solidFill>
                  <a:schemeClr val="bg1"/>
                </a:solidFill>
              </a:defRPr>
            </a:lvl4pPr>
            <a:lvl5pPr marL="1104900" indent="0">
              <a:spcBef>
                <a:spcPts val="0"/>
              </a:spcBef>
              <a:spcAft>
                <a:spcPts val="600"/>
              </a:spcAft>
              <a:buFont typeface="Arial" pitchFamily="34" charset="0"/>
              <a:buNone/>
              <a:defRPr sz="2600" b="1">
                <a:solidFill>
                  <a:schemeClr val="bg1"/>
                </a:solidFill>
              </a:defRPr>
            </a:lvl5pPr>
            <a:lvl6pPr marL="1620000" indent="-270000">
              <a:spcBef>
                <a:spcPts val="0"/>
              </a:spcBef>
              <a:spcAft>
                <a:spcPts val="600"/>
              </a:spcAft>
              <a:buFont typeface="Arial" pitchFamily="34" charset="0"/>
              <a:buChar char="–"/>
              <a:defRPr sz="1200"/>
            </a:lvl6pPr>
            <a:lvl7pPr marL="1800000" indent="-270000">
              <a:spcBef>
                <a:spcPts val="0"/>
              </a:spcBef>
              <a:spcAft>
                <a:spcPts val="600"/>
              </a:spcAft>
              <a:buFont typeface="Arial" pitchFamily="34" charset="0"/>
              <a:buChar char="–"/>
              <a:defRPr sz="1200"/>
            </a:lvl7pPr>
            <a:lvl8pPr marL="2070000" indent="-270000">
              <a:spcBef>
                <a:spcPts val="0"/>
              </a:spcBef>
              <a:spcAft>
                <a:spcPts val="600"/>
              </a:spcAft>
              <a:buFont typeface="Arial" pitchFamily="34" charset="0"/>
              <a:buChar char="–"/>
              <a:defRPr sz="1200"/>
            </a:lvl8pPr>
            <a:lvl9pPr marL="2340000" indent="-270000">
              <a:spcBef>
                <a:spcPts val="0"/>
              </a:spcBef>
              <a:spcAft>
                <a:spcPts val="600"/>
              </a:spcAft>
              <a:buFont typeface="Arial" pitchFamily="34" charset="0"/>
              <a:buChar char="–"/>
              <a:defRPr sz="1200"/>
            </a:lvl9pPr>
          </a:lstStyle>
          <a:p>
            <a:pPr marL="0" marR="0" lvl="0" indent="0" algn="l" defTabSz="1219170" rtl="0" eaLnBrk="1" fontAlgn="auto" latinLnBrk="0" hangingPunct="1">
              <a:lnSpc>
                <a:spcPts val="9600"/>
              </a:lnSpc>
              <a:spcBef>
                <a:spcPts val="0"/>
              </a:spcBef>
              <a:spcAft>
                <a:spcPts val="0"/>
              </a:spcAft>
              <a:buClr>
                <a:schemeClr val="tx1"/>
              </a:buClr>
              <a:buSzTx/>
              <a:buFont typeface="Arial" pitchFamily="34" charset="0"/>
              <a:buNone/>
              <a:tabLst/>
              <a:defRPr/>
            </a:pPr>
            <a:r>
              <a:rPr lang="en-US" sz="9333">
                <a:solidFill>
                  <a:schemeClr val="accent4"/>
                </a:solidFill>
              </a:rPr>
              <a:t>Pe</a:t>
            </a:r>
            <a:r>
              <a:rPr lang="en-US" sz="9333" spc="667" baseline="0">
                <a:solidFill>
                  <a:schemeClr val="accent4"/>
                </a:solidFill>
              </a:rPr>
              <a:t>r</a:t>
            </a:r>
            <a:r>
              <a:rPr lang="en-US" sz="9333">
                <a:solidFill>
                  <a:schemeClr val="accent4"/>
                </a:solidFill>
              </a:rPr>
              <a:t>formance</a:t>
            </a:r>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42378" y="316146"/>
            <a:ext cx="999577" cy="959319"/>
          </a:xfrm>
          <a:prstGeom prst="rect">
            <a:avLst/>
          </a:prstGeom>
        </p:spPr>
      </p:pic>
    </p:spTree>
    <p:extLst>
      <p:ext uri="{BB962C8B-B14F-4D97-AF65-F5344CB8AC3E}">
        <p14:creationId xmlns:p14="http://schemas.microsoft.com/office/powerpoint/2010/main" val="33743296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Section Header TRUST White">
    <p:spTree>
      <p:nvGrpSpPr>
        <p:cNvPr id="1" name=""/>
        <p:cNvGrpSpPr/>
        <p:nvPr/>
      </p:nvGrpSpPr>
      <p:grpSpPr>
        <a:xfrm>
          <a:off x="0" y="0"/>
          <a:ext cx="0" cy="0"/>
          <a:chOff x="0" y="0"/>
          <a:chExt cx="0" cy="0"/>
        </a:xfrm>
      </p:grpSpPr>
      <p:sp>
        <p:nvSpPr>
          <p:cNvPr id="6" name="TextBox 5"/>
          <p:cNvSpPr txBox="1"/>
          <p:nvPr userDrawn="1"/>
        </p:nvSpPr>
        <p:spPr>
          <a:xfrm>
            <a:off x="475787" y="3937840"/>
            <a:ext cx="10497013" cy="964944"/>
          </a:xfrm>
          <a:prstGeom prst="rect">
            <a:avLst/>
          </a:prstGeom>
        </p:spPr>
        <p:txBody>
          <a:bodyPr vert="horz" wrap="square" lIns="0" tIns="0" rIns="0" bIns="0" rtlCol="0" anchor="b" anchorCtr="0">
            <a:spAutoFit/>
          </a:bodyPr>
          <a:lstStyle>
            <a:lvl1pPr lvl="0" indent="0">
              <a:lnSpc>
                <a:spcPts val="7200"/>
              </a:lnSpc>
              <a:spcBef>
                <a:spcPts val="0"/>
              </a:spcBef>
              <a:spcAft>
                <a:spcPts val="0"/>
              </a:spcAft>
              <a:buClr>
                <a:schemeClr val="tx1"/>
              </a:buClr>
              <a:buFont typeface="Arial" pitchFamily="34" charset="0"/>
              <a:buNone/>
              <a:tabLst/>
              <a:defRPr sz="7000" b="1" baseline="0">
                <a:solidFill>
                  <a:schemeClr val="bg1"/>
                </a:solidFill>
              </a:defRPr>
            </a:lvl1pPr>
            <a:lvl2pPr marL="271463" indent="0">
              <a:spcBef>
                <a:spcPts val="0"/>
              </a:spcBef>
              <a:spcAft>
                <a:spcPts val="600"/>
              </a:spcAft>
              <a:buFont typeface="Arial" pitchFamily="34" charset="0"/>
              <a:buNone/>
              <a:defRPr sz="2600" b="1">
                <a:solidFill>
                  <a:schemeClr val="bg1"/>
                </a:solidFill>
              </a:defRPr>
            </a:lvl2pPr>
            <a:lvl3pPr marL="533400" indent="0">
              <a:spcBef>
                <a:spcPts val="0"/>
              </a:spcBef>
              <a:spcAft>
                <a:spcPts val="600"/>
              </a:spcAft>
              <a:buFont typeface="Arial" pitchFamily="34" charset="0"/>
              <a:buNone/>
              <a:defRPr sz="2600" b="1">
                <a:solidFill>
                  <a:schemeClr val="bg1"/>
                </a:solidFill>
              </a:defRPr>
            </a:lvl3pPr>
            <a:lvl4pPr marL="815975" indent="0">
              <a:spcBef>
                <a:spcPts val="0"/>
              </a:spcBef>
              <a:spcAft>
                <a:spcPts val="600"/>
              </a:spcAft>
              <a:buFont typeface="Arial" pitchFamily="34" charset="0"/>
              <a:buNone/>
              <a:defRPr sz="2600" b="1">
                <a:solidFill>
                  <a:schemeClr val="bg1"/>
                </a:solidFill>
              </a:defRPr>
            </a:lvl4pPr>
            <a:lvl5pPr marL="1104900" indent="0">
              <a:spcBef>
                <a:spcPts val="0"/>
              </a:spcBef>
              <a:spcAft>
                <a:spcPts val="600"/>
              </a:spcAft>
              <a:buFont typeface="Arial" pitchFamily="34" charset="0"/>
              <a:buNone/>
              <a:defRPr sz="2600" b="1">
                <a:solidFill>
                  <a:schemeClr val="bg1"/>
                </a:solidFill>
              </a:defRPr>
            </a:lvl5pPr>
            <a:lvl6pPr marL="1620000" indent="-270000">
              <a:spcBef>
                <a:spcPts val="0"/>
              </a:spcBef>
              <a:spcAft>
                <a:spcPts val="600"/>
              </a:spcAft>
              <a:buFont typeface="Arial" pitchFamily="34" charset="0"/>
              <a:buChar char="–"/>
              <a:defRPr sz="1200"/>
            </a:lvl6pPr>
            <a:lvl7pPr marL="1800000" indent="-270000">
              <a:spcBef>
                <a:spcPts val="0"/>
              </a:spcBef>
              <a:spcAft>
                <a:spcPts val="600"/>
              </a:spcAft>
              <a:buFont typeface="Arial" pitchFamily="34" charset="0"/>
              <a:buChar char="–"/>
              <a:defRPr sz="1200"/>
            </a:lvl7pPr>
            <a:lvl8pPr marL="2070000" indent="-270000">
              <a:spcBef>
                <a:spcPts val="0"/>
              </a:spcBef>
              <a:spcAft>
                <a:spcPts val="600"/>
              </a:spcAft>
              <a:buFont typeface="Arial" pitchFamily="34" charset="0"/>
              <a:buChar char="–"/>
              <a:defRPr sz="1200"/>
            </a:lvl8pPr>
            <a:lvl9pPr marL="2340000" indent="-270000">
              <a:spcBef>
                <a:spcPts val="0"/>
              </a:spcBef>
              <a:spcAft>
                <a:spcPts val="600"/>
              </a:spcAft>
              <a:buFont typeface="Arial" pitchFamily="34" charset="0"/>
              <a:buChar char="–"/>
              <a:defRPr sz="1200"/>
            </a:lvl9pPr>
          </a:lstStyle>
          <a:p>
            <a:pPr lvl="0"/>
            <a:r>
              <a:rPr lang="en-US" sz="9333">
                <a:solidFill>
                  <a:schemeClr val="accent3"/>
                </a:solidFill>
              </a:rPr>
              <a:t>Trust</a:t>
            </a:r>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42378" y="316146"/>
            <a:ext cx="999577" cy="959319"/>
          </a:xfrm>
          <a:prstGeom prst="rect">
            <a:avLst/>
          </a:prstGeom>
        </p:spPr>
      </p:pic>
    </p:spTree>
    <p:extLst>
      <p:ext uri="{BB962C8B-B14F-4D97-AF65-F5344CB8AC3E}">
        <p14:creationId xmlns:p14="http://schemas.microsoft.com/office/powerpoint/2010/main" val="353986179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16" name="Content Placeholder 15"/>
          <p:cNvSpPr>
            <a:spLocks noGrp="1" noChangeAspect="1"/>
          </p:cNvSpPr>
          <p:nvPr>
            <p:ph sz="quarter" idx="12"/>
          </p:nvPr>
        </p:nvSpPr>
        <p:spPr>
          <a:xfrm>
            <a:off x="478870" y="1412359"/>
            <a:ext cx="11231033" cy="427089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itle 3"/>
          <p:cNvSpPr>
            <a:spLocks noGrp="1"/>
          </p:cNvSpPr>
          <p:nvPr>
            <p:ph type="title" hasCustomPrompt="1"/>
          </p:nvPr>
        </p:nvSpPr>
        <p:spPr>
          <a:xfrm>
            <a:off x="478870" y="463508"/>
            <a:ext cx="10102852" cy="451405"/>
          </a:xfrm>
        </p:spPr>
        <p:txBody>
          <a:bodyPr/>
          <a:lstStyle/>
          <a:p>
            <a:r>
              <a:rPr lang="en-US"/>
              <a:t>Click to edit Master heading style</a:t>
            </a:r>
            <a:endParaRPr lang="en-GB"/>
          </a:p>
        </p:txBody>
      </p:sp>
      <p:pic>
        <p:nvPicPr>
          <p:cNvPr id="19" name="Picture 18">
            <a:extLst>
              <a:ext uri="{FF2B5EF4-FFF2-40B4-BE49-F238E27FC236}">
                <a16:creationId xmlns:a16="http://schemas.microsoft.com/office/drawing/2014/main" id="{33972AAC-7137-4713-BF07-7E7357DCB1D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42378" y="316146"/>
            <a:ext cx="999577" cy="959319"/>
          </a:xfrm>
          <a:prstGeom prst="rect">
            <a:avLst/>
          </a:prstGeom>
        </p:spPr>
      </p:pic>
      <p:sp>
        <p:nvSpPr>
          <p:cNvPr id="20" name="Date Placeholder 19">
            <a:extLst>
              <a:ext uri="{FF2B5EF4-FFF2-40B4-BE49-F238E27FC236}">
                <a16:creationId xmlns:a16="http://schemas.microsoft.com/office/drawing/2014/main" id="{820724FB-531E-4984-93D5-83D9FD1F7927}"/>
              </a:ext>
            </a:extLst>
          </p:cNvPr>
          <p:cNvSpPr>
            <a:spLocks noGrp="1"/>
          </p:cNvSpPr>
          <p:nvPr>
            <p:ph type="dt" sz="half" idx="19"/>
          </p:nvPr>
        </p:nvSpPr>
        <p:spPr/>
        <p:txBody>
          <a:bodyPr/>
          <a:lstStyle/>
          <a:p>
            <a:pPr algn="ctr"/>
            <a:r>
              <a:rPr lang="en-US"/>
              <a:t>Insert your date / confidentiality text here</a:t>
            </a:r>
            <a:endParaRPr lang="en-GB"/>
          </a:p>
        </p:txBody>
      </p:sp>
      <p:sp>
        <p:nvSpPr>
          <p:cNvPr id="22" name="Slide Number Placeholder 21">
            <a:extLst>
              <a:ext uri="{FF2B5EF4-FFF2-40B4-BE49-F238E27FC236}">
                <a16:creationId xmlns:a16="http://schemas.microsoft.com/office/drawing/2014/main" id="{AAFB53AC-A16B-4DC6-9E6D-DF2CB1C464CA}"/>
              </a:ext>
            </a:extLst>
          </p:cNvPr>
          <p:cNvSpPr>
            <a:spLocks noGrp="1"/>
          </p:cNvSpPr>
          <p:nvPr>
            <p:ph type="sldNum" sz="quarter" idx="21"/>
          </p:nvPr>
        </p:nvSpPr>
        <p:spPr/>
        <p:txBody>
          <a:bodyPr/>
          <a:lstStyle/>
          <a:p>
            <a:fld id="{9F9F533D-B52E-4A2F-BF72-0ADD2D94BD75}" type="slidenum">
              <a:rPr lang="en-GB" smtClean="0"/>
              <a:pPr/>
              <a:t>‹#›</a:t>
            </a:fld>
            <a:endParaRPr lang="en-GB"/>
          </a:p>
        </p:txBody>
      </p:sp>
      <p:sp>
        <p:nvSpPr>
          <p:cNvPr id="23" name="Text Placeholder 2">
            <a:extLst>
              <a:ext uri="{FF2B5EF4-FFF2-40B4-BE49-F238E27FC236}">
                <a16:creationId xmlns:a16="http://schemas.microsoft.com/office/drawing/2014/main" id="{FE216362-D3E4-4661-BC68-6CF20C6AF161}"/>
              </a:ext>
            </a:extLst>
          </p:cNvPr>
          <p:cNvSpPr>
            <a:spLocks noGrp="1"/>
          </p:cNvSpPr>
          <p:nvPr>
            <p:ph type="body" sz="quarter" idx="14" hasCustomPrompt="1"/>
          </p:nvPr>
        </p:nvSpPr>
        <p:spPr>
          <a:xfrm>
            <a:off x="480000" y="924738"/>
            <a:ext cx="10104000" cy="369332"/>
          </a:xfrm>
        </p:spPr>
        <p:txBody>
          <a:bodyPr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pic>
        <p:nvPicPr>
          <p:cNvPr id="9" name="Picture 8">
            <a:extLst>
              <a:ext uri="{FF2B5EF4-FFF2-40B4-BE49-F238E27FC236}">
                <a16:creationId xmlns:a16="http://schemas.microsoft.com/office/drawing/2014/main" id="{E90E0E33-B759-4048-AA47-262134AAB83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0001" y="5926843"/>
            <a:ext cx="1498809" cy="850685"/>
          </a:xfrm>
          <a:prstGeom prst="rect">
            <a:avLst/>
          </a:prstGeom>
        </p:spPr>
      </p:pic>
    </p:spTree>
    <p:extLst>
      <p:ext uri="{BB962C8B-B14F-4D97-AF65-F5344CB8AC3E}">
        <p14:creationId xmlns:p14="http://schemas.microsoft.com/office/powerpoint/2010/main" val="233007404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Title Slide">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892896-0027-443A-D01E-0CE282B3A5CC}"/>
              </a:ext>
            </a:extLst>
          </p:cNvPr>
          <p:cNvGraphicFramePr>
            <a:graphicFrameLocks noChangeAspect="1"/>
          </p:cNvGraphicFramePr>
          <p:nvPr>
            <p:custDataLst>
              <p:tags r:id="rId1"/>
            </p:custDataLst>
            <p:extLst>
              <p:ext uri="{D42A27DB-BD31-4B8C-83A1-F6EECF244321}">
                <p14:modId xmlns:p14="http://schemas.microsoft.com/office/powerpoint/2010/main" val="8691361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4" progId="TCLayout.ActiveDocument.1">
                  <p:embed/>
                </p:oleObj>
              </mc:Choice>
              <mc:Fallback>
                <p:oleObj name="think-cell Slide" r:id="rId5" imgW="425" imgH="424" progId="TCLayout.ActiveDocument.1">
                  <p:embed/>
                  <p:pic>
                    <p:nvPicPr>
                      <p:cNvPr id="3" name="Object 2" hidden="1">
                        <a:extLst>
                          <a:ext uri="{FF2B5EF4-FFF2-40B4-BE49-F238E27FC236}">
                            <a16:creationId xmlns:a16="http://schemas.microsoft.com/office/drawing/2014/main" id="{C2892896-0027-443A-D01E-0CE282B3A5CC}"/>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9" name="Freeform: Shape 38">
            <a:extLst>
              <a:ext uri="{FF2B5EF4-FFF2-40B4-BE49-F238E27FC236}">
                <a16:creationId xmlns:a16="http://schemas.microsoft.com/office/drawing/2014/main" id="{8ADD59A9-81EE-0DF4-BF97-645E59790906}"/>
              </a:ext>
            </a:extLst>
          </p:cNvPr>
          <p:cNvSpPr>
            <a:spLocks/>
          </p:cNvSpPr>
          <p:nvPr/>
        </p:nvSpPr>
        <p:spPr bwMode="auto">
          <a:xfrm>
            <a:off x="0" y="0"/>
            <a:ext cx="12192000" cy="3382710"/>
          </a:xfrm>
          <a:custGeom>
            <a:avLst/>
            <a:gdLst>
              <a:gd name="connsiteX0" fmla="*/ 0 w 12192000"/>
              <a:gd name="connsiteY0" fmla="*/ 0 h 3382710"/>
              <a:gd name="connsiteX1" fmla="*/ 12192000 w 12192000"/>
              <a:gd name="connsiteY1" fmla="*/ 0 h 3382710"/>
              <a:gd name="connsiteX2" fmla="*/ 12192000 w 12192000"/>
              <a:gd name="connsiteY2" fmla="*/ 2525484 h 3382710"/>
              <a:gd name="connsiteX3" fmla="*/ 10930890 w 12192000"/>
              <a:gd name="connsiteY3" fmla="*/ 2525484 h 3382710"/>
              <a:gd name="connsiteX4" fmla="*/ 8755659 w 12192000"/>
              <a:gd name="connsiteY4" fmla="*/ 2525484 h 3382710"/>
              <a:gd name="connsiteX5" fmla="*/ 7004114 w 12192000"/>
              <a:gd name="connsiteY5" fmla="*/ 2525484 h 3382710"/>
              <a:gd name="connsiteX6" fmla="*/ 6113526 w 12192000"/>
              <a:gd name="connsiteY6" fmla="*/ 3366922 h 3382710"/>
              <a:gd name="connsiteX7" fmla="*/ 6078476 w 12192000"/>
              <a:gd name="connsiteY7" fmla="*/ 3366922 h 3382710"/>
              <a:gd name="connsiteX8" fmla="*/ 5187887 w 12192000"/>
              <a:gd name="connsiteY8" fmla="*/ 2525484 h 3382710"/>
              <a:gd name="connsiteX9" fmla="*/ 3436341 w 12192000"/>
              <a:gd name="connsiteY9" fmla="*/ 2525484 h 3382710"/>
              <a:gd name="connsiteX10" fmla="*/ 1261112 w 12192000"/>
              <a:gd name="connsiteY10" fmla="*/ 2525484 h 3382710"/>
              <a:gd name="connsiteX11" fmla="*/ 0 w 12192000"/>
              <a:gd name="connsiteY11" fmla="*/ 2525484 h 3382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3382710">
                <a:moveTo>
                  <a:pt x="0" y="0"/>
                </a:moveTo>
                <a:lnTo>
                  <a:pt x="12192000" y="0"/>
                </a:lnTo>
                <a:lnTo>
                  <a:pt x="12192000" y="2525484"/>
                </a:lnTo>
                <a:lnTo>
                  <a:pt x="10930890" y="2525484"/>
                </a:lnTo>
                <a:lnTo>
                  <a:pt x="8755659" y="2525484"/>
                </a:lnTo>
                <a:lnTo>
                  <a:pt x="7004114" y="2525484"/>
                </a:lnTo>
                <a:cubicBezTo>
                  <a:pt x="6541294" y="2525484"/>
                  <a:pt x="6260783" y="2827046"/>
                  <a:pt x="6113526" y="3366922"/>
                </a:cubicBezTo>
                <a:cubicBezTo>
                  <a:pt x="6106478" y="3387973"/>
                  <a:pt x="6085525" y="3387973"/>
                  <a:pt x="6078476" y="3366922"/>
                </a:cubicBezTo>
                <a:cubicBezTo>
                  <a:pt x="5931221" y="2827046"/>
                  <a:pt x="5650707" y="2525484"/>
                  <a:pt x="5187887" y="2525484"/>
                </a:cubicBezTo>
                <a:lnTo>
                  <a:pt x="3436341" y="2525484"/>
                </a:lnTo>
                <a:lnTo>
                  <a:pt x="1261112" y="2525484"/>
                </a:lnTo>
                <a:lnTo>
                  <a:pt x="0" y="2525484"/>
                </a:lnTo>
                <a:close/>
              </a:path>
            </a:pathLst>
          </a:cu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0"/>
              </a:spcBef>
              <a:spcAft>
                <a:spcPts val="300"/>
              </a:spcAft>
              <a:buClr>
                <a:schemeClr val="tx2"/>
              </a:buClr>
              <a:buSzPct val="110000"/>
              <a:buFont typeface="Arial" panose="020B0604020202020204" pitchFamily="34" charset="0"/>
              <a:buChar char="•"/>
            </a:pPr>
            <a:endParaRPr lang="en-GB" sz="1600" kern="0">
              <a:solidFill>
                <a:schemeClr val="tx1"/>
              </a:solidFill>
            </a:endParaRPr>
          </a:p>
        </p:txBody>
      </p:sp>
      <p:sp>
        <p:nvSpPr>
          <p:cNvPr id="17" name="Title 1"/>
          <p:cNvSpPr>
            <a:spLocks noGrp="1"/>
          </p:cNvSpPr>
          <p:nvPr>
            <p:ph type="ctrTitle" hasCustomPrompt="1"/>
          </p:nvPr>
        </p:nvSpPr>
        <p:spPr>
          <a:xfrm>
            <a:off x="520700" y="3940216"/>
            <a:ext cx="11150600" cy="548009"/>
          </a:xfrm>
          <a:prstGeom prst="rect">
            <a:avLst/>
          </a:prstGeom>
        </p:spPr>
        <p:txBody>
          <a:bodyPr vert="horz" anchor="b" anchorCtr="0">
            <a:noAutofit/>
          </a:bodyPr>
          <a:lstStyle>
            <a:lvl1pPr algn="ctr">
              <a:lnSpc>
                <a:spcPct val="100000"/>
              </a:lnSpc>
              <a:defRPr sz="3600">
                <a:solidFill>
                  <a:schemeClr val="bg1"/>
                </a:solidFill>
              </a:defRPr>
            </a:lvl1pPr>
          </a:lstStyle>
          <a:p>
            <a:r>
              <a:rPr lang="en-GB"/>
              <a:t>Click to enter presentation title</a:t>
            </a:r>
          </a:p>
        </p:txBody>
      </p:sp>
      <p:sp>
        <p:nvSpPr>
          <p:cNvPr id="20" name="Subtitle 2"/>
          <p:cNvSpPr>
            <a:spLocks noGrp="1"/>
          </p:cNvSpPr>
          <p:nvPr>
            <p:ph type="subTitle" idx="1" hasCustomPrompt="1"/>
          </p:nvPr>
        </p:nvSpPr>
        <p:spPr>
          <a:xfrm>
            <a:off x="520700" y="4502943"/>
            <a:ext cx="11150600" cy="475200"/>
          </a:xfrm>
          <a:prstGeom prst="rect">
            <a:avLst/>
          </a:prstGeom>
        </p:spPr>
        <p:txBody>
          <a:bodyPr wrap="square" lIns="0" tIns="0" rIns="0" bIns="0" anchor="t" anchorCtr="0">
            <a:noAutofit/>
          </a:bodyPr>
          <a:lstStyle>
            <a:lvl1pPr marL="0" indent="0" algn="ctr">
              <a:spcBef>
                <a:spcPts val="0"/>
              </a:spcBef>
              <a:spcAft>
                <a:spcPts val="0"/>
              </a:spcAft>
              <a:buNone/>
              <a:defRPr sz="24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subtitle / presenter name</a:t>
            </a:r>
          </a:p>
        </p:txBody>
      </p:sp>
      <p:sp>
        <p:nvSpPr>
          <p:cNvPr id="5" name="Rectangle 4">
            <a:extLst>
              <a:ext uri="{FF2B5EF4-FFF2-40B4-BE49-F238E27FC236}">
                <a16:creationId xmlns:a16="http://schemas.microsoft.com/office/drawing/2014/main" id="{B081E81C-A3CE-333A-79BA-25D8F93FB564}"/>
              </a:ext>
            </a:extLst>
          </p:cNvPr>
          <p:cNvSpPr/>
          <p:nvPr/>
        </p:nvSpPr>
        <p:spPr bwMode="auto">
          <a:xfrm>
            <a:off x="11039475" y="6058694"/>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rgbClr val="FFFFFF"/>
                </a:solidFill>
                <a:latin typeface="+mn-lt"/>
              </a:rPr>
              <a:t>gsk.com</a:t>
            </a:r>
          </a:p>
        </p:txBody>
      </p:sp>
      <p:pic>
        <p:nvPicPr>
          <p:cNvPr id="7" name="Graphic 6">
            <a:extLst>
              <a:ext uri="{FF2B5EF4-FFF2-40B4-BE49-F238E27FC236}">
                <a16:creationId xmlns:a16="http://schemas.microsoft.com/office/drawing/2014/main" id="{8E1FA932-514A-C951-F952-F8A43667EAE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094470" y="6137672"/>
            <a:ext cx="159543" cy="159543"/>
          </a:xfrm>
          <a:prstGeom prst="rect">
            <a:avLst/>
          </a:prstGeom>
        </p:spPr>
      </p:pic>
      <p:sp>
        <p:nvSpPr>
          <p:cNvPr id="9" name="Text Placeholder 8">
            <a:extLst>
              <a:ext uri="{FF2B5EF4-FFF2-40B4-BE49-F238E27FC236}">
                <a16:creationId xmlns:a16="http://schemas.microsoft.com/office/drawing/2014/main" id="{C04D693C-2F89-1D26-FDEF-3BF8AB9EE532}"/>
              </a:ext>
            </a:extLst>
          </p:cNvPr>
          <p:cNvSpPr>
            <a:spLocks noGrp="1"/>
          </p:cNvSpPr>
          <p:nvPr>
            <p:ph type="body" sz="quarter" idx="11"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a:t>Click to insert date</a:t>
            </a:r>
          </a:p>
        </p:txBody>
      </p:sp>
      <p:pic>
        <p:nvPicPr>
          <p:cNvPr id="24" name="Picture 23" descr="Icon&#10;&#10;Description automatically generated with medium confidence">
            <a:extLst>
              <a:ext uri="{FF2B5EF4-FFF2-40B4-BE49-F238E27FC236}">
                <a16:creationId xmlns:a16="http://schemas.microsoft.com/office/drawing/2014/main" id="{40DDF016-D509-BED0-161C-B51B4CFCB427}"/>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graphicFrame>
        <p:nvGraphicFramePr>
          <p:cNvPr id="2" name="Object 1" hidden="1">
            <a:extLst>
              <a:ext uri="{FF2B5EF4-FFF2-40B4-BE49-F238E27FC236}">
                <a16:creationId xmlns:a16="http://schemas.microsoft.com/office/drawing/2014/main" id="{9BE730EF-2ADF-F2EE-3385-DFE2929A2F21}"/>
              </a:ext>
            </a:extLst>
          </p:cNvPr>
          <p:cNvGraphicFramePr>
            <a:graphicFrameLocks noChangeAspect="1"/>
          </p:cNvGraphicFramePr>
          <p:nvPr userDrawn="1">
            <p:custDataLst>
              <p:tags r:id="rId2"/>
            </p:custDataLst>
            <p:extLst>
              <p:ext uri="{D42A27DB-BD31-4B8C-83A1-F6EECF244321}">
                <p14:modId xmlns:p14="http://schemas.microsoft.com/office/powerpoint/2010/main" val="8691361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4" progId="TCLayout.ActiveDocument.1">
                  <p:embed/>
                </p:oleObj>
              </mc:Choice>
              <mc:Fallback>
                <p:oleObj name="think-cell Slide" r:id="rId5" imgW="425" imgH="424" progId="TCLayout.ActiveDocument.1">
                  <p:embed/>
                  <p:pic>
                    <p:nvPicPr>
                      <p:cNvPr id="2" name="Object 1" hidden="1">
                        <a:extLst>
                          <a:ext uri="{FF2B5EF4-FFF2-40B4-BE49-F238E27FC236}">
                            <a16:creationId xmlns:a16="http://schemas.microsoft.com/office/drawing/2014/main" id="{9BE730EF-2ADF-F2EE-3385-DFE2929A2F2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Freeform: Shape 3">
            <a:extLst>
              <a:ext uri="{FF2B5EF4-FFF2-40B4-BE49-F238E27FC236}">
                <a16:creationId xmlns:a16="http://schemas.microsoft.com/office/drawing/2014/main" id="{868889F4-99D5-C4D7-F0A7-1D0B9BD3F930}"/>
              </a:ext>
            </a:extLst>
          </p:cNvPr>
          <p:cNvSpPr>
            <a:spLocks/>
          </p:cNvSpPr>
          <p:nvPr userDrawn="1"/>
        </p:nvSpPr>
        <p:spPr bwMode="auto">
          <a:xfrm>
            <a:off x="0" y="0"/>
            <a:ext cx="12192000" cy="3382710"/>
          </a:xfrm>
          <a:custGeom>
            <a:avLst/>
            <a:gdLst>
              <a:gd name="connsiteX0" fmla="*/ 0 w 12192000"/>
              <a:gd name="connsiteY0" fmla="*/ 0 h 3382710"/>
              <a:gd name="connsiteX1" fmla="*/ 12192000 w 12192000"/>
              <a:gd name="connsiteY1" fmla="*/ 0 h 3382710"/>
              <a:gd name="connsiteX2" fmla="*/ 12192000 w 12192000"/>
              <a:gd name="connsiteY2" fmla="*/ 2525484 h 3382710"/>
              <a:gd name="connsiteX3" fmla="*/ 10930890 w 12192000"/>
              <a:gd name="connsiteY3" fmla="*/ 2525484 h 3382710"/>
              <a:gd name="connsiteX4" fmla="*/ 8755659 w 12192000"/>
              <a:gd name="connsiteY4" fmla="*/ 2525484 h 3382710"/>
              <a:gd name="connsiteX5" fmla="*/ 7004114 w 12192000"/>
              <a:gd name="connsiteY5" fmla="*/ 2525484 h 3382710"/>
              <a:gd name="connsiteX6" fmla="*/ 6113526 w 12192000"/>
              <a:gd name="connsiteY6" fmla="*/ 3366922 h 3382710"/>
              <a:gd name="connsiteX7" fmla="*/ 6078476 w 12192000"/>
              <a:gd name="connsiteY7" fmla="*/ 3366922 h 3382710"/>
              <a:gd name="connsiteX8" fmla="*/ 5187887 w 12192000"/>
              <a:gd name="connsiteY8" fmla="*/ 2525484 h 3382710"/>
              <a:gd name="connsiteX9" fmla="*/ 3436341 w 12192000"/>
              <a:gd name="connsiteY9" fmla="*/ 2525484 h 3382710"/>
              <a:gd name="connsiteX10" fmla="*/ 1261112 w 12192000"/>
              <a:gd name="connsiteY10" fmla="*/ 2525484 h 3382710"/>
              <a:gd name="connsiteX11" fmla="*/ 0 w 12192000"/>
              <a:gd name="connsiteY11" fmla="*/ 2525484 h 3382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3382710">
                <a:moveTo>
                  <a:pt x="0" y="0"/>
                </a:moveTo>
                <a:lnTo>
                  <a:pt x="12192000" y="0"/>
                </a:lnTo>
                <a:lnTo>
                  <a:pt x="12192000" y="2525484"/>
                </a:lnTo>
                <a:lnTo>
                  <a:pt x="10930890" y="2525484"/>
                </a:lnTo>
                <a:lnTo>
                  <a:pt x="8755659" y="2525484"/>
                </a:lnTo>
                <a:lnTo>
                  <a:pt x="7004114" y="2525484"/>
                </a:lnTo>
                <a:cubicBezTo>
                  <a:pt x="6541294" y="2525484"/>
                  <a:pt x="6260783" y="2827046"/>
                  <a:pt x="6113526" y="3366922"/>
                </a:cubicBezTo>
                <a:cubicBezTo>
                  <a:pt x="6106478" y="3387973"/>
                  <a:pt x="6085525" y="3387973"/>
                  <a:pt x="6078476" y="3366922"/>
                </a:cubicBezTo>
                <a:cubicBezTo>
                  <a:pt x="5931221" y="2827046"/>
                  <a:pt x="5650707" y="2525484"/>
                  <a:pt x="5187887" y="2525484"/>
                </a:cubicBezTo>
                <a:lnTo>
                  <a:pt x="3436341" y="2525484"/>
                </a:lnTo>
                <a:lnTo>
                  <a:pt x="1261112" y="2525484"/>
                </a:lnTo>
                <a:lnTo>
                  <a:pt x="0" y="2525484"/>
                </a:lnTo>
                <a:close/>
              </a:path>
            </a:pathLst>
          </a:cu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0"/>
              </a:spcBef>
              <a:spcAft>
                <a:spcPts val="300"/>
              </a:spcAft>
              <a:buClr>
                <a:schemeClr val="tx2"/>
              </a:buClr>
              <a:buSzPct val="110000"/>
              <a:buFont typeface="Arial" panose="020B0604020202020204" pitchFamily="34" charset="0"/>
              <a:buChar char="•"/>
            </a:pPr>
            <a:endParaRPr lang="en-GB" sz="1600" kern="0">
              <a:solidFill>
                <a:schemeClr val="tx1"/>
              </a:solidFill>
            </a:endParaRPr>
          </a:p>
        </p:txBody>
      </p:sp>
      <p:sp>
        <p:nvSpPr>
          <p:cNvPr id="6" name="Rectangle 5">
            <a:extLst>
              <a:ext uri="{FF2B5EF4-FFF2-40B4-BE49-F238E27FC236}">
                <a16:creationId xmlns:a16="http://schemas.microsoft.com/office/drawing/2014/main" id="{56174A64-5B94-1C65-071E-17BF59F9F083}"/>
              </a:ext>
            </a:extLst>
          </p:cNvPr>
          <p:cNvSpPr/>
          <p:nvPr userDrawn="1"/>
        </p:nvSpPr>
        <p:spPr bwMode="auto">
          <a:xfrm>
            <a:off x="11039475" y="6058694"/>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rgbClr val="FFFFFF"/>
                </a:solidFill>
                <a:latin typeface="+mn-lt"/>
              </a:rPr>
              <a:t>gsk.com</a:t>
            </a:r>
          </a:p>
        </p:txBody>
      </p:sp>
      <p:pic>
        <p:nvPicPr>
          <p:cNvPr id="8" name="Graphic 7">
            <a:extLst>
              <a:ext uri="{FF2B5EF4-FFF2-40B4-BE49-F238E27FC236}">
                <a16:creationId xmlns:a16="http://schemas.microsoft.com/office/drawing/2014/main" id="{1C5EB409-F04C-F34E-2784-56F55DA5C77F}"/>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094470" y="6137672"/>
            <a:ext cx="159543" cy="159543"/>
          </a:xfrm>
          <a:prstGeom prst="rect">
            <a:avLst/>
          </a:prstGeom>
        </p:spPr>
      </p:pic>
      <p:pic>
        <p:nvPicPr>
          <p:cNvPr id="10" name="Picture 9" descr="Icon&#10;&#10;Description automatically generated with medium confidence">
            <a:extLst>
              <a:ext uri="{FF2B5EF4-FFF2-40B4-BE49-F238E27FC236}">
                <a16:creationId xmlns:a16="http://schemas.microsoft.com/office/drawing/2014/main" id="{AFA72B64-3B0D-5F16-E0A3-81BFBFF335F1}"/>
              </a:ext>
            </a:extLst>
          </p:cNvPr>
          <p:cNvPicPr>
            <a:picLocks noChangeAspect="1"/>
          </p:cNvPicPr>
          <p:nvPr userDrawn="1"/>
        </p:nvPicPr>
        <p:blipFill>
          <a:blip r:embed="rId9"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Tree>
    <p:extLst>
      <p:ext uri="{BB962C8B-B14F-4D97-AF65-F5344CB8AC3E}">
        <p14:creationId xmlns:p14="http://schemas.microsoft.com/office/powerpoint/2010/main" val="52929147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Title Slide (White)">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F30D3666-6EB4-2815-6D2E-EFE946A218AB}"/>
              </a:ext>
            </a:extLst>
          </p:cNvPr>
          <p:cNvGraphicFramePr>
            <a:graphicFrameLocks noChangeAspect="1"/>
          </p:cNvGraphicFramePr>
          <p:nvPr>
            <p:custDataLst>
              <p:tags r:id="rId1"/>
            </p:custDataLst>
            <p:extLst>
              <p:ext uri="{D42A27DB-BD31-4B8C-83A1-F6EECF244321}">
                <p14:modId xmlns:p14="http://schemas.microsoft.com/office/powerpoint/2010/main" val="22244321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5" name="Object 4" hidden="1">
                        <a:extLst>
                          <a:ext uri="{FF2B5EF4-FFF2-40B4-BE49-F238E27FC236}">
                            <a16:creationId xmlns:a16="http://schemas.microsoft.com/office/drawing/2014/main" id="{F30D3666-6EB4-2815-6D2E-EFE946A218A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6" name="Picture 5" descr="Icon&#10;&#10;Description automatically generated with medium confidence">
            <a:extLst>
              <a:ext uri="{FF2B5EF4-FFF2-40B4-BE49-F238E27FC236}">
                <a16:creationId xmlns:a16="http://schemas.microsoft.com/office/drawing/2014/main" id="{CD0C9FF5-5269-0182-FD37-55478A13B6D1}"/>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
        <p:nvSpPr>
          <p:cNvPr id="11" name="Text Placeholder 8">
            <a:extLst>
              <a:ext uri="{FF2B5EF4-FFF2-40B4-BE49-F238E27FC236}">
                <a16:creationId xmlns:a16="http://schemas.microsoft.com/office/drawing/2014/main" id="{8D015E68-9B94-B2B9-2F33-1D9732CC14B4}"/>
              </a:ext>
            </a:extLst>
          </p:cNvPr>
          <p:cNvSpPr>
            <a:spLocks noGrp="1"/>
          </p:cNvSpPr>
          <p:nvPr>
            <p:ph type="body" sz="quarter" idx="11"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a:t>Click to insert date</a:t>
            </a:r>
          </a:p>
        </p:txBody>
      </p:sp>
      <p:sp>
        <p:nvSpPr>
          <p:cNvPr id="12" name="Freeform: Shape 11">
            <a:extLst>
              <a:ext uri="{FF2B5EF4-FFF2-40B4-BE49-F238E27FC236}">
                <a16:creationId xmlns:a16="http://schemas.microsoft.com/office/drawing/2014/main" id="{458F29C9-8F7E-1D4B-3005-616565FA7753}"/>
              </a:ext>
            </a:extLst>
          </p:cNvPr>
          <p:cNvSpPr/>
          <p:nvPr/>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5" name="Title 1">
            <a:extLst>
              <a:ext uri="{FF2B5EF4-FFF2-40B4-BE49-F238E27FC236}">
                <a16:creationId xmlns:a16="http://schemas.microsoft.com/office/drawing/2014/main" id="{4DF7007A-5965-5814-8FF8-29077566CBED}"/>
              </a:ext>
            </a:extLst>
          </p:cNvPr>
          <p:cNvSpPr>
            <a:spLocks noGrp="1"/>
          </p:cNvSpPr>
          <p:nvPr>
            <p:ph type="ctrTitle" hasCustomPrompt="1"/>
          </p:nvPr>
        </p:nvSpPr>
        <p:spPr>
          <a:xfrm>
            <a:off x="520700" y="5010784"/>
            <a:ext cx="11150600" cy="548009"/>
          </a:xfrm>
          <a:prstGeom prst="rect">
            <a:avLst/>
          </a:prstGeom>
        </p:spPr>
        <p:txBody>
          <a:bodyPr vert="horz" anchor="b" anchorCtr="0">
            <a:noAutofit/>
          </a:bodyPr>
          <a:lstStyle>
            <a:lvl1pPr>
              <a:lnSpc>
                <a:spcPct val="100000"/>
              </a:lnSpc>
              <a:defRPr sz="3600">
                <a:solidFill>
                  <a:schemeClr val="tx2"/>
                </a:solidFill>
              </a:defRPr>
            </a:lvl1pPr>
          </a:lstStyle>
          <a:p>
            <a:r>
              <a:rPr lang="en-GB"/>
              <a:t>Click to enter presentation title</a:t>
            </a:r>
          </a:p>
        </p:txBody>
      </p:sp>
      <p:sp>
        <p:nvSpPr>
          <p:cNvPr id="16" name="Subtitle 2">
            <a:extLst>
              <a:ext uri="{FF2B5EF4-FFF2-40B4-BE49-F238E27FC236}">
                <a16:creationId xmlns:a16="http://schemas.microsoft.com/office/drawing/2014/main" id="{F6A64F09-F5D8-B6EE-7ED5-2B69A4668CD5}"/>
              </a:ext>
            </a:extLst>
          </p:cNvPr>
          <p:cNvSpPr>
            <a:spLocks noGrp="1"/>
          </p:cNvSpPr>
          <p:nvPr>
            <p:ph type="subTitle" idx="1" hasCustomPrompt="1"/>
          </p:nvPr>
        </p:nvSpPr>
        <p:spPr>
          <a:xfrm>
            <a:off x="520700" y="5558794"/>
            <a:ext cx="11150600" cy="4752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subtitle / presenter name</a:t>
            </a:r>
          </a:p>
        </p:txBody>
      </p:sp>
      <p:sp>
        <p:nvSpPr>
          <p:cNvPr id="10" name="Rectangle 9">
            <a:extLst>
              <a:ext uri="{FF2B5EF4-FFF2-40B4-BE49-F238E27FC236}">
                <a16:creationId xmlns:a16="http://schemas.microsoft.com/office/drawing/2014/main" id="{1811AA76-84DB-E6D7-7F67-E7CF37FEEDBC}"/>
              </a:ext>
            </a:extLst>
          </p:cNvPr>
          <p:cNvSpPr/>
          <p:nvPr/>
        </p:nvSpPr>
        <p:spPr bwMode="auto">
          <a:xfrm>
            <a:off x="11039475" y="6058694"/>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chemeClr val="tx2"/>
                </a:solidFill>
                <a:latin typeface="+mn-lt"/>
              </a:rPr>
              <a:t>gsk.com</a:t>
            </a:r>
          </a:p>
        </p:txBody>
      </p:sp>
      <p:pic>
        <p:nvPicPr>
          <p:cNvPr id="14" name="Graphic 13">
            <a:extLst>
              <a:ext uri="{FF2B5EF4-FFF2-40B4-BE49-F238E27FC236}">
                <a16:creationId xmlns:a16="http://schemas.microsoft.com/office/drawing/2014/main" id="{F8155D66-36CA-D9A7-7EDA-E532E62376F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094470" y="6137672"/>
            <a:ext cx="159543" cy="159543"/>
          </a:xfrm>
          <a:prstGeom prst="rect">
            <a:avLst/>
          </a:prstGeom>
        </p:spPr>
      </p:pic>
      <p:graphicFrame>
        <p:nvGraphicFramePr>
          <p:cNvPr id="2" name="Object 1" hidden="1">
            <a:extLst>
              <a:ext uri="{FF2B5EF4-FFF2-40B4-BE49-F238E27FC236}">
                <a16:creationId xmlns:a16="http://schemas.microsoft.com/office/drawing/2014/main" id="{D55F83A6-67EC-BF30-F3AD-7891EB5F2F44}"/>
              </a:ext>
            </a:extLst>
          </p:cNvPr>
          <p:cNvGraphicFramePr>
            <a:graphicFrameLocks noChangeAspect="1"/>
          </p:cNvGraphicFramePr>
          <p:nvPr userDrawn="1">
            <p:custDataLst>
              <p:tags r:id="rId2"/>
            </p:custDataLst>
            <p:extLst>
              <p:ext uri="{D42A27DB-BD31-4B8C-83A1-F6EECF244321}">
                <p14:modId xmlns:p14="http://schemas.microsoft.com/office/powerpoint/2010/main" val="22244321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2" name="Object 1" hidden="1">
                        <a:extLst>
                          <a:ext uri="{FF2B5EF4-FFF2-40B4-BE49-F238E27FC236}">
                            <a16:creationId xmlns:a16="http://schemas.microsoft.com/office/drawing/2014/main" id="{D55F83A6-67EC-BF30-F3AD-7891EB5F2F4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3" name="Picture 2" descr="Icon&#10;&#10;Description automatically generated with medium confidence">
            <a:extLst>
              <a:ext uri="{FF2B5EF4-FFF2-40B4-BE49-F238E27FC236}">
                <a16:creationId xmlns:a16="http://schemas.microsoft.com/office/drawing/2014/main" id="{357E4C88-FB78-C0EB-6CA2-6DB87B647316}"/>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
        <p:nvSpPr>
          <p:cNvPr id="4" name="Freeform: Shape 3">
            <a:extLst>
              <a:ext uri="{FF2B5EF4-FFF2-40B4-BE49-F238E27FC236}">
                <a16:creationId xmlns:a16="http://schemas.microsoft.com/office/drawing/2014/main" id="{40E51AA2-DEA8-2D1B-54F8-4EE8EBF4ABFD}"/>
              </a:ext>
            </a:extLst>
          </p:cNvPr>
          <p:cNvSpPr/>
          <p:nvPr userDrawn="1"/>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 name="Rectangle 6">
            <a:extLst>
              <a:ext uri="{FF2B5EF4-FFF2-40B4-BE49-F238E27FC236}">
                <a16:creationId xmlns:a16="http://schemas.microsoft.com/office/drawing/2014/main" id="{428D691E-620B-C251-3069-82DAB53E7FE8}"/>
              </a:ext>
            </a:extLst>
          </p:cNvPr>
          <p:cNvSpPr/>
          <p:nvPr userDrawn="1"/>
        </p:nvSpPr>
        <p:spPr bwMode="auto">
          <a:xfrm>
            <a:off x="11039475" y="6058694"/>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chemeClr val="tx2"/>
                </a:solidFill>
                <a:latin typeface="+mn-lt"/>
              </a:rPr>
              <a:t>gsk.com</a:t>
            </a:r>
          </a:p>
        </p:txBody>
      </p:sp>
      <p:pic>
        <p:nvPicPr>
          <p:cNvPr id="8" name="Graphic 7">
            <a:extLst>
              <a:ext uri="{FF2B5EF4-FFF2-40B4-BE49-F238E27FC236}">
                <a16:creationId xmlns:a16="http://schemas.microsoft.com/office/drawing/2014/main" id="{A920F982-80BA-58FA-0389-6CA3EEEAB06E}"/>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094470" y="6137672"/>
            <a:ext cx="159543" cy="159543"/>
          </a:xfrm>
          <a:prstGeom prst="rect">
            <a:avLst/>
          </a:prstGeom>
        </p:spPr>
      </p:pic>
    </p:spTree>
    <p:extLst>
      <p:ext uri="{BB962C8B-B14F-4D97-AF65-F5344CB8AC3E}">
        <p14:creationId xmlns:p14="http://schemas.microsoft.com/office/powerpoint/2010/main" val="412607518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Title DIA Slide">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A717EDF-9AA4-491F-3311-9F14A5CFB89C}"/>
              </a:ext>
            </a:extLst>
          </p:cNvPr>
          <p:cNvSpPr/>
          <p:nvPr/>
        </p:nvSpPr>
        <p:spPr bwMode="auto">
          <a:xfrm>
            <a:off x="523973" y="6107998"/>
            <a:ext cx="1806576" cy="505527"/>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a:solidFill>
                  <a:schemeClr val="tx2"/>
                </a:solidFill>
              </a:rPr>
              <a:t>Owner</a:t>
            </a:r>
          </a:p>
        </p:txBody>
      </p:sp>
      <p:sp>
        <p:nvSpPr>
          <p:cNvPr id="47" name="Rectangle 46">
            <a:extLst>
              <a:ext uri="{FF2B5EF4-FFF2-40B4-BE49-F238E27FC236}">
                <a16:creationId xmlns:a16="http://schemas.microsoft.com/office/drawing/2014/main" id="{D4AC67F3-7D0E-A071-327B-17B446179DB8}"/>
              </a:ext>
            </a:extLst>
          </p:cNvPr>
          <p:cNvSpPr/>
          <p:nvPr/>
        </p:nvSpPr>
        <p:spPr bwMode="auto">
          <a:xfrm>
            <a:off x="523973" y="4557510"/>
            <a:ext cx="1806576" cy="14736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a:solidFill>
                  <a:schemeClr val="tx2"/>
                </a:solidFill>
              </a:rPr>
              <a:t>Objectives</a:t>
            </a:r>
          </a:p>
        </p:txBody>
      </p:sp>
      <p:sp>
        <p:nvSpPr>
          <p:cNvPr id="25" name="Text Placeholder 24">
            <a:extLst>
              <a:ext uri="{FF2B5EF4-FFF2-40B4-BE49-F238E27FC236}">
                <a16:creationId xmlns:a16="http://schemas.microsoft.com/office/drawing/2014/main" id="{4E30BA3B-88CD-41DE-E089-7100E3E52AF4}"/>
              </a:ext>
            </a:extLst>
          </p:cNvPr>
          <p:cNvSpPr>
            <a:spLocks noGrp="1"/>
          </p:cNvSpPr>
          <p:nvPr>
            <p:ph type="body" sz="quarter" idx="13" hasCustomPrompt="1"/>
          </p:nvPr>
        </p:nvSpPr>
        <p:spPr>
          <a:xfrm>
            <a:off x="2407432" y="4557510"/>
            <a:ext cx="9414362" cy="1473605"/>
          </a:xfrm>
          <a:prstGeom prst="rect">
            <a:avLst/>
          </a:prstGeom>
          <a:solidFill>
            <a:schemeClr val="bg1">
              <a:lumMod val="95000"/>
            </a:schemeClr>
          </a:solidFill>
          <a:ln>
            <a:noFill/>
          </a:ln>
        </p:spPr>
        <p:txBody>
          <a:bodyPr wrap="square" lIns="180000" tIns="144000" rIns="18000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a:t>DECISION: To seek X’s [single point accountable decision maker] decision to implement A</a:t>
            </a:r>
            <a:br>
              <a:rPr lang="en-US"/>
            </a:br>
            <a:r>
              <a:rPr lang="en-US"/>
              <a:t>INPUT: To receive input to the proposed plan for B</a:t>
            </a:r>
            <a:br>
              <a:rPr lang="en-US"/>
            </a:br>
            <a:r>
              <a:rPr lang="en-US"/>
              <a:t>AWARENESS: To update XXX regarding C</a:t>
            </a:r>
          </a:p>
        </p:txBody>
      </p:sp>
      <p:sp>
        <p:nvSpPr>
          <p:cNvPr id="31" name="Text Placeholder 30">
            <a:extLst>
              <a:ext uri="{FF2B5EF4-FFF2-40B4-BE49-F238E27FC236}">
                <a16:creationId xmlns:a16="http://schemas.microsoft.com/office/drawing/2014/main" id="{DC6E06B6-BD9A-7A5E-5A90-56308009FF5E}"/>
              </a:ext>
            </a:extLst>
          </p:cNvPr>
          <p:cNvSpPr>
            <a:spLocks noGrp="1"/>
          </p:cNvSpPr>
          <p:nvPr>
            <p:ph type="body" sz="quarter" idx="41" hasCustomPrompt="1"/>
          </p:nvPr>
        </p:nvSpPr>
        <p:spPr>
          <a:xfrm>
            <a:off x="2407432" y="6107998"/>
            <a:ext cx="9414362" cy="505527"/>
          </a:xfrm>
          <a:prstGeom prst="rect">
            <a:avLst/>
          </a:prstGeom>
          <a:solidFill>
            <a:schemeClr val="bg1">
              <a:lumMod val="95000"/>
            </a:schemeClr>
          </a:solidFill>
          <a:ln>
            <a:noFill/>
          </a:ln>
        </p:spPr>
        <p:txBody>
          <a:bodyPr wrap="square" lIns="180000" tIns="72000" rIns="180000" bIns="72000" anchor="ctr" anchorCtr="0">
            <a:noAutofit/>
          </a:bodyPr>
          <a:lstStyle>
            <a:lvl1pPr marL="0" indent="0">
              <a:buFont typeface="+mj-lt"/>
              <a:buNone/>
              <a:defRPr sz="1200"/>
            </a:lvl1pPr>
            <a:lvl2pPr marL="357542" indent="0">
              <a:buNone/>
              <a:defRPr/>
            </a:lvl2pPr>
          </a:lstStyle>
          <a:p>
            <a:pPr lvl="0"/>
            <a:r>
              <a:rPr lang="en-US"/>
              <a:t>Single person accountable for this topic / paper</a:t>
            </a:r>
          </a:p>
        </p:txBody>
      </p:sp>
      <p:sp>
        <p:nvSpPr>
          <p:cNvPr id="23" name="Text Placeholder 6">
            <a:extLst>
              <a:ext uri="{FF2B5EF4-FFF2-40B4-BE49-F238E27FC236}">
                <a16:creationId xmlns:a16="http://schemas.microsoft.com/office/drawing/2014/main" id="{472F201F-277F-F24E-085D-8160B5FF4CE6}"/>
              </a:ext>
            </a:extLst>
          </p:cNvPr>
          <p:cNvSpPr>
            <a:spLocks noGrp="1"/>
          </p:cNvSpPr>
          <p:nvPr>
            <p:ph type="body" sz="quarter" idx="36" hasCustomPrompt="1"/>
          </p:nvPr>
        </p:nvSpPr>
        <p:spPr>
          <a:xfrm>
            <a:off x="523973" y="4990763"/>
            <a:ext cx="1806576" cy="1040352"/>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a:t>Up to 5 clear, focused objectives </a:t>
            </a:r>
            <a:br>
              <a:rPr lang="en-US"/>
            </a:br>
            <a:r>
              <a:rPr lang="en-US"/>
              <a:t>(</a:t>
            </a:r>
            <a:r>
              <a:rPr lang="en-US" err="1"/>
              <a:t>i</a:t>
            </a:r>
            <a:r>
              <a:rPr lang="en-US"/>
              <a:t>) for decision, </a:t>
            </a:r>
            <a:br>
              <a:rPr lang="en-US"/>
            </a:br>
            <a:r>
              <a:rPr lang="en-US"/>
              <a:t>(ii) for input </a:t>
            </a:r>
            <a:br>
              <a:rPr lang="en-US"/>
            </a:br>
            <a:r>
              <a:rPr lang="en-US"/>
              <a:t>(iii) for awareness</a:t>
            </a:r>
          </a:p>
        </p:txBody>
      </p:sp>
      <p:sp>
        <p:nvSpPr>
          <p:cNvPr id="52" name="Freeform: Shape 51">
            <a:extLst>
              <a:ext uri="{FF2B5EF4-FFF2-40B4-BE49-F238E27FC236}">
                <a16:creationId xmlns:a16="http://schemas.microsoft.com/office/drawing/2014/main" id="{4E683597-5ADE-F2A0-A01C-FD8E476ABB8B}"/>
              </a:ext>
            </a:extLst>
          </p:cNvPr>
          <p:cNvSpPr/>
          <p:nvPr/>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2" name="Text Placeholder 8">
            <a:extLst>
              <a:ext uri="{FF2B5EF4-FFF2-40B4-BE49-F238E27FC236}">
                <a16:creationId xmlns:a16="http://schemas.microsoft.com/office/drawing/2014/main" id="{7A99F019-A435-B954-ABA9-68CA4DD19B21}"/>
              </a:ext>
            </a:extLst>
          </p:cNvPr>
          <p:cNvSpPr>
            <a:spLocks noGrp="1"/>
          </p:cNvSpPr>
          <p:nvPr>
            <p:ph type="body" sz="quarter" idx="42"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a:t>Click to insert date</a:t>
            </a:r>
          </a:p>
        </p:txBody>
      </p:sp>
      <p:pic>
        <p:nvPicPr>
          <p:cNvPr id="3" name="Picture 2" descr="Icon&#10;&#10;Description automatically generated with medium confidence">
            <a:extLst>
              <a:ext uri="{FF2B5EF4-FFF2-40B4-BE49-F238E27FC236}">
                <a16:creationId xmlns:a16="http://schemas.microsoft.com/office/drawing/2014/main" id="{81F87534-B1D7-C46B-9E66-8AC88439308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
        <p:nvSpPr>
          <p:cNvPr id="2" name="Rectangle 1">
            <a:extLst>
              <a:ext uri="{FF2B5EF4-FFF2-40B4-BE49-F238E27FC236}">
                <a16:creationId xmlns:a16="http://schemas.microsoft.com/office/drawing/2014/main" id="{F768B13C-C35B-6F45-C01B-3C6267B26CED}"/>
              </a:ext>
            </a:extLst>
          </p:cNvPr>
          <p:cNvSpPr/>
          <p:nvPr userDrawn="1"/>
        </p:nvSpPr>
        <p:spPr bwMode="auto">
          <a:xfrm>
            <a:off x="523973" y="6107998"/>
            <a:ext cx="1806576" cy="505527"/>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a:solidFill>
                  <a:schemeClr val="tx2"/>
                </a:solidFill>
              </a:rPr>
              <a:t>Owner</a:t>
            </a:r>
          </a:p>
        </p:txBody>
      </p:sp>
      <p:sp>
        <p:nvSpPr>
          <p:cNvPr id="4" name="Rectangle 3">
            <a:extLst>
              <a:ext uri="{FF2B5EF4-FFF2-40B4-BE49-F238E27FC236}">
                <a16:creationId xmlns:a16="http://schemas.microsoft.com/office/drawing/2014/main" id="{C07EAF8D-F928-6A87-2D9C-669CBF910AF3}"/>
              </a:ext>
            </a:extLst>
          </p:cNvPr>
          <p:cNvSpPr/>
          <p:nvPr userDrawn="1"/>
        </p:nvSpPr>
        <p:spPr bwMode="auto">
          <a:xfrm>
            <a:off x="523973" y="4557510"/>
            <a:ext cx="1806576" cy="14736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a:solidFill>
                  <a:schemeClr val="tx2"/>
                </a:solidFill>
              </a:rPr>
              <a:t>Objectives</a:t>
            </a:r>
          </a:p>
        </p:txBody>
      </p:sp>
      <p:sp>
        <p:nvSpPr>
          <p:cNvPr id="5" name="Freeform: Shape 4">
            <a:extLst>
              <a:ext uri="{FF2B5EF4-FFF2-40B4-BE49-F238E27FC236}">
                <a16:creationId xmlns:a16="http://schemas.microsoft.com/office/drawing/2014/main" id="{955555DC-AF4D-D959-E8F8-8DAA516CC473}"/>
              </a:ext>
            </a:extLst>
          </p:cNvPr>
          <p:cNvSpPr/>
          <p:nvPr userDrawn="1"/>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pic>
        <p:nvPicPr>
          <p:cNvPr id="6" name="Picture 5" descr="Icon&#10;&#10;Description automatically generated with medium confidence">
            <a:extLst>
              <a:ext uri="{FF2B5EF4-FFF2-40B4-BE49-F238E27FC236}">
                <a16:creationId xmlns:a16="http://schemas.microsoft.com/office/drawing/2014/main" id="{3E07F268-9821-E4F1-853E-B3387EEAED73}"/>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Tree>
    <p:custDataLst>
      <p:tags r:id="rId1"/>
    </p:custDataLst>
    <p:extLst>
      <p:ext uri="{BB962C8B-B14F-4D97-AF65-F5344CB8AC3E}">
        <p14:creationId xmlns:p14="http://schemas.microsoft.com/office/powerpoint/2010/main" val="421909678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DIA/SPADM">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0AC59E1C-A015-4BA4-AB7D-EC00F37B815F}"/>
              </a:ext>
            </a:extLst>
          </p:cNvPr>
          <p:cNvSpPr/>
          <p:nvPr/>
        </p:nvSpPr>
        <p:spPr bwMode="auto">
          <a:xfrm>
            <a:off x="365126" y="1307574"/>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Objectives</a:t>
            </a:r>
          </a:p>
        </p:txBody>
      </p:sp>
      <p:sp>
        <p:nvSpPr>
          <p:cNvPr id="34" name="Rectangle 33">
            <a:extLst>
              <a:ext uri="{FF2B5EF4-FFF2-40B4-BE49-F238E27FC236}">
                <a16:creationId xmlns:a16="http://schemas.microsoft.com/office/drawing/2014/main" id="{D4EBA022-30B3-B17F-5D7C-3A3D869D35FA}"/>
              </a:ext>
            </a:extLst>
          </p:cNvPr>
          <p:cNvSpPr>
            <a:spLocks/>
          </p:cNvSpPr>
          <p:nvPr/>
        </p:nvSpPr>
        <p:spPr bwMode="auto">
          <a:xfrm>
            <a:off x="365126" y="2778690"/>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Key questions</a:t>
            </a:r>
          </a:p>
        </p:txBody>
      </p:sp>
      <p:sp>
        <p:nvSpPr>
          <p:cNvPr id="35" name="Rectangle 34">
            <a:extLst>
              <a:ext uri="{FF2B5EF4-FFF2-40B4-BE49-F238E27FC236}">
                <a16:creationId xmlns:a16="http://schemas.microsoft.com/office/drawing/2014/main" id="{FF5A742C-A049-77AC-C2E5-4272D118CC96}"/>
              </a:ext>
            </a:extLst>
          </p:cNvPr>
          <p:cNvSpPr>
            <a:spLocks/>
          </p:cNvSpPr>
          <p:nvPr/>
        </p:nvSpPr>
        <p:spPr bwMode="auto">
          <a:xfrm>
            <a:off x="365126" y="4249806"/>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Next steps</a:t>
            </a:r>
          </a:p>
        </p:txBody>
      </p:sp>
      <p:sp>
        <p:nvSpPr>
          <p:cNvPr id="21" name="Rectangle 20">
            <a:extLst>
              <a:ext uri="{FF2B5EF4-FFF2-40B4-BE49-F238E27FC236}">
                <a16:creationId xmlns:a16="http://schemas.microsoft.com/office/drawing/2014/main" id="{E66507E6-44A7-B4B5-33F1-9F0C0DC0FDE1}"/>
              </a:ext>
            </a:extLst>
          </p:cNvPr>
          <p:cNvSpPr/>
          <p:nvPr/>
        </p:nvSpPr>
        <p:spPr bwMode="auto">
          <a:xfrm>
            <a:off x="365126" y="5720922"/>
            <a:ext cx="1806576" cy="363373"/>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72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Owner</a:t>
            </a:r>
          </a:p>
        </p:txBody>
      </p:sp>
      <p:sp>
        <p:nvSpPr>
          <p:cNvPr id="3" name="Footer Placeholder 2">
            <a:extLst>
              <a:ext uri="{FF2B5EF4-FFF2-40B4-BE49-F238E27FC236}">
                <a16:creationId xmlns:a16="http://schemas.microsoft.com/office/drawing/2014/main" id="{9B773ECA-2D04-B6E9-1FB4-377F08AA5D14}"/>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C3976886-926E-8975-E95D-5BCD6F82EEEF}"/>
              </a:ext>
            </a:extLst>
          </p:cNvPr>
          <p:cNvSpPr>
            <a:spLocks noGrp="1"/>
          </p:cNvSpPr>
          <p:nvPr>
            <p:ph type="sldNum" sz="quarter" idx="11"/>
          </p:nvPr>
        </p:nvSpPr>
        <p:spPr/>
        <p:txBody>
          <a:bodyPr/>
          <a:lstStyle/>
          <a:p>
            <a:fld id="{9F9F533D-B52E-4A2F-BF72-0ADD2D94BD75}" type="slidenum">
              <a:rPr lang="en-GB" smtClean="0"/>
              <a:pPr/>
              <a:t>‹#›</a:t>
            </a:fld>
            <a:endParaRPr lang="en-GB"/>
          </a:p>
        </p:txBody>
      </p:sp>
      <p:sp>
        <p:nvSpPr>
          <p:cNvPr id="5" name="Date Placeholder 4">
            <a:extLst>
              <a:ext uri="{FF2B5EF4-FFF2-40B4-BE49-F238E27FC236}">
                <a16:creationId xmlns:a16="http://schemas.microsoft.com/office/drawing/2014/main" id="{A15E9B4D-B613-11AE-72F8-5A0C3EBFD95A}"/>
              </a:ext>
            </a:extLst>
          </p:cNvPr>
          <p:cNvSpPr>
            <a:spLocks noGrp="1"/>
          </p:cNvSpPr>
          <p:nvPr>
            <p:ph type="dt" sz="half" idx="12"/>
          </p:nvPr>
        </p:nvSpPr>
        <p:spPr/>
        <p:txBody>
          <a:bodyPr/>
          <a:lstStyle/>
          <a:p>
            <a:fld id="{346B58B4-0D72-4C8B-9355-854FB5782278}" type="datetime4">
              <a:rPr lang="en-GB" smtClean="0"/>
              <a:t>22 July 2025</a:t>
            </a:fld>
            <a:endParaRPr lang="en-GB"/>
          </a:p>
        </p:txBody>
      </p:sp>
      <p:sp>
        <p:nvSpPr>
          <p:cNvPr id="6" name="Title 1">
            <a:extLst>
              <a:ext uri="{FF2B5EF4-FFF2-40B4-BE49-F238E27FC236}">
                <a16:creationId xmlns:a16="http://schemas.microsoft.com/office/drawing/2014/main" id="{25ABB6F2-78D4-BCC3-D950-5FAF7FCB8FDD}"/>
              </a:ext>
            </a:extLst>
          </p:cNvPr>
          <p:cNvSpPr>
            <a:spLocks noGrp="1"/>
          </p:cNvSpPr>
          <p:nvPr>
            <p:ph type="title" hasCustomPrompt="1"/>
          </p:nvPr>
        </p:nvSpPr>
        <p:spPr>
          <a:xfrm>
            <a:off x="365126" y="242888"/>
            <a:ext cx="7554912" cy="430887"/>
          </a:xfrm>
        </p:spPr>
        <p:txBody>
          <a:bodyPr/>
          <a:lstStyle>
            <a:lvl1pPr>
              <a:defRPr/>
            </a:lvl1pPr>
          </a:lstStyle>
          <a:p>
            <a:r>
              <a:rPr lang="en-US"/>
              <a:t>Click to add topic / paper title</a:t>
            </a:r>
          </a:p>
        </p:txBody>
      </p:sp>
      <p:sp>
        <p:nvSpPr>
          <p:cNvPr id="7" name="Subtitle 2">
            <a:extLst>
              <a:ext uri="{FF2B5EF4-FFF2-40B4-BE49-F238E27FC236}">
                <a16:creationId xmlns:a16="http://schemas.microsoft.com/office/drawing/2014/main" id="{FA46E8B4-4C83-8DD1-80BB-CC03BD24AFCC}"/>
              </a:ext>
            </a:extLst>
          </p:cNvPr>
          <p:cNvSpPr>
            <a:spLocks noGrp="1"/>
          </p:cNvSpPr>
          <p:nvPr>
            <p:ph type="subTitle" idx="1" hasCustomPrompt="1"/>
          </p:nvPr>
        </p:nvSpPr>
        <p:spPr>
          <a:xfrm>
            <a:off x="365125" y="694950"/>
            <a:ext cx="7554913"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0" name="Text Placeholder 9">
            <a:extLst>
              <a:ext uri="{FF2B5EF4-FFF2-40B4-BE49-F238E27FC236}">
                <a16:creationId xmlns:a16="http://schemas.microsoft.com/office/drawing/2014/main" id="{8E19B5E4-F2A8-7F44-855D-F41DDE3B3D9F}"/>
              </a:ext>
            </a:extLst>
          </p:cNvPr>
          <p:cNvSpPr>
            <a:spLocks noGrp="1"/>
          </p:cNvSpPr>
          <p:nvPr>
            <p:ph type="body" sz="quarter" idx="34" hasCustomPrompt="1"/>
          </p:nvPr>
        </p:nvSpPr>
        <p:spPr>
          <a:xfrm>
            <a:off x="8172450" y="694948"/>
            <a:ext cx="3649661" cy="352801"/>
          </a:xfrm>
        </p:spPr>
        <p:txBody>
          <a:bodyPr lIns="0" tIns="0" rIns="0" bIns="18000" anchor="b" anchorCtr="0">
            <a:noAutofit/>
          </a:bodyPr>
          <a:lstStyle>
            <a:lvl1pPr marL="0" indent="0" algn="r">
              <a:buNone/>
              <a:defRPr sz="1400" b="0">
                <a:solidFill>
                  <a:schemeClr val="tx1"/>
                </a:solidFill>
              </a:defRPr>
            </a:lvl1pPr>
          </a:lstStyle>
          <a:p>
            <a:pPr lvl="0"/>
            <a:r>
              <a:rPr lang="en-US"/>
              <a:t>Click to insert date of session </a:t>
            </a:r>
          </a:p>
        </p:txBody>
      </p:sp>
      <p:sp>
        <p:nvSpPr>
          <p:cNvPr id="23" name="Text Placeholder 6">
            <a:extLst>
              <a:ext uri="{FF2B5EF4-FFF2-40B4-BE49-F238E27FC236}">
                <a16:creationId xmlns:a16="http://schemas.microsoft.com/office/drawing/2014/main" id="{472F201F-277F-F24E-085D-8160B5FF4CE6}"/>
              </a:ext>
            </a:extLst>
          </p:cNvPr>
          <p:cNvSpPr>
            <a:spLocks noGrp="1"/>
          </p:cNvSpPr>
          <p:nvPr>
            <p:ph type="body" sz="quarter" idx="36" hasCustomPrompt="1"/>
          </p:nvPr>
        </p:nvSpPr>
        <p:spPr>
          <a:xfrm>
            <a:off x="365126" y="1777158"/>
            <a:ext cx="1695450" cy="926921"/>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a:t>Up to 5 clear, focused objectives </a:t>
            </a:r>
            <a:br>
              <a:rPr lang="en-US"/>
            </a:br>
            <a:r>
              <a:rPr lang="en-US"/>
              <a:t>(</a:t>
            </a:r>
            <a:r>
              <a:rPr lang="en-US" err="1"/>
              <a:t>i</a:t>
            </a:r>
            <a:r>
              <a:rPr lang="en-US"/>
              <a:t>) for decision, </a:t>
            </a:r>
            <a:br>
              <a:rPr lang="en-US"/>
            </a:br>
            <a:r>
              <a:rPr lang="en-US"/>
              <a:t>(ii) for input </a:t>
            </a:r>
            <a:br>
              <a:rPr lang="en-US"/>
            </a:br>
            <a:r>
              <a:rPr lang="en-US"/>
              <a:t>(iii) for awareness</a:t>
            </a:r>
          </a:p>
        </p:txBody>
      </p:sp>
      <p:sp>
        <p:nvSpPr>
          <p:cNvPr id="25" name="Rectangle 24">
            <a:extLst>
              <a:ext uri="{FF2B5EF4-FFF2-40B4-BE49-F238E27FC236}">
                <a16:creationId xmlns:a16="http://schemas.microsoft.com/office/drawing/2014/main" id="{1BD6FC89-B057-E6C5-C8EA-1FC8CB31B6CA}"/>
              </a:ext>
            </a:extLst>
          </p:cNvPr>
          <p:cNvSpPr/>
          <p:nvPr/>
        </p:nvSpPr>
        <p:spPr bwMode="auto">
          <a:xfrm>
            <a:off x="8172450" y="242888"/>
            <a:ext cx="3654425" cy="452059"/>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54000" numCol="1" spcCol="0" rtlCol="0" fromWordArt="0" anchor="b" anchorCtr="0" forceAA="0" compatLnSpc="1">
            <a:prstTxWarp prst="textNoShape">
              <a:avLst/>
            </a:prstTxWarp>
            <a:noAutofit/>
          </a:bodyPr>
          <a:lstStyle/>
          <a:p>
            <a:pPr algn="r" eaLnBrk="0" fontAlgn="auto" hangingPunct="0">
              <a:spcBef>
                <a:spcPts val="300"/>
              </a:spcBef>
              <a:spcAft>
                <a:spcPts val="300"/>
              </a:spcAft>
              <a:buClr>
                <a:schemeClr val="bg1"/>
              </a:buClr>
            </a:pPr>
            <a:r>
              <a:rPr lang="en-US" sz="1800" b="1" kern="0">
                <a:solidFill>
                  <a:schemeClr val="tx2"/>
                </a:solidFill>
              </a:rPr>
              <a:t>Session date:</a:t>
            </a:r>
          </a:p>
        </p:txBody>
      </p:sp>
      <p:sp>
        <p:nvSpPr>
          <p:cNvPr id="24" name="Text Placeholder 6">
            <a:extLst>
              <a:ext uri="{FF2B5EF4-FFF2-40B4-BE49-F238E27FC236}">
                <a16:creationId xmlns:a16="http://schemas.microsoft.com/office/drawing/2014/main" id="{B166E02B-F260-FEAF-DDEB-67922AA11E6E}"/>
              </a:ext>
            </a:extLst>
          </p:cNvPr>
          <p:cNvSpPr>
            <a:spLocks noGrp="1"/>
          </p:cNvSpPr>
          <p:nvPr>
            <p:ph type="body" sz="quarter" idx="37" hasCustomPrompt="1"/>
          </p:nvPr>
        </p:nvSpPr>
        <p:spPr>
          <a:xfrm>
            <a:off x="365126" y="3337172"/>
            <a:ext cx="1695450" cy="838023"/>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a:t>Up to 5 key questions to be addressed at the meeting</a:t>
            </a:r>
          </a:p>
        </p:txBody>
      </p:sp>
      <p:sp>
        <p:nvSpPr>
          <p:cNvPr id="90" name="Freeform: Shape 89">
            <a:extLst>
              <a:ext uri="{FF2B5EF4-FFF2-40B4-BE49-F238E27FC236}">
                <a16:creationId xmlns:a16="http://schemas.microsoft.com/office/drawing/2014/main" id="{9EA22563-2363-AB1F-DC9F-7A5457933645}"/>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4" name="Text Placeholder 53">
            <a:extLst>
              <a:ext uri="{FF2B5EF4-FFF2-40B4-BE49-F238E27FC236}">
                <a16:creationId xmlns:a16="http://schemas.microsoft.com/office/drawing/2014/main" id="{82C5C591-14F5-449A-187A-1D9A683E961E}"/>
              </a:ext>
            </a:extLst>
          </p:cNvPr>
          <p:cNvSpPr>
            <a:spLocks noGrp="1"/>
          </p:cNvSpPr>
          <p:nvPr>
            <p:ph type="body" sz="quarter" idx="44" hasCustomPrompt="1"/>
          </p:nvPr>
        </p:nvSpPr>
        <p:spPr>
          <a:xfrm>
            <a:off x="2260405" y="1307574"/>
            <a:ext cx="9557738" cy="1396505"/>
          </a:xfrm>
          <a:prstGeom prst="rect">
            <a:avLst/>
          </a:prstGeom>
          <a:solidFill>
            <a:schemeClr val="bg1">
              <a:lumMod val="95000"/>
            </a:schemeClr>
          </a:solidFill>
          <a:ln>
            <a:noFill/>
          </a:ln>
        </p:spPr>
        <p:txBody>
          <a:bodyPr wrap="square" lIns="180000" tIns="144000" rIns="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a:t>DECISION: To seek X’s [single point accountable decision maker] decision to implement A</a:t>
            </a:r>
            <a:br>
              <a:rPr lang="en-US"/>
            </a:br>
            <a:r>
              <a:rPr lang="en-US"/>
              <a:t>INPUT: To receive input to the proposed plan for B</a:t>
            </a:r>
            <a:br>
              <a:rPr lang="en-US"/>
            </a:br>
            <a:r>
              <a:rPr lang="en-US"/>
              <a:t>AWARENESS: To update XXX regarding C</a:t>
            </a:r>
          </a:p>
        </p:txBody>
      </p:sp>
      <p:sp>
        <p:nvSpPr>
          <p:cNvPr id="55" name="Text Placeholder 54">
            <a:extLst>
              <a:ext uri="{FF2B5EF4-FFF2-40B4-BE49-F238E27FC236}">
                <a16:creationId xmlns:a16="http://schemas.microsoft.com/office/drawing/2014/main" id="{54077D3A-2E14-68B6-5E16-413475F36C3A}"/>
              </a:ext>
            </a:extLst>
          </p:cNvPr>
          <p:cNvSpPr>
            <a:spLocks noGrp="1"/>
          </p:cNvSpPr>
          <p:nvPr>
            <p:ph type="body" sz="quarter" idx="45" hasCustomPrompt="1"/>
          </p:nvPr>
        </p:nvSpPr>
        <p:spPr>
          <a:xfrm>
            <a:off x="2260405" y="2778690"/>
            <a:ext cx="9557738" cy="1396505"/>
          </a:xfrm>
          <a:prstGeom prst="rect">
            <a:avLst/>
          </a:prstGeom>
          <a:solidFill>
            <a:schemeClr val="bg1">
              <a:lumMod val="95000"/>
            </a:schemeClr>
          </a:solidFill>
          <a:ln>
            <a:noFill/>
          </a:ln>
        </p:spPr>
        <p:txBody>
          <a:bodyPr wrap="square" lIns="180000" tIns="144000" rIns="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a:t>Does XXX have further input on the proposals set out or require additional information?</a:t>
            </a:r>
            <a:br>
              <a:rPr lang="en-US"/>
            </a:br>
            <a:r>
              <a:rPr lang="en-US"/>
              <a:t>Is XXX supportive of the recommendation to x, y, z?</a:t>
            </a:r>
            <a:br>
              <a:rPr lang="en-US"/>
            </a:br>
            <a:r>
              <a:rPr lang="en-US"/>
              <a:t>Does XXX support the approach outlined to x, y, z?</a:t>
            </a:r>
          </a:p>
        </p:txBody>
      </p:sp>
      <p:sp>
        <p:nvSpPr>
          <p:cNvPr id="56" name="Text Placeholder 55">
            <a:extLst>
              <a:ext uri="{FF2B5EF4-FFF2-40B4-BE49-F238E27FC236}">
                <a16:creationId xmlns:a16="http://schemas.microsoft.com/office/drawing/2014/main" id="{5DE7D720-AF89-6DE4-D2E5-33C7B01B7E91}"/>
              </a:ext>
            </a:extLst>
          </p:cNvPr>
          <p:cNvSpPr>
            <a:spLocks noGrp="1"/>
          </p:cNvSpPr>
          <p:nvPr>
            <p:ph type="body" sz="quarter" idx="46" hasCustomPrompt="1"/>
          </p:nvPr>
        </p:nvSpPr>
        <p:spPr>
          <a:xfrm>
            <a:off x="2260405" y="4249806"/>
            <a:ext cx="9557738" cy="1396505"/>
          </a:xfrm>
          <a:prstGeom prst="rect">
            <a:avLst/>
          </a:prstGeom>
          <a:solidFill>
            <a:schemeClr val="bg1">
              <a:lumMod val="95000"/>
            </a:schemeClr>
          </a:solidFill>
          <a:ln>
            <a:noFill/>
          </a:ln>
        </p:spPr>
        <p:txBody>
          <a:bodyPr wrap="square" lIns="180000" tIns="144000" rIns="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a:t>Key steps following XXX review / decision</a:t>
            </a:r>
          </a:p>
        </p:txBody>
      </p:sp>
      <p:sp>
        <p:nvSpPr>
          <p:cNvPr id="57" name="Text Placeholder 56">
            <a:extLst>
              <a:ext uri="{FF2B5EF4-FFF2-40B4-BE49-F238E27FC236}">
                <a16:creationId xmlns:a16="http://schemas.microsoft.com/office/drawing/2014/main" id="{8C53FB3B-975B-80D5-29B3-81DC27DCAC8F}"/>
              </a:ext>
            </a:extLst>
          </p:cNvPr>
          <p:cNvSpPr>
            <a:spLocks noGrp="1"/>
          </p:cNvSpPr>
          <p:nvPr>
            <p:ph type="body" sz="quarter" idx="48" hasCustomPrompt="1"/>
          </p:nvPr>
        </p:nvSpPr>
        <p:spPr>
          <a:xfrm>
            <a:off x="2260405" y="5720922"/>
            <a:ext cx="9557738" cy="363373"/>
          </a:xfrm>
          <a:prstGeom prst="rect">
            <a:avLst/>
          </a:prstGeom>
          <a:solidFill>
            <a:schemeClr val="bg1">
              <a:lumMod val="95000"/>
            </a:schemeClr>
          </a:solidFill>
          <a:ln>
            <a:noFill/>
          </a:ln>
        </p:spPr>
        <p:txBody>
          <a:bodyPr wrap="square" lIns="180000" tIns="36000" rIns="0" bIns="36000" anchor="ctr" anchorCtr="0">
            <a:noAutofit/>
          </a:bodyPr>
          <a:lstStyle>
            <a:lvl1pPr marL="0" indent="0">
              <a:spcBef>
                <a:spcPts val="0"/>
              </a:spcBef>
              <a:spcAft>
                <a:spcPts val="0"/>
              </a:spcAft>
              <a:buSzPct val="100000"/>
              <a:buFont typeface="+mj-lt"/>
              <a:buNone/>
              <a:defRPr sz="1200"/>
            </a:lvl1pPr>
            <a:lvl2pPr marL="357542" indent="0">
              <a:buNone/>
              <a:defRPr/>
            </a:lvl2pPr>
          </a:lstStyle>
          <a:p>
            <a:pPr lvl="0"/>
            <a:r>
              <a:rPr lang="en-US"/>
              <a:t>Single person accountable for this topic / paper</a:t>
            </a:r>
          </a:p>
        </p:txBody>
      </p:sp>
      <p:sp>
        <p:nvSpPr>
          <p:cNvPr id="2" name="Rectangle 1">
            <a:extLst>
              <a:ext uri="{FF2B5EF4-FFF2-40B4-BE49-F238E27FC236}">
                <a16:creationId xmlns:a16="http://schemas.microsoft.com/office/drawing/2014/main" id="{E99A99C6-B235-2720-3500-EE89CB56CE50}"/>
              </a:ext>
            </a:extLst>
          </p:cNvPr>
          <p:cNvSpPr/>
          <p:nvPr userDrawn="1"/>
        </p:nvSpPr>
        <p:spPr bwMode="auto">
          <a:xfrm>
            <a:off x="365126" y="1307574"/>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Objectives</a:t>
            </a:r>
          </a:p>
        </p:txBody>
      </p:sp>
      <p:sp>
        <p:nvSpPr>
          <p:cNvPr id="8" name="Rectangle 7">
            <a:extLst>
              <a:ext uri="{FF2B5EF4-FFF2-40B4-BE49-F238E27FC236}">
                <a16:creationId xmlns:a16="http://schemas.microsoft.com/office/drawing/2014/main" id="{3B9E051E-8049-FCFD-A54B-E240AC53D1B2}"/>
              </a:ext>
            </a:extLst>
          </p:cNvPr>
          <p:cNvSpPr>
            <a:spLocks/>
          </p:cNvSpPr>
          <p:nvPr userDrawn="1"/>
        </p:nvSpPr>
        <p:spPr bwMode="auto">
          <a:xfrm>
            <a:off x="365126" y="2778690"/>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Key questions</a:t>
            </a:r>
          </a:p>
        </p:txBody>
      </p:sp>
      <p:sp>
        <p:nvSpPr>
          <p:cNvPr id="9" name="Rectangle 8">
            <a:extLst>
              <a:ext uri="{FF2B5EF4-FFF2-40B4-BE49-F238E27FC236}">
                <a16:creationId xmlns:a16="http://schemas.microsoft.com/office/drawing/2014/main" id="{DCE8FC5E-A678-F4F9-6FC7-EEAB2E69AF78}"/>
              </a:ext>
            </a:extLst>
          </p:cNvPr>
          <p:cNvSpPr>
            <a:spLocks/>
          </p:cNvSpPr>
          <p:nvPr userDrawn="1"/>
        </p:nvSpPr>
        <p:spPr bwMode="auto">
          <a:xfrm>
            <a:off x="365126" y="4249806"/>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Next steps</a:t>
            </a:r>
          </a:p>
        </p:txBody>
      </p:sp>
      <p:sp>
        <p:nvSpPr>
          <p:cNvPr id="11" name="Rectangle 10">
            <a:extLst>
              <a:ext uri="{FF2B5EF4-FFF2-40B4-BE49-F238E27FC236}">
                <a16:creationId xmlns:a16="http://schemas.microsoft.com/office/drawing/2014/main" id="{B25B3DF6-C945-56A1-A6D2-AC4E6E31179A}"/>
              </a:ext>
            </a:extLst>
          </p:cNvPr>
          <p:cNvSpPr/>
          <p:nvPr userDrawn="1"/>
        </p:nvSpPr>
        <p:spPr bwMode="auto">
          <a:xfrm>
            <a:off x="365126" y="5720922"/>
            <a:ext cx="1806576" cy="363373"/>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72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Owner</a:t>
            </a:r>
          </a:p>
        </p:txBody>
      </p:sp>
      <p:sp>
        <p:nvSpPr>
          <p:cNvPr id="12" name="Rectangle 11">
            <a:extLst>
              <a:ext uri="{FF2B5EF4-FFF2-40B4-BE49-F238E27FC236}">
                <a16:creationId xmlns:a16="http://schemas.microsoft.com/office/drawing/2014/main" id="{DF88839E-C216-4873-F020-A965C577DAF8}"/>
              </a:ext>
            </a:extLst>
          </p:cNvPr>
          <p:cNvSpPr/>
          <p:nvPr userDrawn="1"/>
        </p:nvSpPr>
        <p:spPr bwMode="auto">
          <a:xfrm>
            <a:off x="8172450" y="242888"/>
            <a:ext cx="3654425" cy="452059"/>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54000" numCol="1" spcCol="0" rtlCol="0" fromWordArt="0" anchor="b" anchorCtr="0" forceAA="0" compatLnSpc="1">
            <a:prstTxWarp prst="textNoShape">
              <a:avLst/>
            </a:prstTxWarp>
            <a:noAutofit/>
          </a:bodyPr>
          <a:lstStyle/>
          <a:p>
            <a:pPr algn="r" eaLnBrk="0" fontAlgn="auto" hangingPunct="0">
              <a:spcBef>
                <a:spcPts val="300"/>
              </a:spcBef>
              <a:spcAft>
                <a:spcPts val="300"/>
              </a:spcAft>
              <a:buClr>
                <a:schemeClr val="bg1"/>
              </a:buClr>
            </a:pPr>
            <a:r>
              <a:rPr lang="en-US" sz="1800" b="1" kern="0">
                <a:solidFill>
                  <a:schemeClr val="tx2"/>
                </a:solidFill>
              </a:rPr>
              <a:t>Session date:</a:t>
            </a:r>
          </a:p>
        </p:txBody>
      </p:sp>
      <p:sp>
        <p:nvSpPr>
          <p:cNvPr id="13" name="Text Placeholder 6">
            <a:extLst>
              <a:ext uri="{FF2B5EF4-FFF2-40B4-BE49-F238E27FC236}">
                <a16:creationId xmlns:a16="http://schemas.microsoft.com/office/drawing/2014/main" id="{41D1E881-0EAE-876E-66F9-7BE9CD740EA1}"/>
              </a:ext>
            </a:extLst>
          </p:cNvPr>
          <p:cNvSpPr>
            <a:spLocks noGrp="1"/>
          </p:cNvSpPr>
          <p:nvPr>
            <p:ph type="body" sz="quarter" idx="37" hasCustomPrompt="1"/>
          </p:nvPr>
        </p:nvSpPr>
        <p:spPr>
          <a:xfrm>
            <a:off x="365126" y="3337172"/>
            <a:ext cx="1695450" cy="838023"/>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a:t>Up to 5 key questions to be addressed at the meeting</a:t>
            </a:r>
          </a:p>
        </p:txBody>
      </p:sp>
      <p:sp>
        <p:nvSpPr>
          <p:cNvPr id="14" name="Freeform: Shape 13">
            <a:extLst>
              <a:ext uri="{FF2B5EF4-FFF2-40B4-BE49-F238E27FC236}">
                <a16:creationId xmlns:a16="http://schemas.microsoft.com/office/drawing/2014/main" id="{3B4A7AA8-50D7-2FFC-F51D-207317C17DE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360838768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E000430-8A32-4EA0-BAD1-A7727B812F8C}"/>
              </a:ext>
            </a:extLst>
          </p:cNvPr>
          <p:cNvSpPr>
            <a:spLocks noGrp="1"/>
          </p:cNvSpPr>
          <p:nvPr>
            <p:ph type="dt" sz="half" idx="10"/>
          </p:nvPr>
        </p:nvSpPr>
        <p:spPr/>
        <p:txBody>
          <a:bodyPr/>
          <a:lstStyle/>
          <a:p>
            <a:fld id="{02542794-638D-4328-B0BC-C610FB243ADC}" type="datetime4">
              <a:rPr lang="en-GB" smtClean="0"/>
              <a:t>22 July 2025</a:t>
            </a:fld>
            <a:endParaRPr lang="en-GB"/>
          </a:p>
        </p:txBody>
      </p:sp>
      <p:sp>
        <p:nvSpPr>
          <p:cNvPr id="4" name="Footer Placeholder 3">
            <a:extLst>
              <a:ext uri="{FF2B5EF4-FFF2-40B4-BE49-F238E27FC236}">
                <a16:creationId xmlns:a16="http://schemas.microsoft.com/office/drawing/2014/main" id="{F706E0BB-62AD-47AF-909C-4F33FB5616E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53CEE5C-8451-457A-BD36-F438731DB091}"/>
              </a:ext>
            </a:extLst>
          </p:cNvPr>
          <p:cNvSpPr>
            <a:spLocks noGrp="1"/>
          </p:cNvSpPr>
          <p:nvPr>
            <p:ph type="sldNum" sz="quarter" idx="12"/>
          </p:nvPr>
        </p:nvSpPr>
        <p:spPr/>
        <p:txBody>
          <a:bodyPr/>
          <a:lstStyle/>
          <a:p>
            <a:fld id="{9F9F533D-B52E-4A2F-BF72-0ADD2D94BD75}" type="slidenum">
              <a:rPr lang="en-GB" smtClean="0"/>
              <a:pPr/>
              <a:t>‹#›</a:t>
            </a:fld>
            <a:endParaRPr lang="en-GB"/>
          </a:p>
        </p:txBody>
      </p:sp>
      <p:sp>
        <p:nvSpPr>
          <p:cNvPr id="19" name="Text Placeholder 18">
            <a:extLst>
              <a:ext uri="{FF2B5EF4-FFF2-40B4-BE49-F238E27FC236}">
                <a16:creationId xmlns:a16="http://schemas.microsoft.com/office/drawing/2014/main" id="{61071252-BD8E-4D3D-BF35-8427544DDF49}"/>
              </a:ext>
            </a:extLst>
          </p:cNvPr>
          <p:cNvSpPr>
            <a:spLocks noGrp="1"/>
          </p:cNvSpPr>
          <p:nvPr>
            <p:ph type="body" sz="quarter" idx="13" hasCustomPrompt="1"/>
          </p:nvPr>
        </p:nvSpPr>
        <p:spPr>
          <a:xfrm>
            <a:off x="5113176" y="242888"/>
            <a:ext cx="6712112" cy="5848350"/>
          </a:xfrm>
        </p:spPr>
        <p:txBody>
          <a:bodyPr lIns="0" tIns="406800" rIns="0" bIns="180000" anchor="t">
            <a:noAutofit/>
          </a:bodyPr>
          <a:lstStyle>
            <a:lvl1pPr marL="720000" indent="-720000">
              <a:spcBef>
                <a:spcPts val="1200"/>
              </a:spcBef>
              <a:spcAft>
                <a:spcPts val="1200"/>
              </a:spcAft>
              <a:buClr>
                <a:schemeClr val="tx2"/>
              </a:buClr>
              <a:buSzPct val="100000"/>
              <a:buFont typeface="+mj-lt"/>
              <a:buAutoNum type="arabicPeriod"/>
              <a:defRPr sz="2800"/>
            </a:lvl1pPr>
            <a:lvl2pPr marL="814742" indent="-457200">
              <a:buClr>
                <a:schemeClr val="tx2"/>
              </a:buClr>
              <a:buFont typeface="+mj-lt"/>
              <a:buAutoNum type="arabicPeriod"/>
              <a:defRPr/>
            </a:lvl2pPr>
            <a:lvl3pPr marL="1177182" indent="-457200">
              <a:buClr>
                <a:schemeClr val="tx2"/>
              </a:buClr>
              <a:buFont typeface="+mj-lt"/>
              <a:buAutoNum type="arabicPeriod"/>
              <a:defRPr/>
            </a:lvl3pPr>
            <a:lvl4pPr>
              <a:buClr>
                <a:schemeClr val="tx2"/>
              </a:buClr>
              <a:buFont typeface="+mj-lt"/>
              <a:buAutoNum type="arabicPeriod"/>
              <a:defRPr/>
            </a:lvl4pPr>
            <a:lvl5pPr>
              <a:buClr>
                <a:schemeClr val="tx2"/>
              </a:buClr>
              <a:buFont typeface="+mj-lt"/>
              <a:buAutoNum type="arabicPeriod"/>
              <a:defRPr/>
            </a:lvl5pPr>
          </a:lstStyle>
          <a:p>
            <a:pPr lvl="0"/>
            <a:r>
              <a:rPr lang="en-GB"/>
              <a:t>Agenda point 1, add text here.</a:t>
            </a:r>
            <a:br>
              <a:rPr lang="en-GB"/>
            </a:br>
            <a:r>
              <a:rPr lang="en-GB"/>
              <a:t>Agenda point 2, add text here.</a:t>
            </a:r>
            <a:br>
              <a:rPr lang="en-GB"/>
            </a:br>
            <a:r>
              <a:rPr lang="en-GB"/>
              <a:t>Agenda point 3, add text here.</a:t>
            </a:r>
            <a:br>
              <a:rPr lang="en-GB"/>
            </a:br>
            <a:r>
              <a:rPr lang="en-GB"/>
              <a:t>Agenda point 4, add text here.</a:t>
            </a:r>
            <a:br>
              <a:rPr lang="en-GB"/>
            </a:br>
            <a:r>
              <a:rPr lang="en-GB"/>
              <a:t>Agenda point 5, add text here.</a:t>
            </a:r>
          </a:p>
        </p:txBody>
      </p:sp>
      <p:sp>
        <p:nvSpPr>
          <p:cNvPr id="8" name="Title 1">
            <a:extLst>
              <a:ext uri="{FF2B5EF4-FFF2-40B4-BE49-F238E27FC236}">
                <a16:creationId xmlns:a16="http://schemas.microsoft.com/office/drawing/2014/main" id="{0630E13A-9E76-B161-1416-CBE84BD22827}"/>
              </a:ext>
            </a:extLst>
          </p:cNvPr>
          <p:cNvSpPr>
            <a:spLocks noGrp="1"/>
          </p:cNvSpPr>
          <p:nvPr>
            <p:ph type="title"/>
          </p:nvPr>
        </p:nvSpPr>
        <p:spPr>
          <a:xfrm>
            <a:off x="365126" y="242888"/>
            <a:ext cx="4748050" cy="430887"/>
          </a:xfrm>
        </p:spPr>
        <p:txBody>
          <a:bodyPr/>
          <a:lstStyle/>
          <a:p>
            <a:r>
              <a:rPr lang="en-US"/>
              <a:t>Click to edit Master title style</a:t>
            </a:r>
          </a:p>
        </p:txBody>
      </p:sp>
      <p:sp>
        <p:nvSpPr>
          <p:cNvPr id="9" name="Subtitle 2">
            <a:extLst>
              <a:ext uri="{FF2B5EF4-FFF2-40B4-BE49-F238E27FC236}">
                <a16:creationId xmlns:a16="http://schemas.microsoft.com/office/drawing/2014/main" id="{2202868D-ACDF-6434-3575-872690D6A783}"/>
              </a:ext>
            </a:extLst>
          </p:cNvPr>
          <p:cNvSpPr>
            <a:spLocks noGrp="1"/>
          </p:cNvSpPr>
          <p:nvPr>
            <p:ph type="subTitle" idx="1" hasCustomPrompt="1"/>
          </p:nvPr>
        </p:nvSpPr>
        <p:spPr>
          <a:xfrm>
            <a:off x="365125" y="694950"/>
            <a:ext cx="4748050"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1" name="Freeform: Shape 10">
            <a:extLst>
              <a:ext uri="{FF2B5EF4-FFF2-40B4-BE49-F238E27FC236}">
                <a16:creationId xmlns:a16="http://schemas.microsoft.com/office/drawing/2014/main" id="{B674B05C-AADA-DE64-7CCE-6E374DE8A947}"/>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46F1642B-8EED-A6CF-BBC5-B42CE4EBF309}"/>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414922776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0DD48070-D695-60C2-898C-9832D9369B0C}"/>
              </a:ext>
            </a:extLst>
          </p:cNvPr>
          <p:cNvSpPr>
            <a:spLocks noGrp="1"/>
          </p:cNvSpPr>
          <p:nvPr>
            <p:ph type="body" sz="quarter" idx="22" hasCustomPrompt="1"/>
          </p:nvPr>
        </p:nvSpPr>
        <p:spPr>
          <a:xfrm>
            <a:off x="365125" y="1311162"/>
            <a:ext cx="11460164" cy="4484800"/>
          </a:xfrm>
          <a:custGeom>
            <a:avLst/>
            <a:gdLst>
              <a:gd name="connsiteX0" fmla="*/ 185682 w 11460164"/>
              <a:gd name="connsiteY0" fmla="*/ 0 h 4484800"/>
              <a:gd name="connsiteX1" fmla="*/ 11274482 w 11460164"/>
              <a:gd name="connsiteY1" fmla="*/ 0 h 4484800"/>
              <a:gd name="connsiteX2" fmla="*/ 11460164 w 11460164"/>
              <a:gd name="connsiteY2" fmla="*/ 185682 h 4484800"/>
              <a:gd name="connsiteX3" fmla="*/ 11460164 w 11460164"/>
              <a:gd name="connsiteY3" fmla="*/ 456183 h 4484800"/>
              <a:gd name="connsiteX4" fmla="*/ 11460164 w 11460164"/>
              <a:gd name="connsiteY4" fmla="*/ 715601 h 4484800"/>
              <a:gd name="connsiteX5" fmla="*/ 11460164 w 11460164"/>
              <a:gd name="connsiteY5" fmla="*/ 4299118 h 4484800"/>
              <a:gd name="connsiteX6" fmla="*/ 11274482 w 11460164"/>
              <a:gd name="connsiteY6" fmla="*/ 4484800 h 4484800"/>
              <a:gd name="connsiteX7" fmla="*/ 185682 w 11460164"/>
              <a:gd name="connsiteY7" fmla="*/ 4484800 h 4484800"/>
              <a:gd name="connsiteX8" fmla="*/ 0 w 11460164"/>
              <a:gd name="connsiteY8" fmla="*/ 4299118 h 4484800"/>
              <a:gd name="connsiteX9" fmla="*/ 0 w 11460164"/>
              <a:gd name="connsiteY9" fmla="*/ 715601 h 4484800"/>
              <a:gd name="connsiteX10" fmla="*/ 0 w 11460164"/>
              <a:gd name="connsiteY10" fmla="*/ 456183 h 4484800"/>
              <a:gd name="connsiteX11" fmla="*/ 0 w 11460164"/>
              <a:gd name="connsiteY11" fmla="*/ 185682 h 4484800"/>
              <a:gd name="connsiteX12" fmla="*/ 185682 w 11460164"/>
              <a:gd name="connsiteY12" fmla="*/ 0 h 448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60164" h="4484800">
                <a:moveTo>
                  <a:pt x="185682" y="0"/>
                </a:moveTo>
                <a:lnTo>
                  <a:pt x="11274482" y="0"/>
                </a:lnTo>
                <a:cubicBezTo>
                  <a:pt x="11377031" y="0"/>
                  <a:pt x="11460164" y="83133"/>
                  <a:pt x="11460164" y="185682"/>
                </a:cubicBezTo>
                <a:lnTo>
                  <a:pt x="11460164" y="456183"/>
                </a:lnTo>
                <a:lnTo>
                  <a:pt x="11460164" y="715601"/>
                </a:lnTo>
                <a:lnTo>
                  <a:pt x="11460164" y="4299118"/>
                </a:lnTo>
                <a:cubicBezTo>
                  <a:pt x="11460164" y="4401667"/>
                  <a:pt x="11377031" y="4484800"/>
                  <a:pt x="11274482" y="4484800"/>
                </a:cubicBezTo>
                <a:lnTo>
                  <a:pt x="185682" y="4484800"/>
                </a:lnTo>
                <a:cubicBezTo>
                  <a:pt x="83133" y="4484800"/>
                  <a:pt x="0" y="4401667"/>
                  <a:pt x="0" y="4299118"/>
                </a:cubicBezTo>
                <a:lnTo>
                  <a:pt x="0" y="715601"/>
                </a:lnTo>
                <a:lnTo>
                  <a:pt x="0" y="456183"/>
                </a:lnTo>
                <a:lnTo>
                  <a:pt x="0" y="185682"/>
                </a:lnTo>
                <a:cubicBezTo>
                  <a:pt x="0" y="83133"/>
                  <a:pt x="83133" y="0"/>
                  <a:pt x="185682" y="0"/>
                </a:cubicBezTo>
                <a:close/>
              </a:path>
            </a:pathLst>
          </a:custGeom>
          <a:solidFill>
            <a:schemeClr val="bg1">
              <a:lumMod val="95000"/>
            </a:schemeClr>
          </a:solidFill>
          <a:ln>
            <a:noFill/>
          </a:ln>
        </p:spPr>
        <p:txBody>
          <a:bodyPr wrap="square" tIns="36000">
            <a:noAutofit/>
          </a:bodyPr>
          <a:lstStyle>
            <a:lvl1pPr marL="0" indent="0">
              <a:buNone/>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enter TEXT content ONLY.</a:t>
            </a:r>
            <a:br>
              <a:rPr lang="en-US"/>
            </a:br>
            <a:r>
              <a:rPr lang="en-US"/>
              <a:t>If text content appears outside of grey holder please reduce the size of the font.</a:t>
            </a:r>
          </a:p>
        </p:txBody>
      </p:sp>
      <p:sp>
        <p:nvSpPr>
          <p:cNvPr id="6" name="Text Placeholder 5"/>
          <p:cNvSpPr>
            <a:spLocks noGrp="1"/>
          </p:cNvSpPr>
          <p:nvPr>
            <p:ph type="body" sz="quarter" idx="18" hasCustomPrompt="1"/>
          </p:nvPr>
        </p:nvSpPr>
        <p:spPr>
          <a:xfrm>
            <a:off x="365125" y="5792438"/>
            <a:ext cx="11460164" cy="298800"/>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Date Placeholder 2">
            <a:extLst>
              <a:ext uri="{FF2B5EF4-FFF2-40B4-BE49-F238E27FC236}">
                <a16:creationId xmlns:a16="http://schemas.microsoft.com/office/drawing/2014/main" id="{341B731B-8FAA-4A1B-8740-D7002967C1CA}"/>
              </a:ext>
            </a:extLst>
          </p:cNvPr>
          <p:cNvSpPr>
            <a:spLocks noGrp="1"/>
          </p:cNvSpPr>
          <p:nvPr>
            <p:ph type="dt" sz="half" idx="19"/>
          </p:nvPr>
        </p:nvSpPr>
        <p:spPr/>
        <p:txBody>
          <a:bodyPr/>
          <a:lstStyle/>
          <a:p>
            <a:fld id="{DB124F8D-6A21-41BB-B641-CA493D4F9456}" type="datetime4">
              <a:rPr lang="en-GB" smtClean="0"/>
              <a:t>22 July 2025</a:t>
            </a:fld>
            <a:endParaRPr lang="en-GB"/>
          </a:p>
        </p:txBody>
      </p:sp>
      <p:sp>
        <p:nvSpPr>
          <p:cNvPr id="5" name="Footer Placeholder 4">
            <a:extLst>
              <a:ext uri="{FF2B5EF4-FFF2-40B4-BE49-F238E27FC236}">
                <a16:creationId xmlns:a16="http://schemas.microsoft.com/office/drawing/2014/main" id="{D1C84BE9-25CA-45B1-9061-9DCABA70A1E6}"/>
              </a:ext>
            </a:extLst>
          </p:cNvPr>
          <p:cNvSpPr>
            <a:spLocks noGrp="1"/>
          </p:cNvSpPr>
          <p:nvPr>
            <p:ph type="ftr" sz="quarter" idx="20"/>
          </p:nvPr>
        </p:nvSpPr>
        <p:spPr/>
        <p:txBody>
          <a:bodyPr/>
          <a:lstStyle/>
          <a:p>
            <a:endParaRPr lang="en-GB"/>
          </a:p>
        </p:txBody>
      </p:sp>
      <p:sp>
        <p:nvSpPr>
          <p:cNvPr id="11" name="Slide Number Placeholder 10">
            <a:extLst>
              <a:ext uri="{FF2B5EF4-FFF2-40B4-BE49-F238E27FC236}">
                <a16:creationId xmlns:a16="http://schemas.microsoft.com/office/drawing/2014/main" id="{BF0296A1-E119-4AEC-80A5-65FD719F9631}"/>
              </a:ext>
            </a:extLst>
          </p:cNvPr>
          <p:cNvSpPr>
            <a:spLocks noGrp="1"/>
          </p:cNvSpPr>
          <p:nvPr>
            <p:ph type="sldNum" sz="quarter" idx="21"/>
          </p:nvPr>
        </p:nvSpPr>
        <p:spPr/>
        <p:txBody>
          <a:bodyPr/>
          <a:lstStyle/>
          <a:p>
            <a:fld id="{9F9F533D-B52E-4A2F-BF72-0ADD2D94BD75}" type="slidenum">
              <a:rPr lang="en-GB" smtClean="0"/>
              <a:pPr/>
              <a:t>‹#›</a:t>
            </a:fld>
            <a:endParaRPr lang="en-GB"/>
          </a:p>
        </p:txBody>
      </p:sp>
      <p:sp>
        <p:nvSpPr>
          <p:cNvPr id="12" name="Title 1">
            <a:extLst>
              <a:ext uri="{FF2B5EF4-FFF2-40B4-BE49-F238E27FC236}">
                <a16:creationId xmlns:a16="http://schemas.microsoft.com/office/drawing/2014/main" id="{88C0D48C-007D-FEEC-D1DF-C00891876F0F}"/>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3" name="Subtitle 2">
            <a:extLst>
              <a:ext uri="{FF2B5EF4-FFF2-40B4-BE49-F238E27FC236}">
                <a16:creationId xmlns:a16="http://schemas.microsoft.com/office/drawing/2014/main" id="{1F6E4BF1-5B10-6CC3-60CB-FA773CAB8AF3}"/>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4" name="Freeform: Shape 13">
            <a:extLst>
              <a:ext uri="{FF2B5EF4-FFF2-40B4-BE49-F238E27FC236}">
                <a16:creationId xmlns:a16="http://schemas.microsoft.com/office/drawing/2014/main" id="{099DCD39-6F77-D442-9C41-7FE9A4CBB7FE}"/>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B0002D55-6A06-5683-C312-CA5DFDAEEB11}"/>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246134360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Large Bullet">
    <p:spTree>
      <p:nvGrpSpPr>
        <p:cNvPr id="1" name=""/>
        <p:cNvGrpSpPr/>
        <p:nvPr/>
      </p:nvGrpSpPr>
      <p:grpSpPr>
        <a:xfrm>
          <a:off x="0" y="0"/>
          <a:ext cx="0" cy="0"/>
          <a:chOff x="0" y="0"/>
          <a:chExt cx="0" cy="0"/>
        </a:xfrm>
      </p:grpSpPr>
      <p:sp>
        <p:nvSpPr>
          <p:cNvPr id="15" name="Text Placeholder 5"/>
          <p:cNvSpPr>
            <a:spLocks noGrp="1"/>
          </p:cNvSpPr>
          <p:nvPr>
            <p:ph type="body" sz="quarter" idx="18" hasCustomPrompt="1"/>
          </p:nvPr>
        </p:nvSpPr>
        <p:spPr>
          <a:xfrm>
            <a:off x="365125" y="5792438"/>
            <a:ext cx="11460163" cy="298800"/>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2" name="Date Placeholder 1">
            <a:extLst>
              <a:ext uri="{FF2B5EF4-FFF2-40B4-BE49-F238E27FC236}">
                <a16:creationId xmlns:a16="http://schemas.microsoft.com/office/drawing/2014/main" id="{2E151742-951B-4B8B-93F8-F6814A0074E2}"/>
              </a:ext>
            </a:extLst>
          </p:cNvPr>
          <p:cNvSpPr>
            <a:spLocks noGrp="1"/>
          </p:cNvSpPr>
          <p:nvPr>
            <p:ph type="dt" sz="half" idx="19"/>
          </p:nvPr>
        </p:nvSpPr>
        <p:spPr/>
        <p:txBody>
          <a:bodyPr/>
          <a:lstStyle/>
          <a:p>
            <a:fld id="{397F4CD0-83C1-4C99-A2BD-6DA4A1CC9D00}" type="datetime4">
              <a:rPr lang="en-GB" smtClean="0"/>
              <a:t>22 July 2025</a:t>
            </a:fld>
            <a:endParaRPr lang="en-GB"/>
          </a:p>
        </p:txBody>
      </p:sp>
      <p:sp>
        <p:nvSpPr>
          <p:cNvPr id="3" name="Footer Placeholder 2">
            <a:extLst>
              <a:ext uri="{FF2B5EF4-FFF2-40B4-BE49-F238E27FC236}">
                <a16:creationId xmlns:a16="http://schemas.microsoft.com/office/drawing/2014/main" id="{5E4920F6-7DEA-40DB-B124-F0789E56046F}"/>
              </a:ext>
            </a:extLst>
          </p:cNvPr>
          <p:cNvSpPr>
            <a:spLocks noGrp="1"/>
          </p:cNvSpPr>
          <p:nvPr>
            <p:ph type="ftr" sz="quarter" idx="20"/>
          </p:nvPr>
        </p:nvSpPr>
        <p:spPr/>
        <p:txBody>
          <a:bodyPr/>
          <a:lstStyle/>
          <a:p>
            <a:endParaRPr lang="en-GB"/>
          </a:p>
        </p:txBody>
      </p:sp>
      <p:sp>
        <p:nvSpPr>
          <p:cNvPr id="4" name="Slide Number Placeholder 3">
            <a:extLst>
              <a:ext uri="{FF2B5EF4-FFF2-40B4-BE49-F238E27FC236}">
                <a16:creationId xmlns:a16="http://schemas.microsoft.com/office/drawing/2014/main" id="{D4DDB722-CBB2-49EC-937E-10206DEB6BD1}"/>
              </a:ext>
            </a:extLst>
          </p:cNvPr>
          <p:cNvSpPr>
            <a:spLocks noGrp="1"/>
          </p:cNvSpPr>
          <p:nvPr>
            <p:ph type="sldNum" sz="quarter" idx="21"/>
          </p:nvPr>
        </p:nvSpPr>
        <p:spPr/>
        <p:txBody>
          <a:bodyPr/>
          <a:lstStyle/>
          <a:p>
            <a:fld id="{9F9F533D-B52E-4A2F-BF72-0ADD2D94BD75}" type="slidenum">
              <a:rPr lang="en-GB" smtClean="0"/>
              <a:pPr/>
              <a:t>‹#›</a:t>
            </a:fld>
            <a:endParaRPr lang="en-GB"/>
          </a:p>
        </p:txBody>
      </p:sp>
      <p:sp>
        <p:nvSpPr>
          <p:cNvPr id="7" name="Text Placeholder 6">
            <a:extLst>
              <a:ext uri="{FF2B5EF4-FFF2-40B4-BE49-F238E27FC236}">
                <a16:creationId xmlns:a16="http://schemas.microsoft.com/office/drawing/2014/main" id="{D4E53DDB-FDB6-66D3-FC50-5426FF978D71}"/>
              </a:ext>
            </a:extLst>
          </p:cNvPr>
          <p:cNvSpPr>
            <a:spLocks noGrp="1"/>
          </p:cNvSpPr>
          <p:nvPr>
            <p:ph type="body" sz="quarter" idx="22" hasCustomPrompt="1"/>
          </p:nvPr>
        </p:nvSpPr>
        <p:spPr>
          <a:xfrm>
            <a:off x="365125" y="1303338"/>
            <a:ext cx="11460163" cy="4489450"/>
          </a:xfrm>
        </p:spPr>
        <p:txBody>
          <a:bodyPr lIns="36000" tIns="36000" rIns="36000" bIns="36000">
            <a:noAutofit/>
          </a:bodyPr>
          <a:lstStyle>
            <a:lvl1pPr marL="0" indent="0">
              <a:buNone/>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enter TEXT content ONLY. </a:t>
            </a:r>
            <a:br>
              <a:rPr lang="en-US"/>
            </a:br>
            <a:r>
              <a:rPr lang="en-US"/>
              <a:t>If text content appears too large please reduce the size of this font. </a:t>
            </a:r>
          </a:p>
        </p:txBody>
      </p:sp>
      <p:sp>
        <p:nvSpPr>
          <p:cNvPr id="9" name="Title 1">
            <a:extLst>
              <a:ext uri="{FF2B5EF4-FFF2-40B4-BE49-F238E27FC236}">
                <a16:creationId xmlns:a16="http://schemas.microsoft.com/office/drawing/2014/main" id="{3A7A86B9-637F-F18A-3604-5A44F7C4442F}"/>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0" name="Subtitle 2">
            <a:extLst>
              <a:ext uri="{FF2B5EF4-FFF2-40B4-BE49-F238E27FC236}">
                <a16:creationId xmlns:a16="http://schemas.microsoft.com/office/drawing/2014/main" id="{5A89E078-B97D-529E-FF83-DF5AD69D51F2}"/>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3" name="Freeform: Shape 12">
            <a:extLst>
              <a:ext uri="{FF2B5EF4-FFF2-40B4-BE49-F238E27FC236}">
                <a16:creationId xmlns:a16="http://schemas.microsoft.com/office/drawing/2014/main" id="{22D601A5-6CEE-D258-CCEB-85D1BB27BD87}"/>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 name="Freeform: Shape 4">
            <a:extLst>
              <a:ext uri="{FF2B5EF4-FFF2-40B4-BE49-F238E27FC236}">
                <a16:creationId xmlns:a16="http://schemas.microsoft.com/office/drawing/2014/main" id="{2CA69924-8312-93A7-5F21-75AD30BAD2D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352989620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tle and Content with Subheading">
    <p:spTree>
      <p:nvGrpSpPr>
        <p:cNvPr id="1" name=""/>
        <p:cNvGrpSpPr/>
        <p:nvPr/>
      </p:nvGrpSpPr>
      <p:grpSpPr>
        <a:xfrm>
          <a:off x="0" y="0"/>
          <a:ext cx="0" cy="0"/>
          <a:chOff x="0" y="0"/>
          <a:chExt cx="0" cy="0"/>
        </a:xfrm>
      </p:grpSpPr>
      <p:sp>
        <p:nvSpPr>
          <p:cNvPr id="11" name="Text Placeholder 2"/>
          <p:cNvSpPr>
            <a:spLocks noGrp="1"/>
          </p:cNvSpPr>
          <p:nvPr>
            <p:ph type="body" sz="quarter" idx="13" hasCustomPrompt="1"/>
          </p:nvPr>
        </p:nvSpPr>
        <p:spPr>
          <a:xfrm>
            <a:off x="365456" y="1303338"/>
            <a:ext cx="11460701" cy="399600"/>
          </a:xfrm>
          <a:prstGeom prst="rect">
            <a:avLst/>
          </a:prstGeom>
        </p:spPr>
        <p:txBody>
          <a:bodyPr lIns="36000" tIns="36000" rIns="36000" bIns="36000" anchor="t" anchorCtr="0">
            <a:noAutofit/>
          </a:bodyPr>
          <a:lstStyle>
            <a:lvl1pPr marL="0" indent="0">
              <a:spcBef>
                <a:spcPts val="0"/>
              </a:spcBef>
              <a:spcAft>
                <a:spcPts val="0"/>
              </a:spcAft>
              <a:buNone/>
              <a:defRPr sz="2400" b="1">
                <a:solidFill>
                  <a:schemeClr val="tx2"/>
                </a:solidFill>
              </a:defRPr>
            </a:lvl1pPr>
            <a:lvl2pPr marL="361942" indent="0">
              <a:buNone/>
              <a:defRPr/>
            </a:lvl2pPr>
            <a:lvl3pPr marL="711182" indent="0">
              <a:buNone/>
              <a:defRPr/>
            </a:lvl3pPr>
            <a:lvl4pPr marL="1087939" indent="0">
              <a:buNone/>
              <a:defRPr/>
            </a:lvl4pPr>
            <a:lvl5pPr marL="1473163" indent="0">
              <a:buNone/>
              <a:defRPr/>
            </a:lvl5pPr>
          </a:lstStyle>
          <a:p>
            <a:pPr lvl="0"/>
            <a:r>
              <a:rPr lang="en-GB"/>
              <a:t>Click to enter subheading text </a:t>
            </a:r>
          </a:p>
        </p:txBody>
      </p:sp>
      <p:sp>
        <p:nvSpPr>
          <p:cNvPr id="16" name="Text Placeholder 5"/>
          <p:cNvSpPr>
            <a:spLocks noGrp="1"/>
          </p:cNvSpPr>
          <p:nvPr>
            <p:ph type="body" sz="quarter" idx="18" hasCustomPrompt="1"/>
          </p:nvPr>
        </p:nvSpPr>
        <p:spPr>
          <a:xfrm>
            <a:off x="365125" y="5792438"/>
            <a:ext cx="11460164" cy="298800"/>
          </a:xfrm>
          <a:prstGeom prst="rect">
            <a:avLst/>
          </a:prstGeom>
        </p:spPr>
        <p:txBody>
          <a:bodyPr wrap="square" lIns="0" tIns="0" rIns="0" bIns="0" anchor="b"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Date Placeholder 2">
            <a:extLst>
              <a:ext uri="{FF2B5EF4-FFF2-40B4-BE49-F238E27FC236}">
                <a16:creationId xmlns:a16="http://schemas.microsoft.com/office/drawing/2014/main" id="{3C475D1F-3C7D-443F-9C73-9160E439AE1B}"/>
              </a:ext>
            </a:extLst>
          </p:cNvPr>
          <p:cNvSpPr>
            <a:spLocks noGrp="1"/>
          </p:cNvSpPr>
          <p:nvPr>
            <p:ph type="dt" sz="half" idx="20"/>
          </p:nvPr>
        </p:nvSpPr>
        <p:spPr/>
        <p:txBody>
          <a:bodyPr/>
          <a:lstStyle/>
          <a:p>
            <a:fld id="{5C36D2BF-D8B1-4705-ABD7-209D78E9EBFF}" type="datetime4">
              <a:rPr lang="en-GB" smtClean="0"/>
              <a:t>22 July 2025</a:t>
            </a:fld>
            <a:endParaRPr lang="en-GB"/>
          </a:p>
        </p:txBody>
      </p:sp>
      <p:sp>
        <p:nvSpPr>
          <p:cNvPr id="4" name="Footer Placeholder 3">
            <a:extLst>
              <a:ext uri="{FF2B5EF4-FFF2-40B4-BE49-F238E27FC236}">
                <a16:creationId xmlns:a16="http://schemas.microsoft.com/office/drawing/2014/main" id="{8E10FAE2-40C5-48E8-A896-0682681B6AC4}"/>
              </a:ext>
            </a:extLst>
          </p:cNvPr>
          <p:cNvSpPr>
            <a:spLocks noGrp="1"/>
          </p:cNvSpPr>
          <p:nvPr>
            <p:ph type="ftr" sz="quarter" idx="21"/>
          </p:nvPr>
        </p:nvSpPr>
        <p:spPr/>
        <p:txBody>
          <a:bodyPr/>
          <a:lstStyle/>
          <a:p>
            <a:endParaRPr lang="en-GB"/>
          </a:p>
        </p:txBody>
      </p:sp>
      <p:sp>
        <p:nvSpPr>
          <p:cNvPr id="8" name="Slide Number Placeholder 7">
            <a:extLst>
              <a:ext uri="{FF2B5EF4-FFF2-40B4-BE49-F238E27FC236}">
                <a16:creationId xmlns:a16="http://schemas.microsoft.com/office/drawing/2014/main" id="{2AF230C5-C173-4CDF-8F46-DDF8D7240B63}"/>
              </a:ext>
            </a:extLst>
          </p:cNvPr>
          <p:cNvSpPr>
            <a:spLocks noGrp="1"/>
          </p:cNvSpPr>
          <p:nvPr>
            <p:ph type="sldNum" sz="quarter" idx="22"/>
          </p:nvPr>
        </p:nvSpPr>
        <p:spPr/>
        <p:txBody>
          <a:bodyPr/>
          <a:lstStyle/>
          <a:p>
            <a:fld id="{9F9F533D-B52E-4A2F-BF72-0ADD2D94BD75}" type="slidenum">
              <a:rPr lang="en-GB" smtClean="0"/>
              <a:pPr/>
              <a:t>‹#›</a:t>
            </a:fld>
            <a:endParaRPr lang="en-GB"/>
          </a:p>
        </p:txBody>
      </p:sp>
      <p:sp>
        <p:nvSpPr>
          <p:cNvPr id="5" name="Text Placeholder 4">
            <a:extLst>
              <a:ext uri="{FF2B5EF4-FFF2-40B4-BE49-F238E27FC236}">
                <a16:creationId xmlns:a16="http://schemas.microsoft.com/office/drawing/2014/main" id="{81E07AE8-19F2-04D9-93C9-C4F2357C2ADF}"/>
              </a:ext>
            </a:extLst>
          </p:cNvPr>
          <p:cNvSpPr>
            <a:spLocks noGrp="1"/>
          </p:cNvSpPr>
          <p:nvPr>
            <p:ph type="body" sz="quarter" idx="23" hasCustomPrompt="1"/>
          </p:nvPr>
        </p:nvSpPr>
        <p:spPr>
          <a:xfrm>
            <a:off x="365125" y="1702938"/>
            <a:ext cx="11460163" cy="4089850"/>
          </a:xfrm>
        </p:spPr>
        <p:txBody>
          <a:bodyPr lIns="36000" tIns="36000" rIns="36000" bIns="36000">
            <a:noAutofit/>
          </a:bodyPr>
          <a:lstStyle>
            <a:lvl1pPr marL="0" indent="0">
              <a:buNone/>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edit TEXT content ONLY.</a:t>
            </a:r>
            <a:br>
              <a:rPr lang="en-US"/>
            </a:br>
            <a:r>
              <a:rPr lang="en-US"/>
              <a:t>If text content appears too large please reduce the size of the font. </a:t>
            </a:r>
          </a:p>
        </p:txBody>
      </p:sp>
      <p:sp>
        <p:nvSpPr>
          <p:cNvPr id="10" name="Title 1">
            <a:extLst>
              <a:ext uri="{FF2B5EF4-FFF2-40B4-BE49-F238E27FC236}">
                <a16:creationId xmlns:a16="http://schemas.microsoft.com/office/drawing/2014/main" id="{E4BDB392-CCE1-B2F2-5843-4AF9AE7D4921}"/>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29D93444-D1FE-4C3C-7B81-D2693144C1F0}"/>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5" name="Freeform: Shape 14">
            <a:extLst>
              <a:ext uri="{FF2B5EF4-FFF2-40B4-BE49-F238E27FC236}">
                <a16:creationId xmlns:a16="http://schemas.microsoft.com/office/drawing/2014/main" id="{C45A9796-316D-7A43-F981-F6A071B72BBE}"/>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1B1F1611-ED93-9CD1-6AD6-199DF0E35EEA}"/>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220675480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wo Content 1">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44152BBA-B0F3-390F-177B-A659A0DA6DDB}"/>
              </a:ext>
            </a:extLst>
          </p:cNvPr>
          <p:cNvSpPr>
            <a:spLocks noGrp="1"/>
          </p:cNvSpPr>
          <p:nvPr>
            <p:ph type="body" sz="quarter" idx="25" hasCustomPrompt="1"/>
          </p:nvPr>
        </p:nvSpPr>
        <p:spPr>
          <a:xfrm>
            <a:off x="8172451" y="1303338"/>
            <a:ext cx="3652838" cy="4477804"/>
          </a:xfrm>
          <a:prstGeom prst="roundRect">
            <a:avLst>
              <a:gd name="adj" fmla="val 4976"/>
            </a:avLst>
          </a:prstGeom>
          <a:solidFill>
            <a:schemeClr val="bg1">
              <a:lumMod val="95000"/>
            </a:schemeClr>
          </a:solidFill>
          <a:ln>
            <a:noFill/>
          </a:ln>
        </p:spPr>
        <p:txBody>
          <a:bodyPr wrap="square">
            <a:noAutofit/>
          </a:bodyPr>
          <a:lstStyle>
            <a:lvl1pPr marL="0" indent="0">
              <a:buNone/>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edit TEXT content ONLY. </a:t>
            </a:r>
            <a:br>
              <a:rPr lang="en-US"/>
            </a:br>
            <a:r>
              <a:rPr lang="en-US"/>
              <a:t>If text content appears outside of the grey placeholder please reduce the size of the font. </a:t>
            </a:r>
          </a:p>
        </p:txBody>
      </p:sp>
      <p:sp>
        <p:nvSpPr>
          <p:cNvPr id="20" name="Text Placeholder 5"/>
          <p:cNvSpPr>
            <a:spLocks noGrp="1"/>
          </p:cNvSpPr>
          <p:nvPr>
            <p:ph type="body" sz="quarter" idx="20" hasCustomPrompt="1"/>
          </p:nvPr>
        </p:nvSpPr>
        <p:spPr>
          <a:xfrm>
            <a:off x="8172451" y="5791943"/>
            <a:ext cx="3652837" cy="298800"/>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6" name="Date Placeholder 5">
            <a:extLst>
              <a:ext uri="{FF2B5EF4-FFF2-40B4-BE49-F238E27FC236}">
                <a16:creationId xmlns:a16="http://schemas.microsoft.com/office/drawing/2014/main" id="{101A55F3-CAC9-450A-8B8C-0D0326082407}"/>
              </a:ext>
            </a:extLst>
          </p:cNvPr>
          <p:cNvSpPr>
            <a:spLocks noGrp="1"/>
          </p:cNvSpPr>
          <p:nvPr>
            <p:ph type="dt" sz="half" idx="21"/>
          </p:nvPr>
        </p:nvSpPr>
        <p:spPr/>
        <p:txBody>
          <a:bodyPr/>
          <a:lstStyle/>
          <a:p>
            <a:fld id="{39AF67FF-E09E-42E7-8CF4-0C88178FECBB}" type="datetime4">
              <a:rPr lang="en-GB" smtClean="0"/>
              <a:t>22 July 2025</a:t>
            </a:fld>
            <a:endParaRPr lang="en-GB"/>
          </a:p>
        </p:txBody>
      </p:sp>
      <p:sp>
        <p:nvSpPr>
          <p:cNvPr id="7" name="Footer Placeholder 6">
            <a:extLst>
              <a:ext uri="{FF2B5EF4-FFF2-40B4-BE49-F238E27FC236}">
                <a16:creationId xmlns:a16="http://schemas.microsoft.com/office/drawing/2014/main" id="{FA6F4AF4-B7CB-44A2-A774-A5EE13FDE7C2}"/>
              </a:ext>
            </a:extLst>
          </p:cNvPr>
          <p:cNvSpPr>
            <a:spLocks noGrp="1"/>
          </p:cNvSpPr>
          <p:nvPr>
            <p:ph type="ftr" sz="quarter" idx="22"/>
          </p:nvPr>
        </p:nvSpPr>
        <p:spPr/>
        <p:txBody>
          <a:bodyPr/>
          <a:lstStyle/>
          <a:p>
            <a:endParaRPr lang="en-GB"/>
          </a:p>
        </p:txBody>
      </p:sp>
      <p:sp>
        <p:nvSpPr>
          <p:cNvPr id="8" name="Slide Number Placeholder 7">
            <a:extLst>
              <a:ext uri="{FF2B5EF4-FFF2-40B4-BE49-F238E27FC236}">
                <a16:creationId xmlns:a16="http://schemas.microsoft.com/office/drawing/2014/main" id="{1A690446-B95A-4BA4-8B97-68649C262B11}"/>
              </a:ext>
            </a:extLst>
          </p:cNvPr>
          <p:cNvSpPr>
            <a:spLocks noGrp="1"/>
          </p:cNvSpPr>
          <p:nvPr>
            <p:ph type="sldNum" sz="quarter" idx="23"/>
          </p:nvPr>
        </p:nvSpPr>
        <p:spPr/>
        <p:txBody>
          <a:bodyPr/>
          <a:lstStyle/>
          <a:p>
            <a:fld id="{9F9F533D-B52E-4A2F-BF72-0ADD2D94BD75}" type="slidenum">
              <a:rPr lang="en-GB" smtClean="0"/>
              <a:pPr/>
              <a:t>‹#›</a:t>
            </a:fld>
            <a:endParaRPr lang="en-GB"/>
          </a:p>
        </p:txBody>
      </p:sp>
      <p:sp>
        <p:nvSpPr>
          <p:cNvPr id="19" name="Text Placeholder 5"/>
          <p:cNvSpPr>
            <a:spLocks noGrp="1"/>
          </p:cNvSpPr>
          <p:nvPr>
            <p:ph type="body" sz="quarter" idx="19" hasCustomPrompt="1"/>
          </p:nvPr>
        </p:nvSpPr>
        <p:spPr>
          <a:xfrm>
            <a:off x="365125" y="5791943"/>
            <a:ext cx="7554913" cy="299295"/>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Text Placeholder 2">
            <a:extLst>
              <a:ext uri="{FF2B5EF4-FFF2-40B4-BE49-F238E27FC236}">
                <a16:creationId xmlns:a16="http://schemas.microsoft.com/office/drawing/2014/main" id="{3B643D66-CBAC-8A3C-D941-445E2D7EFCEE}"/>
              </a:ext>
            </a:extLst>
          </p:cNvPr>
          <p:cNvSpPr>
            <a:spLocks noGrp="1"/>
          </p:cNvSpPr>
          <p:nvPr>
            <p:ph type="body" sz="quarter" idx="24" hasCustomPrompt="1"/>
          </p:nvPr>
        </p:nvSpPr>
        <p:spPr>
          <a:xfrm>
            <a:off x="365125" y="1303338"/>
            <a:ext cx="7554913" cy="4478337"/>
          </a:xfrm>
        </p:spPr>
        <p:txBody>
          <a:bodyPr lIns="36000" tIns="90000" rIns="36000" bIns="36000">
            <a:noAutofit/>
          </a:bodyPr>
          <a:lstStyle>
            <a:lvl1pPr marL="0" indent="0">
              <a:buNone/>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enter TEXT content ONLY.</a:t>
            </a:r>
            <a:br>
              <a:rPr lang="en-US"/>
            </a:br>
            <a:r>
              <a:rPr lang="en-US"/>
              <a:t>If text content appears too large please reduce the size of the font. </a:t>
            </a:r>
          </a:p>
        </p:txBody>
      </p:sp>
      <p:sp>
        <p:nvSpPr>
          <p:cNvPr id="11" name="Title 1">
            <a:extLst>
              <a:ext uri="{FF2B5EF4-FFF2-40B4-BE49-F238E27FC236}">
                <a16:creationId xmlns:a16="http://schemas.microsoft.com/office/drawing/2014/main" id="{8C40724D-5874-C573-BE68-E74D3056C42C}"/>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6DDC75F0-FC33-50C5-4836-14CADF87FA85}"/>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6" name="Freeform: Shape 15">
            <a:extLst>
              <a:ext uri="{FF2B5EF4-FFF2-40B4-BE49-F238E27FC236}">
                <a16:creationId xmlns:a16="http://schemas.microsoft.com/office/drawing/2014/main" id="{7ED293B4-51DD-6A15-3268-DC88E0FC951D}"/>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BB8038B8-901B-5BEE-8CE6-19D62D27912A}"/>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62936702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wo Content 2">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F5768D83-B8CA-09C4-C389-ACE31191A4CA}"/>
              </a:ext>
            </a:extLst>
          </p:cNvPr>
          <p:cNvSpPr>
            <a:spLocks noGrp="1"/>
          </p:cNvSpPr>
          <p:nvPr>
            <p:ph type="body" sz="quarter" idx="25" hasCustomPrompt="1"/>
          </p:nvPr>
        </p:nvSpPr>
        <p:spPr>
          <a:xfrm>
            <a:off x="365125" y="1303338"/>
            <a:ext cx="3916881" cy="4477804"/>
          </a:xfrm>
          <a:custGeom>
            <a:avLst/>
            <a:gdLst>
              <a:gd name="connsiteX0" fmla="*/ 167483 w 3916881"/>
              <a:gd name="connsiteY0" fmla="*/ 0 h 4477804"/>
              <a:gd name="connsiteX1" fmla="*/ 3485355 w 3916881"/>
              <a:gd name="connsiteY1" fmla="*/ 0 h 4477804"/>
              <a:gd name="connsiteX2" fmla="*/ 3652838 w 3916881"/>
              <a:gd name="connsiteY2" fmla="*/ 167483 h 4477804"/>
              <a:gd name="connsiteX3" fmla="*/ 3652838 w 3916881"/>
              <a:gd name="connsiteY3" fmla="*/ 517226 h 4477804"/>
              <a:gd name="connsiteX4" fmla="*/ 3912021 w 3916881"/>
              <a:gd name="connsiteY4" fmla="*/ 791524 h 4477804"/>
              <a:gd name="connsiteX5" fmla="*/ 3912021 w 3916881"/>
              <a:gd name="connsiteY5" fmla="*/ 802323 h 4477804"/>
              <a:gd name="connsiteX6" fmla="*/ 3652838 w 3916881"/>
              <a:gd name="connsiteY6" fmla="*/ 1076623 h 4477804"/>
              <a:gd name="connsiteX7" fmla="*/ 3652838 w 3916881"/>
              <a:gd name="connsiteY7" fmla="*/ 4310321 h 4477804"/>
              <a:gd name="connsiteX8" fmla="*/ 3485355 w 3916881"/>
              <a:gd name="connsiteY8" fmla="*/ 4477804 h 4477804"/>
              <a:gd name="connsiteX9" fmla="*/ 167483 w 3916881"/>
              <a:gd name="connsiteY9" fmla="*/ 4477804 h 4477804"/>
              <a:gd name="connsiteX10" fmla="*/ 0 w 3916881"/>
              <a:gd name="connsiteY10" fmla="*/ 4310321 h 4477804"/>
              <a:gd name="connsiteX11" fmla="*/ 0 w 3916881"/>
              <a:gd name="connsiteY11" fmla="*/ 167483 h 4477804"/>
              <a:gd name="connsiteX12" fmla="*/ 167483 w 3916881"/>
              <a:gd name="connsiteY12" fmla="*/ 0 h 4477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6881" h="4477804">
                <a:moveTo>
                  <a:pt x="167483" y="0"/>
                </a:moveTo>
                <a:lnTo>
                  <a:pt x="3485355" y="0"/>
                </a:lnTo>
                <a:cubicBezTo>
                  <a:pt x="3577853" y="0"/>
                  <a:pt x="3652838" y="74985"/>
                  <a:pt x="3652838" y="167483"/>
                </a:cubicBezTo>
                <a:lnTo>
                  <a:pt x="3652838" y="517226"/>
                </a:lnTo>
                <a:cubicBezTo>
                  <a:pt x="3652838" y="659776"/>
                  <a:pt x="3745710" y="746167"/>
                  <a:pt x="3912021" y="791524"/>
                </a:cubicBezTo>
                <a:cubicBezTo>
                  <a:pt x="3918501" y="793683"/>
                  <a:pt x="3918501" y="800164"/>
                  <a:pt x="3912021" y="802323"/>
                </a:cubicBezTo>
                <a:cubicBezTo>
                  <a:pt x="3745710" y="847679"/>
                  <a:pt x="3652838" y="934073"/>
                  <a:pt x="3652838" y="1076623"/>
                </a:cubicBezTo>
                <a:lnTo>
                  <a:pt x="3652838" y="4310321"/>
                </a:lnTo>
                <a:cubicBezTo>
                  <a:pt x="3652838" y="4402819"/>
                  <a:pt x="3577853" y="4477804"/>
                  <a:pt x="3485355" y="4477804"/>
                </a:cubicBezTo>
                <a:lnTo>
                  <a:pt x="167483" y="4477804"/>
                </a:lnTo>
                <a:cubicBezTo>
                  <a:pt x="74985" y="4477804"/>
                  <a:pt x="0" y="4402819"/>
                  <a:pt x="0" y="4310321"/>
                </a:cubicBezTo>
                <a:lnTo>
                  <a:pt x="0" y="167483"/>
                </a:lnTo>
                <a:cubicBezTo>
                  <a:pt x="0" y="74985"/>
                  <a:pt x="74985" y="0"/>
                  <a:pt x="167483" y="0"/>
                </a:cubicBezTo>
                <a:close/>
              </a:path>
            </a:pathLst>
          </a:custGeom>
          <a:solidFill>
            <a:schemeClr val="tx2"/>
          </a:solidFill>
          <a:ln>
            <a:noFill/>
          </a:ln>
        </p:spPr>
        <p:txBody>
          <a:bodyPr wrap="square" lIns="36000" tIns="36000" rIns="360000" bIns="36000">
            <a:noAutofit/>
          </a:bodyPr>
          <a:lstStyle>
            <a:lvl1pPr marL="0" indent="0">
              <a:buClr>
                <a:schemeClr val="bg1"/>
              </a:buClr>
              <a:buNone/>
              <a:defRPr>
                <a:solidFill>
                  <a:schemeClr val="bg1"/>
                </a:solidFill>
              </a:defRPr>
            </a:lvl1pPr>
            <a:lvl2pPr marL="357542" indent="0">
              <a:buClr>
                <a:schemeClr val="bg1"/>
              </a:buClr>
              <a:buNone/>
              <a:defRPr>
                <a:solidFill>
                  <a:schemeClr val="bg1"/>
                </a:solidFill>
              </a:defRPr>
            </a:lvl2pPr>
            <a:lvl3pPr marL="719982" indent="0">
              <a:buClr>
                <a:schemeClr val="bg1"/>
              </a:buClr>
              <a:buNone/>
              <a:defRPr>
                <a:solidFill>
                  <a:schemeClr val="bg1"/>
                </a:solidFill>
              </a:defRPr>
            </a:lvl3pPr>
            <a:lvl4pPr marL="1081424" indent="0">
              <a:buClr>
                <a:schemeClr val="bg1"/>
              </a:buClr>
              <a:buNone/>
              <a:defRPr>
                <a:solidFill>
                  <a:schemeClr val="bg1"/>
                </a:solidFill>
              </a:defRPr>
            </a:lvl4pPr>
            <a:lvl5pPr marL="1439964" indent="0">
              <a:buClr>
                <a:schemeClr val="bg1"/>
              </a:buClr>
              <a:buNone/>
              <a:defRPr>
                <a:solidFill>
                  <a:schemeClr val="bg1"/>
                </a:solidFill>
              </a:defRPr>
            </a:lvl5pPr>
          </a:lstStyle>
          <a:p>
            <a:pPr lvl="0"/>
            <a:r>
              <a:rPr lang="en-US"/>
              <a:t>Click to edit TEXT content ONLY. </a:t>
            </a:r>
            <a:br>
              <a:rPr lang="en-US"/>
            </a:br>
            <a:r>
              <a:rPr lang="en-US"/>
              <a:t>If text content appears outside of the grey placeholder please reduce the size of the font. </a:t>
            </a:r>
          </a:p>
        </p:txBody>
      </p:sp>
      <p:sp>
        <p:nvSpPr>
          <p:cNvPr id="20" name="Text Placeholder 5"/>
          <p:cNvSpPr>
            <a:spLocks noGrp="1"/>
          </p:cNvSpPr>
          <p:nvPr>
            <p:ph type="body" sz="quarter" idx="20" hasCustomPrompt="1"/>
          </p:nvPr>
        </p:nvSpPr>
        <p:spPr>
          <a:xfrm>
            <a:off x="365125" y="5791943"/>
            <a:ext cx="3652837" cy="298800"/>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6" name="Date Placeholder 5">
            <a:extLst>
              <a:ext uri="{FF2B5EF4-FFF2-40B4-BE49-F238E27FC236}">
                <a16:creationId xmlns:a16="http://schemas.microsoft.com/office/drawing/2014/main" id="{101A55F3-CAC9-450A-8B8C-0D0326082407}"/>
              </a:ext>
            </a:extLst>
          </p:cNvPr>
          <p:cNvSpPr>
            <a:spLocks noGrp="1"/>
          </p:cNvSpPr>
          <p:nvPr>
            <p:ph type="dt" sz="half" idx="21"/>
          </p:nvPr>
        </p:nvSpPr>
        <p:spPr/>
        <p:txBody>
          <a:bodyPr/>
          <a:lstStyle/>
          <a:p>
            <a:fld id="{39AF67FF-E09E-42E7-8CF4-0C88178FECBB}" type="datetime4">
              <a:rPr lang="en-GB" smtClean="0"/>
              <a:t>22 July 2025</a:t>
            </a:fld>
            <a:endParaRPr lang="en-GB"/>
          </a:p>
        </p:txBody>
      </p:sp>
      <p:sp>
        <p:nvSpPr>
          <p:cNvPr id="7" name="Footer Placeholder 6">
            <a:extLst>
              <a:ext uri="{FF2B5EF4-FFF2-40B4-BE49-F238E27FC236}">
                <a16:creationId xmlns:a16="http://schemas.microsoft.com/office/drawing/2014/main" id="{FA6F4AF4-B7CB-44A2-A774-A5EE13FDE7C2}"/>
              </a:ext>
            </a:extLst>
          </p:cNvPr>
          <p:cNvSpPr>
            <a:spLocks noGrp="1"/>
          </p:cNvSpPr>
          <p:nvPr>
            <p:ph type="ftr" sz="quarter" idx="22"/>
          </p:nvPr>
        </p:nvSpPr>
        <p:spPr/>
        <p:txBody>
          <a:bodyPr/>
          <a:lstStyle/>
          <a:p>
            <a:endParaRPr lang="en-GB"/>
          </a:p>
        </p:txBody>
      </p:sp>
      <p:sp>
        <p:nvSpPr>
          <p:cNvPr id="8" name="Slide Number Placeholder 7">
            <a:extLst>
              <a:ext uri="{FF2B5EF4-FFF2-40B4-BE49-F238E27FC236}">
                <a16:creationId xmlns:a16="http://schemas.microsoft.com/office/drawing/2014/main" id="{1A690446-B95A-4BA4-8B97-68649C262B11}"/>
              </a:ext>
            </a:extLst>
          </p:cNvPr>
          <p:cNvSpPr>
            <a:spLocks noGrp="1"/>
          </p:cNvSpPr>
          <p:nvPr>
            <p:ph type="sldNum" sz="quarter" idx="23"/>
          </p:nvPr>
        </p:nvSpPr>
        <p:spPr/>
        <p:txBody>
          <a:bodyPr/>
          <a:lstStyle/>
          <a:p>
            <a:fld id="{9F9F533D-B52E-4A2F-BF72-0ADD2D94BD75}" type="slidenum">
              <a:rPr lang="en-GB" smtClean="0"/>
              <a:pPr/>
              <a:t>‹#›</a:t>
            </a:fld>
            <a:endParaRPr lang="en-GB"/>
          </a:p>
        </p:txBody>
      </p:sp>
      <p:sp>
        <p:nvSpPr>
          <p:cNvPr id="19" name="Text Placeholder 5"/>
          <p:cNvSpPr>
            <a:spLocks noGrp="1"/>
          </p:cNvSpPr>
          <p:nvPr>
            <p:ph type="body" sz="quarter" idx="19" hasCustomPrompt="1"/>
          </p:nvPr>
        </p:nvSpPr>
        <p:spPr>
          <a:xfrm>
            <a:off x="4270374" y="5791943"/>
            <a:ext cx="7554913" cy="299295"/>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Text Placeholder 2">
            <a:extLst>
              <a:ext uri="{FF2B5EF4-FFF2-40B4-BE49-F238E27FC236}">
                <a16:creationId xmlns:a16="http://schemas.microsoft.com/office/drawing/2014/main" id="{3B643D66-CBAC-8A3C-D941-445E2D7EFCEE}"/>
              </a:ext>
            </a:extLst>
          </p:cNvPr>
          <p:cNvSpPr>
            <a:spLocks noGrp="1"/>
          </p:cNvSpPr>
          <p:nvPr>
            <p:ph type="body" sz="quarter" idx="24" hasCustomPrompt="1"/>
          </p:nvPr>
        </p:nvSpPr>
        <p:spPr>
          <a:xfrm>
            <a:off x="4270374" y="1303338"/>
            <a:ext cx="7554913" cy="4478337"/>
          </a:xfrm>
        </p:spPr>
        <p:txBody>
          <a:bodyPr lIns="36000" tIns="36000" rIns="36000" bIns="36000">
            <a:noAutofit/>
          </a:bodyPr>
          <a:lstStyle>
            <a:lvl1pPr marL="0" indent="0">
              <a:buNone/>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enter TEXT content ONLY.</a:t>
            </a:r>
            <a:br>
              <a:rPr lang="en-US"/>
            </a:br>
            <a:r>
              <a:rPr lang="en-US"/>
              <a:t>If text content appears too large please reduce the size of the font. </a:t>
            </a:r>
          </a:p>
        </p:txBody>
      </p:sp>
      <p:sp>
        <p:nvSpPr>
          <p:cNvPr id="11" name="Title 1">
            <a:extLst>
              <a:ext uri="{FF2B5EF4-FFF2-40B4-BE49-F238E27FC236}">
                <a16:creationId xmlns:a16="http://schemas.microsoft.com/office/drawing/2014/main" id="{8C40724D-5874-C573-BE68-E74D3056C42C}"/>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6DDC75F0-FC33-50C5-4836-14CADF87FA85}"/>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6" name="Freeform: Shape 15">
            <a:extLst>
              <a:ext uri="{FF2B5EF4-FFF2-40B4-BE49-F238E27FC236}">
                <a16:creationId xmlns:a16="http://schemas.microsoft.com/office/drawing/2014/main" id="{7ED293B4-51DD-6A15-3268-DC88E0FC951D}"/>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DFAEA03D-D3A8-FC8F-37D0-7EAB8EC481ED}"/>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266144012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1A35D6C9-1CA0-9878-3F7C-4F790C689C5F}"/>
              </a:ext>
            </a:extLst>
          </p:cNvPr>
          <p:cNvSpPr>
            <a:spLocks noGrp="1"/>
          </p:cNvSpPr>
          <p:nvPr>
            <p:ph type="body" sz="quarter" idx="36" hasCustomPrompt="1"/>
          </p:nvPr>
        </p:nvSpPr>
        <p:spPr>
          <a:xfrm>
            <a:off x="6223000" y="1303338"/>
            <a:ext cx="5602288" cy="4488605"/>
          </a:xfrm>
          <a:prstGeom prst="roundRect">
            <a:avLst>
              <a:gd name="adj" fmla="val 4147"/>
            </a:avLst>
          </a:prstGeom>
          <a:solidFill>
            <a:schemeClr val="bg1">
              <a:lumMod val="95000"/>
            </a:schemeClr>
          </a:solidFill>
          <a:ln>
            <a:noFill/>
          </a:ln>
        </p:spPr>
        <p:txBody>
          <a:bodyPr wrap="square" tIns="1080000">
            <a:noAutofit/>
          </a:bodyPr>
          <a:lstStyle>
            <a:lvl1pPr marL="0" indent="0">
              <a:buNone/>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enter TEXT content ONLY.</a:t>
            </a:r>
            <a:br>
              <a:rPr lang="en-US"/>
            </a:br>
            <a:r>
              <a:rPr lang="en-US"/>
              <a:t>If text appears outside of grey placeholder please reduce the size of the font.</a:t>
            </a:r>
          </a:p>
        </p:txBody>
      </p:sp>
      <p:sp>
        <p:nvSpPr>
          <p:cNvPr id="22" name="Text Placeholder 21">
            <a:extLst>
              <a:ext uri="{FF2B5EF4-FFF2-40B4-BE49-F238E27FC236}">
                <a16:creationId xmlns:a16="http://schemas.microsoft.com/office/drawing/2014/main" id="{3637B329-27DE-51CE-F4B6-EB1199B2177F}"/>
              </a:ext>
            </a:extLst>
          </p:cNvPr>
          <p:cNvSpPr>
            <a:spLocks noGrp="1"/>
          </p:cNvSpPr>
          <p:nvPr>
            <p:ph type="body" sz="quarter" idx="35" hasCustomPrompt="1"/>
          </p:nvPr>
        </p:nvSpPr>
        <p:spPr>
          <a:xfrm>
            <a:off x="365125" y="1303338"/>
            <a:ext cx="5601600" cy="4488605"/>
          </a:xfrm>
          <a:prstGeom prst="roundRect">
            <a:avLst>
              <a:gd name="adj" fmla="val 3915"/>
            </a:avLst>
          </a:prstGeom>
          <a:solidFill>
            <a:schemeClr val="bg1">
              <a:lumMod val="95000"/>
            </a:schemeClr>
          </a:solidFill>
          <a:ln>
            <a:noFill/>
          </a:ln>
        </p:spPr>
        <p:txBody>
          <a:bodyPr wrap="square" tIns="1080000">
            <a:noAutofit/>
          </a:bodyPr>
          <a:lstStyle>
            <a:lvl1pPr marL="0" indent="0">
              <a:buNone/>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enter TEXT content ONLY.</a:t>
            </a:r>
            <a:br>
              <a:rPr lang="en-US"/>
            </a:br>
            <a:r>
              <a:rPr lang="en-US"/>
              <a:t>If text appears outside of grey placeholder please reduce the size of the font.</a:t>
            </a:r>
          </a:p>
        </p:txBody>
      </p:sp>
      <p:sp>
        <p:nvSpPr>
          <p:cNvPr id="23" name="Text Placeholder 5"/>
          <p:cNvSpPr>
            <a:spLocks noGrp="1"/>
          </p:cNvSpPr>
          <p:nvPr>
            <p:ph type="body" sz="quarter" idx="31" hasCustomPrompt="1"/>
          </p:nvPr>
        </p:nvSpPr>
        <p:spPr>
          <a:xfrm>
            <a:off x="365125" y="5791943"/>
            <a:ext cx="5607050" cy="299295"/>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24" name="Text Placeholder 5"/>
          <p:cNvSpPr>
            <a:spLocks noGrp="1"/>
          </p:cNvSpPr>
          <p:nvPr>
            <p:ph type="body" sz="quarter" idx="20" hasCustomPrompt="1"/>
          </p:nvPr>
        </p:nvSpPr>
        <p:spPr>
          <a:xfrm>
            <a:off x="6216325" y="5792438"/>
            <a:ext cx="5608963" cy="298800"/>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4" name="Date Placeholder 3">
            <a:extLst>
              <a:ext uri="{FF2B5EF4-FFF2-40B4-BE49-F238E27FC236}">
                <a16:creationId xmlns:a16="http://schemas.microsoft.com/office/drawing/2014/main" id="{888E3DBB-00A9-4F08-A07C-9ED9733E007D}"/>
              </a:ext>
            </a:extLst>
          </p:cNvPr>
          <p:cNvSpPr>
            <a:spLocks noGrp="1"/>
          </p:cNvSpPr>
          <p:nvPr>
            <p:ph type="dt" sz="half" idx="32"/>
          </p:nvPr>
        </p:nvSpPr>
        <p:spPr/>
        <p:txBody>
          <a:bodyPr/>
          <a:lstStyle/>
          <a:p>
            <a:fld id="{D2390426-9D2D-4F00-A428-511448A9836C}" type="datetime4">
              <a:rPr lang="en-GB" smtClean="0"/>
              <a:t>22 July 2025</a:t>
            </a:fld>
            <a:endParaRPr lang="en-GB"/>
          </a:p>
        </p:txBody>
      </p:sp>
      <p:sp>
        <p:nvSpPr>
          <p:cNvPr id="5" name="Footer Placeholder 4">
            <a:extLst>
              <a:ext uri="{FF2B5EF4-FFF2-40B4-BE49-F238E27FC236}">
                <a16:creationId xmlns:a16="http://schemas.microsoft.com/office/drawing/2014/main" id="{6EE37A7E-4BE8-4B01-BC5B-6FE33BA2DB0A}"/>
              </a:ext>
            </a:extLst>
          </p:cNvPr>
          <p:cNvSpPr>
            <a:spLocks noGrp="1"/>
          </p:cNvSpPr>
          <p:nvPr>
            <p:ph type="ftr" sz="quarter" idx="33"/>
          </p:nvPr>
        </p:nvSpPr>
        <p:spPr/>
        <p:txBody>
          <a:bodyPr/>
          <a:lstStyle/>
          <a:p>
            <a:endParaRPr lang="en-GB"/>
          </a:p>
        </p:txBody>
      </p:sp>
      <p:sp>
        <p:nvSpPr>
          <p:cNvPr id="9" name="Slide Number Placeholder 8">
            <a:extLst>
              <a:ext uri="{FF2B5EF4-FFF2-40B4-BE49-F238E27FC236}">
                <a16:creationId xmlns:a16="http://schemas.microsoft.com/office/drawing/2014/main" id="{2D87596A-DFCB-4141-B4D9-E82973630099}"/>
              </a:ext>
            </a:extLst>
          </p:cNvPr>
          <p:cNvSpPr>
            <a:spLocks noGrp="1"/>
          </p:cNvSpPr>
          <p:nvPr>
            <p:ph type="sldNum" sz="quarter" idx="34"/>
          </p:nvPr>
        </p:nvSpPr>
        <p:spPr/>
        <p:txBody>
          <a:bodyPr/>
          <a:lstStyle/>
          <a:p>
            <a:fld id="{9F9F533D-B52E-4A2F-BF72-0ADD2D94BD75}" type="slidenum">
              <a:rPr lang="en-GB" smtClean="0"/>
              <a:pPr/>
              <a:t>‹#›</a:t>
            </a:fld>
            <a:endParaRPr lang="en-GB"/>
          </a:p>
        </p:txBody>
      </p:sp>
      <p:sp>
        <p:nvSpPr>
          <p:cNvPr id="29" name="Text Placeholder 2">
            <a:extLst>
              <a:ext uri="{FF2B5EF4-FFF2-40B4-BE49-F238E27FC236}">
                <a16:creationId xmlns:a16="http://schemas.microsoft.com/office/drawing/2014/main" id="{ED8B1503-3382-4C3A-A672-A88D048E0DA0}"/>
              </a:ext>
            </a:extLst>
          </p:cNvPr>
          <p:cNvSpPr>
            <a:spLocks noGrp="1"/>
          </p:cNvSpPr>
          <p:nvPr>
            <p:ph type="body" idx="19" hasCustomPrompt="1"/>
          </p:nvPr>
        </p:nvSpPr>
        <p:spPr>
          <a:xfrm>
            <a:off x="419100" y="1454538"/>
            <a:ext cx="5493650" cy="781200"/>
          </a:xfrm>
          <a:prstGeom prst="rect">
            <a:avLst/>
          </a:prstGeom>
        </p:spPr>
        <p:txBody>
          <a:bodyPr wrap="square" lIns="36000" tIns="36000" rIns="36000" bIns="36000" anchor="t" anchorCtr="0">
            <a:noAutofit/>
          </a:bodyPr>
          <a:lstStyle>
            <a:lvl1pPr marL="0" indent="0">
              <a:spcBef>
                <a:spcPts val="0"/>
              </a:spcBef>
              <a:spcAft>
                <a:spcPts val="0"/>
              </a:spcAft>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enter</a:t>
            </a:r>
            <a:br>
              <a:rPr lang="en-GB"/>
            </a:br>
            <a:r>
              <a:rPr lang="en-GB"/>
              <a:t>subheading text</a:t>
            </a:r>
          </a:p>
        </p:txBody>
      </p:sp>
      <p:sp>
        <p:nvSpPr>
          <p:cNvPr id="30" name="Text Placeholder 2">
            <a:extLst>
              <a:ext uri="{FF2B5EF4-FFF2-40B4-BE49-F238E27FC236}">
                <a16:creationId xmlns:a16="http://schemas.microsoft.com/office/drawing/2014/main" id="{7CC1C57B-5831-4901-8605-655DBB075B25}"/>
              </a:ext>
            </a:extLst>
          </p:cNvPr>
          <p:cNvSpPr>
            <a:spLocks noGrp="1"/>
          </p:cNvSpPr>
          <p:nvPr>
            <p:ph type="body" idx="21" hasCustomPrompt="1"/>
          </p:nvPr>
        </p:nvSpPr>
        <p:spPr>
          <a:xfrm>
            <a:off x="6277344" y="1454538"/>
            <a:ext cx="5493600" cy="781200"/>
          </a:xfrm>
          <a:prstGeom prst="rect">
            <a:avLst/>
          </a:prstGeom>
        </p:spPr>
        <p:txBody>
          <a:bodyPr wrap="square" lIns="36000" tIns="36000" rIns="36000" bIns="36000" anchor="t" anchorCtr="0">
            <a:noAutofit/>
          </a:bodyPr>
          <a:lstStyle>
            <a:lvl1pPr marL="0" indent="0">
              <a:spcBef>
                <a:spcPts val="0"/>
              </a:spcBef>
              <a:spcAft>
                <a:spcPts val="0"/>
              </a:spcAft>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enter</a:t>
            </a:r>
            <a:br>
              <a:rPr lang="en-GB"/>
            </a:br>
            <a:r>
              <a:rPr lang="en-GB"/>
              <a:t>subheading text</a:t>
            </a:r>
          </a:p>
        </p:txBody>
      </p:sp>
      <p:sp>
        <p:nvSpPr>
          <p:cNvPr id="15" name="Title 1">
            <a:extLst>
              <a:ext uri="{FF2B5EF4-FFF2-40B4-BE49-F238E27FC236}">
                <a16:creationId xmlns:a16="http://schemas.microsoft.com/office/drawing/2014/main" id="{2B8AF01B-B7EE-69F0-3113-1E07C2D58722}"/>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6" name="Subtitle 2">
            <a:extLst>
              <a:ext uri="{FF2B5EF4-FFF2-40B4-BE49-F238E27FC236}">
                <a16:creationId xmlns:a16="http://schemas.microsoft.com/office/drawing/2014/main" id="{A10D87C1-85C7-40B7-3EF5-0997E04A30B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7" name="Freeform: Shape 16">
            <a:extLst>
              <a:ext uri="{FF2B5EF4-FFF2-40B4-BE49-F238E27FC236}">
                <a16:creationId xmlns:a16="http://schemas.microsoft.com/office/drawing/2014/main" id="{00DBE383-AB10-CC3B-D342-10443E02C937}"/>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6E7A351A-B15B-3DA1-263F-714BB7432559}"/>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168040311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Video, Title and Subtitle (16x9)">
    <p:spTree>
      <p:nvGrpSpPr>
        <p:cNvPr id="1" name=""/>
        <p:cNvGrpSpPr/>
        <p:nvPr/>
      </p:nvGrpSpPr>
      <p:grpSpPr>
        <a:xfrm>
          <a:off x="0" y="0"/>
          <a:ext cx="0" cy="0"/>
          <a:chOff x="0" y="0"/>
          <a:chExt cx="0" cy="0"/>
        </a:xfrm>
      </p:grpSpPr>
      <p:sp>
        <p:nvSpPr>
          <p:cNvPr id="6" name="Media Placeholder 5"/>
          <p:cNvSpPr>
            <a:spLocks noGrp="1" noChangeAspect="1"/>
          </p:cNvSpPr>
          <p:nvPr>
            <p:ph type="media" sz="quarter" idx="12" hasCustomPrompt="1"/>
          </p:nvPr>
        </p:nvSpPr>
        <p:spPr>
          <a:xfrm>
            <a:off x="2106790" y="1303338"/>
            <a:ext cx="7978421" cy="4487862"/>
          </a:xfrm>
          <a:prstGeom prst="roundRect">
            <a:avLst>
              <a:gd name="adj" fmla="val 3977"/>
            </a:avLst>
          </a:prstGeom>
          <a:solidFill>
            <a:schemeClr val="bg1">
              <a:lumMod val="95000"/>
            </a:schemeClr>
          </a:solidFill>
          <a:ln>
            <a:noFill/>
          </a:ln>
        </p:spPr>
        <p:txBody>
          <a:bodyPr lIns="108000" tIns="1008000">
            <a:noAutofit/>
          </a:bodyPr>
          <a:lstStyle>
            <a:lvl1pPr marL="0" indent="0" algn="ctr">
              <a:buNone/>
              <a:defRPr sz="2200" baseline="0">
                <a:solidFill>
                  <a:schemeClr val="tx1"/>
                </a:solidFill>
              </a:defRPr>
            </a:lvl1pPr>
          </a:lstStyle>
          <a:p>
            <a:r>
              <a:rPr lang="en-GB"/>
              <a:t>[Click on the film icon to insert video]</a:t>
            </a:r>
          </a:p>
        </p:txBody>
      </p:sp>
      <p:sp>
        <p:nvSpPr>
          <p:cNvPr id="3" name="Date Placeholder 2">
            <a:extLst>
              <a:ext uri="{FF2B5EF4-FFF2-40B4-BE49-F238E27FC236}">
                <a16:creationId xmlns:a16="http://schemas.microsoft.com/office/drawing/2014/main" id="{EFF92204-289D-4897-A24D-92B4E89E417A}"/>
              </a:ext>
            </a:extLst>
          </p:cNvPr>
          <p:cNvSpPr>
            <a:spLocks noGrp="1"/>
          </p:cNvSpPr>
          <p:nvPr>
            <p:ph type="dt" sz="half" idx="15"/>
          </p:nvPr>
        </p:nvSpPr>
        <p:spPr/>
        <p:txBody>
          <a:bodyPr/>
          <a:lstStyle/>
          <a:p>
            <a:fld id="{8E42D3BA-5EF1-4DB6-ACB2-E19A79A4A64E}" type="datetime4">
              <a:rPr lang="en-GB" smtClean="0"/>
              <a:t>22 July 2025</a:t>
            </a:fld>
            <a:endParaRPr lang="en-GB"/>
          </a:p>
        </p:txBody>
      </p:sp>
      <p:sp>
        <p:nvSpPr>
          <p:cNvPr id="4" name="Footer Placeholder 3">
            <a:extLst>
              <a:ext uri="{FF2B5EF4-FFF2-40B4-BE49-F238E27FC236}">
                <a16:creationId xmlns:a16="http://schemas.microsoft.com/office/drawing/2014/main" id="{9D8A5764-43D8-49B1-8CCF-1E44D258B4F9}"/>
              </a:ext>
            </a:extLst>
          </p:cNvPr>
          <p:cNvSpPr>
            <a:spLocks noGrp="1"/>
          </p:cNvSpPr>
          <p:nvPr>
            <p:ph type="ftr" sz="quarter" idx="16"/>
          </p:nvPr>
        </p:nvSpPr>
        <p:spPr/>
        <p:txBody>
          <a:bodyPr/>
          <a:lstStyle/>
          <a:p>
            <a:endParaRPr lang="en-GB"/>
          </a:p>
        </p:txBody>
      </p:sp>
      <p:sp>
        <p:nvSpPr>
          <p:cNvPr id="9" name="Slide Number Placeholder 8">
            <a:extLst>
              <a:ext uri="{FF2B5EF4-FFF2-40B4-BE49-F238E27FC236}">
                <a16:creationId xmlns:a16="http://schemas.microsoft.com/office/drawing/2014/main" id="{2BA25ACE-65A6-48E3-AD24-12A240BC4B44}"/>
              </a:ext>
            </a:extLst>
          </p:cNvPr>
          <p:cNvSpPr>
            <a:spLocks noGrp="1"/>
          </p:cNvSpPr>
          <p:nvPr>
            <p:ph type="sldNum" sz="quarter" idx="17"/>
          </p:nvPr>
        </p:nvSpPr>
        <p:spPr/>
        <p:txBody>
          <a:bodyPr/>
          <a:lstStyle/>
          <a:p>
            <a:fld id="{9F9F533D-B52E-4A2F-BF72-0ADD2D94BD75}" type="slidenum">
              <a:rPr lang="en-GB" smtClean="0"/>
              <a:pPr/>
              <a:t>‹#›</a:t>
            </a:fld>
            <a:endParaRPr lang="en-GB"/>
          </a:p>
        </p:txBody>
      </p:sp>
      <p:sp>
        <p:nvSpPr>
          <p:cNvPr id="11" name="Title 1">
            <a:extLst>
              <a:ext uri="{FF2B5EF4-FFF2-40B4-BE49-F238E27FC236}">
                <a16:creationId xmlns:a16="http://schemas.microsoft.com/office/drawing/2014/main" id="{BF9DC526-9754-7DE6-EAC5-B9EB6B6E3CF3}"/>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F9C0347F-097D-6010-8D87-88D141F8B2F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3" name="Text Placeholder 5">
            <a:extLst>
              <a:ext uri="{FF2B5EF4-FFF2-40B4-BE49-F238E27FC236}">
                <a16:creationId xmlns:a16="http://schemas.microsoft.com/office/drawing/2014/main" id="{A123D2E9-B2C7-255F-E578-0BCEF8C8BFCD}"/>
              </a:ext>
            </a:extLst>
          </p:cNvPr>
          <p:cNvSpPr>
            <a:spLocks noGrp="1"/>
          </p:cNvSpPr>
          <p:nvPr>
            <p:ph type="body" sz="quarter" idx="18" hasCustomPrompt="1"/>
          </p:nvPr>
        </p:nvSpPr>
        <p:spPr>
          <a:xfrm>
            <a:off x="365125" y="5792438"/>
            <a:ext cx="11460163" cy="298800"/>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15" name="Freeform: Shape 14">
            <a:extLst>
              <a:ext uri="{FF2B5EF4-FFF2-40B4-BE49-F238E27FC236}">
                <a16:creationId xmlns:a16="http://schemas.microsoft.com/office/drawing/2014/main" id="{73180677-148E-F381-0168-9327D51EF5CE}"/>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1E10F851-9956-BDE2-1DA3-0125BE310B9D}"/>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241770062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p:cSld name="Video Widescreen (16x9)">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85344A2-1C9C-FB10-07A8-CED6CF027454}"/>
              </a:ext>
            </a:extLst>
          </p:cNvPr>
          <p:cNvSpPr>
            <a:spLocks noGrp="1"/>
          </p:cNvSpPr>
          <p:nvPr>
            <p:ph type="sldNum" sz="quarter" idx="15"/>
          </p:nvPr>
        </p:nvSpPr>
        <p:spPr/>
        <p:txBody>
          <a:bodyPr/>
          <a:lstStyle/>
          <a:p>
            <a:fld id="{9F9F533D-B52E-4A2F-BF72-0ADD2D94BD75}" type="slidenum">
              <a:rPr lang="en-GB" smtClean="0"/>
              <a:pPr/>
              <a:t>‹#›</a:t>
            </a:fld>
            <a:endParaRPr lang="en-GB"/>
          </a:p>
        </p:txBody>
      </p:sp>
      <p:sp>
        <p:nvSpPr>
          <p:cNvPr id="5" name="Media Placeholder 5"/>
          <p:cNvSpPr>
            <a:spLocks noGrp="1" noChangeAspect="1"/>
          </p:cNvSpPr>
          <p:nvPr>
            <p:ph type="media" sz="quarter" idx="12" hasCustomPrompt="1"/>
          </p:nvPr>
        </p:nvSpPr>
        <p:spPr>
          <a:xfrm>
            <a:off x="242888" y="242888"/>
            <a:ext cx="11352439" cy="6384013"/>
          </a:xfrm>
          <a:prstGeom prst="roundRect">
            <a:avLst>
              <a:gd name="adj" fmla="val 2914"/>
            </a:avLst>
          </a:prstGeom>
          <a:solidFill>
            <a:schemeClr val="bg1">
              <a:lumMod val="95000"/>
            </a:schemeClr>
          </a:solidFill>
          <a:ln>
            <a:noFill/>
          </a:ln>
        </p:spPr>
        <p:txBody>
          <a:bodyPr lIns="108000" tIns="108000" bIns="1224000" anchor="ctr">
            <a:noAutofit/>
          </a:bodyPr>
          <a:lstStyle>
            <a:lvl1pPr marL="0" indent="0" algn="ctr">
              <a:buNone/>
              <a:defRPr sz="2200" i="0" baseline="0">
                <a:solidFill>
                  <a:schemeClr val="tx1"/>
                </a:solidFill>
              </a:defRPr>
            </a:lvl1pPr>
          </a:lstStyle>
          <a:p>
            <a:r>
              <a:rPr lang="en-GB"/>
              <a:t>[Click on the film icon to insert video]</a:t>
            </a:r>
          </a:p>
        </p:txBody>
      </p:sp>
    </p:spTree>
    <p:extLst>
      <p:ext uri="{BB962C8B-B14F-4D97-AF65-F5344CB8AC3E}">
        <p14:creationId xmlns:p14="http://schemas.microsoft.com/office/powerpoint/2010/main" val="310350006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Image and Text 1">
    <p:spTree>
      <p:nvGrpSpPr>
        <p:cNvPr id="1" name=""/>
        <p:cNvGrpSpPr/>
        <p:nvPr/>
      </p:nvGrpSpPr>
      <p:grpSpPr>
        <a:xfrm>
          <a:off x="0" y="0"/>
          <a:ext cx="0" cy="0"/>
          <a:chOff x="0" y="0"/>
          <a:chExt cx="0" cy="0"/>
        </a:xfrm>
      </p:grpSpPr>
      <p:sp>
        <p:nvSpPr>
          <p:cNvPr id="13" name="Picture Placeholder 8"/>
          <p:cNvSpPr>
            <a:spLocks noGrp="1"/>
          </p:cNvSpPr>
          <p:nvPr>
            <p:ph type="pic" sz="quarter" idx="14" hasCustomPrompt="1"/>
          </p:nvPr>
        </p:nvSpPr>
        <p:spPr>
          <a:xfrm>
            <a:off x="8172451" y="1303338"/>
            <a:ext cx="3652838" cy="4787862"/>
          </a:xfrm>
          <a:prstGeom prst="roundRect">
            <a:avLst>
              <a:gd name="adj" fmla="val 5043"/>
            </a:avLst>
          </a:prstGeom>
          <a:solidFill>
            <a:schemeClr val="bg1">
              <a:lumMod val="95000"/>
            </a:schemeClr>
          </a:solidFill>
          <a:ln>
            <a:noFill/>
          </a:ln>
        </p:spPr>
        <p:txBody>
          <a:bodyPr lIns="180000" tIns="576000" bIns="72000" anchor="ctr">
            <a:noAutofit/>
          </a:bodyPr>
          <a:lstStyle>
            <a:lvl1pPr marL="0" indent="0" algn="ctr">
              <a:buNone/>
              <a:defRPr sz="2000" i="0" baseline="0">
                <a:solidFill>
                  <a:schemeClr val="tx1"/>
                </a:solidFill>
              </a:defRPr>
            </a:lvl1pPr>
          </a:lstStyle>
          <a:p>
            <a:r>
              <a:rPr lang="en-GB"/>
              <a:t>[Click here to insert image]</a:t>
            </a:r>
            <a:br>
              <a:rPr lang="en-GB"/>
            </a:br>
            <a:br>
              <a:rPr lang="en-GB"/>
            </a:br>
            <a:br>
              <a:rPr lang="en-GB"/>
            </a:br>
            <a:br>
              <a:rPr lang="en-GB"/>
            </a:br>
            <a:br>
              <a:rPr lang="en-GB"/>
            </a:br>
            <a:r>
              <a:rPr lang="en-GB"/>
              <a:t>[The image can then be scaled within the frame by using the ‘Crop’ feature in the ‘Picture Format’ tab of the ribbon.</a:t>
            </a:r>
            <a:r>
              <a:rPr lang="en-US"/>
              <a:t> Right click on image to add/edit alt text</a:t>
            </a:r>
            <a:r>
              <a:rPr lang="en-GB"/>
              <a:t>]</a:t>
            </a:r>
          </a:p>
        </p:txBody>
      </p:sp>
      <p:sp>
        <p:nvSpPr>
          <p:cNvPr id="9" name="Text Placeholder 6"/>
          <p:cNvSpPr>
            <a:spLocks noGrp="1"/>
          </p:cNvSpPr>
          <p:nvPr>
            <p:ph type="body" sz="quarter" idx="13" hasCustomPrompt="1"/>
          </p:nvPr>
        </p:nvSpPr>
        <p:spPr>
          <a:xfrm>
            <a:off x="365125" y="1304101"/>
            <a:ext cx="7554913" cy="4490737"/>
          </a:xfrm>
          <a:prstGeom prst="rect">
            <a:avLst/>
          </a:prstGeom>
        </p:spPr>
        <p:txBody>
          <a:bodyPr lIns="36000" tIns="36000" rIns="36000" bIns="36000">
            <a:noAutofit/>
          </a:bodyPr>
          <a:lstStyle>
            <a:lvl1pPr marL="0" indent="0">
              <a:buClr>
                <a:schemeClr val="tx2"/>
              </a:buClr>
              <a:buFont typeface="Arial" panose="020B0604020202020204" pitchFamily="34" charset="0"/>
              <a:buNone/>
              <a:defRPr/>
            </a:lvl1pPr>
            <a:lvl2pPr marL="357542" indent="0">
              <a:buClr>
                <a:schemeClr val="tx1"/>
              </a:buClr>
              <a:buFont typeface="Arial" panose="020B0604020202020204" pitchFamily="34" charset="0"/>
              <a:buNone/>
              <a:defRPr/>
            </a:lvl2pPr>
            <a:lvl3pPr marL="719982" indent="0">
              <a:buClr>
                <a:schemeClr val="tx1"/>
              </a:buClr>
              <a:buFont typeface="Arial" panose="020B0604020202020204" pitchFamily="34" charset="0"/>
              <a:buNone/>
              <a:defRPr/>
            </a:lvl3pPr>
            <a:lvl4pPr marL="1081424" indent="0">
              <a:buClr>
                <a:schemeClr val="tx1"/>
              </a:buClr>
              <a:buFont typeface="Arial" panose="020B0604020202020204" pitchFamily="34" charset="0"/>
              <a:buNone/>
              <a:defRPr/>
            </a:lvl4pPr>
            <a:lvl5pPr marL="1439964" indent="0">
              <a:buClr>
                <a:schemeClr val="tx1"/>
              </a:buClr>
              <a:buFont typeface="Arial" panose="020B0604020202020204" pitchFamily="34" charset="0"/>
              <a:buNone/>
              <a:defRPr/>
            </a:lvl5pPr>
          </a:lstStyle>
          <a:p>
            <a:pPr lvl="0"/>
            <a:r>
              <a:rPr lang="en-GB"/>
              <a:t>Click to enter text content.</a:t>
            </a:r>
            <a:br>
              <a:rPr lang="en-GB"/>
            </a:br>
            <a:r>
              <a:rPr lang="en-US"/>
              <a:t>If text content appears too large please reduce the size of the font.</a:t>
            </a:r>
            <a:endParaRPr lang="en-GB"/>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fld id="{E018087B-459D-4729-B449-CCF6702E8E13}" type="datetime4">
              <a:rPr lang="en-GB" smtClean="0"/>
              <a:t>22 July 2025</a:t>
            </a:fld>
            <a:endParaRPr lang="en-GB"/>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endParaRPr lang="en-GB"/>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5" y="5792400"/>
            <a:ext cx="7555231" cy="298800"/>
          </a:xfrm>
        </p:spPr>
        <p:txBody>
          <a:bodyPr lIns="0" tIns="0" rIns="0" bIns="0" anchor="b">
            <a:noAutofit/>
          </a:bodyPr>
          <a:lstStyle>
            <a:lvl1pPr marL="0" indent="0">
              <a:spcBef>
                <a:spcPts val="0"/>
              </a:spcBef>
              <a:spcAft>
                <a:spcPts val="0"/>
              </a:spcAft>
              <a:buNone/>
              <a:defRPr sz="8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a:t>Insert Source text</a:t>
            </a:r>
          </a:p>
        </p:txBody>
      </p:sp>
      <p:sp>
        <p:nvSpPr>
          <p:cNvPr id="10" name="Title 1">
            <a:extLst>
              <a:ext uri="{FF2B5EF4-FFF2-40B4-BE49-F238E27FC236}">
                <a16:creationId xmlns:a16="http://schemas.microsoft.com/office/drawing/2014/main" id="{175B623F-E1ED-BC6F-EAB9-2F7C7BB5A0A7}"/>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4" name="Subtitle 2">
            <a:extLst>
              <a:ext uri="{FF2B5EF4-FFF2-40B4-BE49-F238E27FC236}">
                <a16:creationId xmlns:a16="http://schemas.microsoft.com/office/drawing/2014/main" id="{05B934E4-D94D-494D-8E16-6927D2105C4A}"/>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6" name="Freeform: Shape 15">
            <a:extLst>
              <a:ext uri="{FF2B5EF4-FFF2-40B4-BE49-F238E27FC236}">
                <a16:creationId xmlns:a16="http://schemas.microsoft.com/office/drawing/2014/main" id="{34C03FD5-9F96-2D56-07D6-C43A8485D860}"/>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C35E16B8-17D3-543D-006C-0A00D7BCD6B2}"/>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167093082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Image and Text 2">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10E2EBD-4DBA-A411-89A3-C363C68F935D}"/>
              </a:ext>
            </a:extLst>
          </p:cNvPr>
          <p:cNvGraphicFramePr>
            <a:graphicFrameLocks noChangeAspect="1"/>
          </p:cNvGraphicFramePr>
          <p:nvPr>
            <p:custDataLst>
              <p:tags r:id="rId1"/>
            </p:custDataLst>
            <p:extLst>
              <p:ext uri="{D42A27DB-BD31-4B8C-83A1-F6EECF244321}">
                <p14:modId xmlns:p14="http://schemas.microsoft.com/office/powerpoint/2010/main" val="1796079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6" name="Object 5" hidden="1">
                        <a:extLst>
                          <a:ext uri="{FF2B5EF4-FFF2-40B4-BE49-F238E27FC236}">
                            <a16:creationId xmlns:a16="http://schemas.microsoft.com/office/drawing/2014/main" id="{710E2EBD-4DBA-A411-89A3-C363C68F935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ext Placeholder 6"/>
          <p:cNvSpPr>
            <a:spLocks noGrp="1"/>
          </p:cNvSpPr>
          <p:nvPr>
            <p:ph type="body" sz="quarter" idx="13" hasCustomPrompt="1"/>
          </p:nvPr>
        </p:nvSpPr>
        <p:spPr>
          <a:xfrm>
            <a:off x="365125" y="1303338"/>
            <a:ext cx="3652838" cy="4489062"/>
          </a:xfrm>
          <a:prstGeom prst="rect">
            <a:avLst/>
          </a:prstGeom>
        </p:spPr>
        <p:txBody>
          <a:bodyPr lIns="36000" tIns="36000" rIns="36000" bIns="36000">
            <a:noAutofit/>
          </a:bodyPr>
          <a:lstStyle>
            <a:lvl1pPr marL="0" indent="0">
              <a:buNone/>
              <a:defRPr sz="2200"/>
            </a:lvl1pPr>
          </a:lstStyle>
          <a:p>
            <a:pPr lvl="0"/>
            <a:r>
              <a:rPr lang="en-GB"/>
              <a:t>Click to enter text content.</a:t>
            </a:r>
            <a:br>
              <a:rPr lang="en-GB"/>
            </a:br>
            <a:r>
              <a:rPr lang="en-US"/>
              <a:t>If text content appears too large please reduce the size of the font.</a:t>
            </a:r>
            <a:endParaRPr lang="en-GB"/>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fld id="{E9163369-E20E-4F1F-9100-6DD4DDB346C3}" type="datetime4">
              <a:rPr lang="en-GB" smtClean="0"/>
              <a:t>22 July 2025</a:t>
            </a:fld>
            <a:endParaRPr lang="en-GB"/>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endParaRPr lang="en-GB"/>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18" name="Picture Placeholder 17">
            <a:extLst>
              <a:ext uri="{FF2B5EF4-FFF2-40B4-BE49-F238E27FC236}">
                <a16:creationId xmlns:a16="http://schemas.microsoft.com/office/drawing/2014/main" id="{E219C323-6E00-D14B-433A-AFFED48030D6}"/>
              </a:ext>
            </a:extLst>
          </p:cNvPr>
          <p:cNvSpPr>
            <a:spLocks noGrp="1"/>
          </p:cNvSpPr>
          <p:nvPr>
            <p:ph type="pic" sz="quarter" idx="14" hasCustomPrompt="1"/>
          </p:nvPr>
        </p:nvSpPr>
        <p:spPr>
          <a:xfrm>
            <a:off x="4270375" y="1303337"/>
            <a:ext cx="7554913" cy="4788000"/>
          </a:xfrm>
          <a:custGeom>
            <a:avLst/>
            <a:gdLst>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26638 w 7554913"/>
              <a:gd name="connsiteY8" fmla="*/ 1402309 h 4788000"/>
              <a:gd name="connsiteX9" fmla="*/ 807326 w 7554913"/>
              <a:gd name="connsiteY9" fmla="*/ 937371 h 4788000"/>
              <a:gd name="connsiteX10" fmla="*/ 850924 w 7554913"/>
              <a:gd name="connsiteY10" fmla="*/ 893772 h 4788000"/>
              <a:gd name="connsiteX11" fmla="*/ 850924 w 7554913"/>
              <a:gd name="connsiteY11" fmla="*/ 639447 h 4788000"/>
              <a:gd name="connsiteX12" fmla="*/ 1360669 w 7554913"/>
              <a:gd name="connsiteY12" fmla="*/ 12872 h 4788000"/>
              <a:gd name="connsiteX13" fmla="*/ 1482160 w 7554913"/>
              <a:gd name="connsiteY13" fmla="*/ 815 h 4788000"/>
              <a:gd name="connsiteX14" fmla="*/ 1697038 w 7554913"/>
              <a:gd name="connsiteY14" fmla="*/ 815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5527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5527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5527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54913" h="4788000">
                <a:moveTo>
                  <a:pt x="1697038" y="0"/>
                </a:moveTo>
                <a:lnTo>
                  <a:pt x="7378379" y="0"/>
                </a:lnTo>
                <a:cubicBezTo>
                  <a:pt x="7475876" y="0"/>
                  <a:pt x="7554913" y="79037"/>
                  <a:pt x="7554913" y="176534"/>
                </a:cubicBezTo>
                <a:lnTo>
                  <a:pt x="7554913" y="4611466"/>
                </a:lnTo>
                <a:cubicBezTo>
                  <a:pt x="7554913" y="4708963"/>
                  <a:pt x="7475876" y="4788000"/>
                  <a:pt x="7378379" y="4788000"/>
                </a:cubicBezTo>
                <a:lnTo>
                  <a:pt x="176534" y="4788000"/>
                </a:lnTo>
                <a:cubicBezTo>
                  <a:pt x="79037" y="4788000"/>
                  <a:pt x="0" y="4708963"/>
                  <a:pt x="0" y="4611466"/>
                </a:cubicBezTo>
                <a:lnTo>
                  <a:pt x="0" y="1552711"/>
                </a:lnTo>
                <a:cubicBezTo>
                  <a:pt x="8759" y="1063964"/>
                  <a:pt x="590287" y="923198"/>
                  <a:pt x="807326" y="937371"/>
                </a:cubicBezTo>
                <a:cubicBezTo>
                  <a:pt x="836392" y="937371"/>
                  <a:pt x="850924" y="915573"/>
                  <a:pt x="850924" y="893772"/>
                </a:cubicBezTo>
                <a:lnTo>
                  <a:pt x="850924" y="639447"/>
                </a:lnTo>
                <a:cubicBezTo>
                  <a:pt x="850924" y="327898"/>
                  <a:pt x="1067897" y="71983"/>
                  <a:pt x="1360669" y="12872"/>
                </a:cubicBezTo>
                <a:lnTo>
                  <a:pt x="1482160" y="815"/>
                </a:lnTo>
                <a:lnTo>
                  <a:pt x="1697038" y="815"/>
                </a:lnTo>
                <a:lnTo>
                  <a:pt x="1697038" y="0"/>
                </a:lnTo>
                <a:close/>
              </a:path>
            </a:pathLst>
          </a:custGeom>
          <a:solidFill>
            <a:schemeClr val="bg1">
              <a:lumMod val="95000"/>
            </a:schemeClr>
          </a:solidFill>
          <a:ln>
            <a:noFill/>
          </a:ln>
        </p:spPr>
        <p:txBody>
          <a:bodyPr wrap="square" lIns="72000" tIns="216000" rIns="72000" bIns="72000" anchor="ctr">
            <a:noAutofit/>
          </a:bodyPr>
          <a:lstStyle>
            <a:lvl1pPr marL="0" indent="0" algn="ctr">
              <a:buNone/>
              <a:defRPr sz="2200" i="0" baseline="0">
                <a:solidFill>
                  <a:schemeClr val="tx1"/>
                </a:solidFill>
              </a:defRPr>
            </a:lvl1pPr>
          </a:lstStyle>
          <a:p>
            <a:r>
              <a:rPr lang="en-GB"/>
              <a:t>[Click here to insert image]</a:t>
            </a: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r>
              <a:rPr lang="en-GB"/>
              <a:t>]</a:t>
            </a:r>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0" rIns="0" bIns="0" anchor="b">
            <a:noAutofit/>
          </a:bodyPr>
          <a:lstStyle>
            <a:lvl1pPr marL="0" indent="0">
              <a:spcBef>
                <a:spcPts val="0"/>
              </a:spcBef>
              <a:spcAft>
                <a:spcPts val="0"/>
              </a:spcAft>
              <a:buNone/>
              <a:defRPr sz="800"/>
            </a:lvl1pPr>
            <a:lvl2pPr marL="357542" indent="0">
              <a:buNone/>
              <a:defRPr/>
            </a:lvl2pPr>
            <a:lvl3pPr marL="719982" indent="0">
              <a:buNone/>
              <a:defRPr/>
            </a:lvl3pPr>
            <a:lvl4pPr marL="1081424" indent="0">
              <a:buNone/>
              <a:defRPr/>
            </a:lvl4pPr>
            <a:lvl5pPr marL="1439964" indent="0">
              <a:buNone/>
              <a:defRPr/>
            </a:lvl5pPr>
          </a:lstStyle>
          <a:p>
            <a:pPr lvl="0"/>
            <a:r>
              <a:rPr lang="en-US"/>
              <a:t>Insert Source text</a:t>
            </a:r>
          </a:p>
        </p:txBody>
      </p:sp>
      <p:sp>
        <p:nvSpPr>
          <p:cNvPr id="10" name="Title 1">
            <a:extLst>
              <a:ext uri="{FF2B5EF4-FFF2-40B4-BE49-F238E27FC236}">
                <a16:creationId xmlns:a16="http://schemas.microsoft.com/office/drawing/2014/main" id="{A2B84926-EEA3-D13A-C1FB-3FEC18A73AF9}"/>
              </a:ext>
            </a:extLst>
          </p:cNvPr>
          <p:cNvSpPr>
            <a:spLocks noGrp="1"/>
          </p:cNvSpPr>
          <p:nvPr>
            <p:ph type="title"/>
          </p:nvPr>
        </p:nvSpPr>
        <p:spPr>
          <a:xfrm>
            <a:off x="365125" y="242888"/>
            <a:ext cx="11460163" cy="430887"/>
          </a:xfrm>
        </p:spPr>
        <p:txBody>
          <a:bodyPr vert="horz"/>
          <a:lstStyle/>
          <a:p>
            <a:r>
              <a:rPr lang="en-US"/>
              <a:t>Click to edit Master title style</a:t>
            </a:r>
          </a:p>
        </p:txBody>
      </p:sp>
      <p:sp>
        <p:nvSpPr>
          <p:cNvPr id="11" name="Subtitle 2">
            <a:extLst>
              <a:ext uri="{FF2B5EF4-FFF2-40B4-BE49-F238E27FC236}">
                <a16:creationId xmlns:a16="http://schemas.microsoft.com/office/drawing/2014/main" id="{E1464933-1F00-DED1-00C8-C81A38AE38F7}"/>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4" name="Freeform: Shape 13">
            <a:extLst>
              <a:ext uri="{FF2B5EF4-FFF2-40B4-BE49-F238E27FC236}">
                <a16:creationId xmlns:a16="http://schemas.microsoft.com/office/drawing/2014/main" id="{62DCCF40-1773-437E-7AB4-DDD201CB4D42}"/>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graphicFrame>
        <p:nvGraphicFramePr>
          <p:cNvPr id="2" name="Object 1" hidden="1">
            <a:extLst>
              <a:ext uri="{FF2B5EF4-FFF2-40B4-BE49-F238E27FC236}">
                <a16:creationId xmlns:a16="http://schemas.microsoft.com/office/drawing/2014/main" id="{5754CC1B-BB75-5C08-0EF4-46094143150B}"/>
              </a:ext>
            </a:extLst>
          </p:cNvPr>
          <p:cNvGraphicFramePr>
            <a:graphicFrameLocks noChangeAspect="1"/>
          </p:cNvGraphicFramePr>
          <p:nvPr userDrawn="1">
            <p:custDataLst>
              <p:tags r:id="rId2"/>
            </p:custDataLst>
            <p:extLst>
              <p:ext uri="{D42A27DB-BD31-4B8C-83A1-F6EECF244321}">
                <p14:modId xmlns:p14="http://schemas.microsoft.com/office/powerpoint/2010/main" val="1796079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2" name="Object 1" hidden="1">
                        <a:extLst>
                          <a:ext uri="{FF2B5EF4-FFF2-40B4-BE49-F238E27FC236}">
                            <a16:creationId xmlns:a16="http://schemas.microsoft.com/office/drawing/2014/main" id="{5754CC1B-BB75-5C08-0EF4-46094143150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Freeform: Shape 3">
            <a:extLst>
              <a:ext uri="{FF2B5EF4-FFF2-40B4-BE49-F238E27FC236}">
                <a16:creationId xmlns:a16="http://schemas.microsoft.com/office/drawing/2014/main" id="{09A05D5A-9CCC-5188-4E3A-BF14F2F84135}"/>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169102718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Image and Text 3">
    <p:spTree>
      <p:nvGrpSpPr>
        <p:cNvPr id="1" name=""/>
        <p:cNvGrpSpPr/>
        <p:nvPr/>
      </p:nvGrpSpPr>
      <p:grpSpPr>
        <a:xfrm>
          <a:off x="0" y="0"/>
          <a:ext cx="0" cy="0"/>
          <a:chOff x="0" y="0"/>
          <a:chExt cx="0" cy="0"/>
        </a:xfrm>
      </p:grpSpPr>
      <p:sp>
        <p:nvSpPr>
          <p:cNvPr id="16" name="Text Placeholder 6"/>
          <p:cNvSpPr>
            <a:spLocks noGrp="1"/>
          </p:cNvSpPr>
          <p:nvPr>
            <p:ph type="body" sz="quarter" idx="13" hasCustomPrompt="1"/>
          </p:nvPr>
        </p:nvSpPr>
        <p:spPr>
          <a:xfrm>
            <a:off x="365125" y="1303338"/>
            <a:ext cx="3652838" cy="4489062"/>
          </a:xfrm>
          <a:prstGeom prst="rect">
            <a:avLst/>
          </a:prstGeom>
        </p:spPr>
        <p:txBody>
          <a:bodyPr lIns="36000" tIns="36000" rIns="36000" bIns="36000">
            <a:noAutofit/>
          </a:bodyPr>
          <a:lstStyle>
            <a:lvl1pPr marL="0" indent="0">
              <a:buNone/>
              <a:defRPr sz="2200"/>
            </a:lvl1pPr>
          </a:lstStyle>
          <a:p>
            <a:pPr lvl="0"/>
            <a:r>
              <a:rPr lang="en-GB"/>
              <a:t>Click to enter text content.</a:t>
            </a:r>
            <a:br>
              <a:rPr lang="en-GB"/>
            </a:br>
            <a:r>
              <a:rPr lang="en-US"/>
              <a:t>If text content appears too large please reduce the size of the font.</a:t>
            </a:r>
            <a:endParaRPr lang="en-GB"/>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fld id="{B729584D-3365-47B8-9AC0-24723AB0A2D0}" type="datetime4">
              <a:rPr lang="en-GB" smtClean="0"/>
              <a:t>22 July 2025</a:t>
            </a:fld>
            <a:endParaRPr lang="en-GB"/>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endParaRPr lang="en-GB"/>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17" name="Picture Placeholder 16">
            <a:extLst>
              <a:ext uri="{FF2B5EF4-FFF2-40B4-BE49-F238E27FC236}">
                <a16:creationId xmlns:a16="http://schemas.microsoft.com/office/drawing/2014/main" id="{78DB8D52-5A42-AF02-A231-C38CC50C6F79}"/>
              </a:ext>
            </a:extLst>
          </p:cNvPr>
          <p:cNvSpPr>
            <a:spLocks noGrp="1"/>
          </p:cNvSpPr>
          <p:nvPr>
            <p:ph type="pic" sz="quarter" idx="14" hasCustomPrompt="1"/>
          </p:nvPr>
        </p:nvSpPr>
        <p:spPr>
          <a:xfrm>
            <a:off x="4270375" y="1303337"/>
            <a:ext cx="7554913" cy="4787900"/>
          </a:xfrm>
          <a:custGeom>
            <a:avLst/>
            <a:gdLst>
              <a:gd name="connsiteX0" fmla="*/ 176482 w 7554913"/>
              <a:gd name="connsiteY0" fmla="*/ 0 h 4787900"/>
              <a:gd name="connsiteX1" fmla="*/ 7378431 w 7554913"/>
              <a:gd name="connsiteY1" fmla="*/ 0 h 4787900"/>
              <a:gd name="connsiteX2" fmla="*/ 7554913 w 7554913"/>
              <a:gd name="connsiteY2" fmla="*/ 176482 h 4787900"/>
              <a:gd name="connsiteX3" fmla="*/ 7554913 w 7554913"/>
              <a:gd name="connsiteY3" fmla="*/ 4611418 h 4787900"/>
              <a:gd name="connsiteX4" fmla="*/ 7378431 w 7554913"/>
              <a:gd name="connsiteY4" fmla="*/ 4787900 h 4787900"/>
              <a:gd name="connsiteX5" fmla="*/ 176482 w 7554913"/>
              <a:gd name="connsiteY5" fmla="*/ 4787900 h 4787900"/>
              <a:gd name="connsiteX6" fmla="*/ 0 w 7554913"/>
              <a:gd name="connsiteY6" fmla="*/ 4611418 h 4787900"/>
              <a:gd name="connsiteX7" fmla="*/ 0 w 7554913"/>
              <a:gd name="connsiteY7" fmla="*/ 2799479 h 4787900"/>
              <a:gd name="connsiteX8" fmla="*/ 3012 w 7554913"/>
              <a:gd name="connsiteY8" fmla="*/ 2763995 h 4787900"/>
              <a:gd name="connsiteX9" fmla="*/ 415133 w 7554913"/>
              <a:gd name="connsiteY9" fmla="*/ 2402680 h 4787900"/>
              <a:gd name="connsiteX10" fmla="*/ 415133 w 7554913"/>
              <a:gd name="connsiteY10" fmla="*/ 2385217 h 4787900"/>
              <a:gd name="connsiteX11" fmla="*/ 3012 w 7554913"/>
              <a:gd name="connsiteY11" fmla="*/ 2023907 h 4787900"/>
              <a:gd name="connsiteX12" fmla="*/ 0 w 7554913"/>
              <a:gd name="connsiteY12" fmla="*/ 1988423 h 4787900"/>
              <a:gd name="connsiteX13" fmla="*/ 0 w 7554913"/>
              <a:gd name="connsiteY13" fmla="*/ 176482 h 4787900"/>
              <a:gd name="connsiteX14" fmla="*/ 176482 w 7554913"/>
              <a:gd name="connsiteY14" fmla="*/ 0 h 478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54913" h="4787900">
                <a:moveTo>
                  <a:pt x="176482" y="0"/>
                </a:moveTo>
                <a:lnTo>
                  <a:pt x="7378431" y="0"/>
                </a:lnTo>
                <a:cubicBezTo>
                  <a:pt x="7475899" y="0"/>
                  <a:pt x="7554913" y="79014"/>
                  <a:pt x="7554913" y="176482"/>
                </a:cubicBezTo>
                <a:lnTo>
                  <a:pt x="7554913" y="4611418"/>
                </a:lnTo>
                <a:cubicBezTo>
                  <a:pt x="7554913" y="4708886"/>
                  <a:pt x="7475899" y="4787900"/>
                  <a:pt x="7378431" y="4787900"/>
                </a:cubicBezTo>
                <a:lnTo>
                  <a:pt x="176482" y="4787900"/>
                </a:lnTo>
                <a:cubicBezTo>
                  <a:pt x="79014" y="4787900"/>
                  <a:pt x="0" y="4708886"/>
                  <a:pt x="0" y="4611418"/>
                </a:cubicBezTo>
                <a:lnTo>
                  <a:pt x="0" y="2799479"/>
                </a:lnTo>
                <a:lnTo>
                  <a:pt x="3012" y="2763995"/>
                </a:lnTo>
                <a:cubicBezTo>
                  <a:pt x="35433" y="2581833"/>
                  <a:pt x="179824" y="2466853"/>
                  <a:pt x="415133" y="2402680"/>
                </a:cubicBezTo>
                <a:cubicBezTo>
                  <a:pt x="425612" y="2399188"/>
                  <a:pt x="425612" y="2388709"/>
                  <a:pt x="415133" y="2385217"/>
                </a:cubicBezTo>
                <a:cubicBezTo>
                  <a:pt x="179824" y="2321043"/>
                  <a:pt x="35433" y="2206068"/>
                  <a:pt x="3012" y="2023907"/>
                </a:cubicBezTo>
                <a:lnTo>
                  <a:pt x="0" y="1988423"/>
                </a:lnTo>
                <a:lnTo>
                  <a:pt x="0" y="176482"/>
                </a:lnTo>
                <a:cubicBezTo>
                  <a:pt x="0" y="79014"/>
                  <a:pt x="79014" y="0"/>
                  <a:pt x="176482" y="0"/>
                </a:cubicBezTo>
                <a:close/>
              </a:path>
            </a:pathLst>
          </a:custGeom>
          <a:solidFill>
            <a:schemeClr val="bg1">
              <a:lumMod val="95000"/>
            </a:schemeClr>
          </a:solidFill>
          <a:ln>
            <a:noFill/>
          </a:ln>
        </p:spPr>
        <p:txBody>
          <a:bodyPr wrap="square" lIns="72000" tIns="216000" rIns="72000" bIns="72000" anchor="ctr">
            <a:noAutofit/>
          </a:bodyPr>
          <a:lstStyle>
            <a:lvl1pPr marL="0" indent="0" algn="ctr">
              <a:buNone/>
              <a:defRPr sz="2200" i="0" baseline="0">
                <a:solidFill>
                  <a:schemeClr val="tx1"/>
                </a:solidFill>
              </a:defRPr>
            </a:lvl1pPr>
          </a:lstStyle>
          <a:p>
            <a:r>
              <a:rPr lang="en-GB"/>
              <a:t>[Click here to insert image]</a:t>
            </a: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r>
              <a:rPr lang="en-GB"/>
              <a:t>]</a:t>
            </a:r>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0" rIns="0" bIns="0" anchor="b">
            <a:noAutofit/>
          </a:bodyPr>
          <a:lstStyle>
            <a:lvl1pPr marL="0" indent="0">
              <a:spcBef>
                <a:spcPts val="0"/>
              </a:spcBef>
              <a:spcAft>
                <a:spcPts val="0"/>
              </a:spcAft>
              <a:buNone/>
              <a:defRPr sz="800"/>
            </a:lvl1pPr>
            <a:lvl2pPr marL="357542" indent="0">
              <a:buNone/>
              <a:defRPr/>
            </a:lvl2pPr>
            <a:lvl3pPr marL="719982" indent="0">
              <a:buNone/>
              <a:defRPr/>
            </a:lvl3pPr>
            <a:lvl4pPr marL="1081424" indent="0">
              <a:buNone/>
              <a:defRPr/>
            </a:lvl4pPr>
            <a:lvl5pPr marL="1439964" indent="0">
              <a:buNone/>
              <a:defRPr/>
            </a:lvl5pPr>
          </a:lstStyle>
          <a:p>
            <a:pPr lvl="0"/>
            <a:r>
              <a:rPr lang="en-US"/>
              <a:t>Insert Source text</a:t>
            </a:r>
          </a:p>
        </p:txBody>
      </p:sp>
      <p:sp>
        <p:nvSpPr>
          <p:cNvPr id="10" name="Title 1">
            <a:extLst>
              <a:ext uri="{FF2B5EF4-FFF2-40B4-BE49-F238E27FC236}">
                <a16:creationId xmlns:a16="http://schemas.microsoft.com/office/drawing/2014/main" id="{D7744E32-9E6E-5A11-A7A0-D8AFCFEDB909}"/>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1" name="Subtitle 2">
            <a:extLst>
              <a:ext uri="{FF2B5EF4-FFF2-40B4-BE49-F238E27FC236}">
                <a16:creationId xmlns:a16="http://schemas.microsoft.com/office/drawing/2014/main" id="{89AF8F91-23D2-DD88-482D-7FAFF27C5132}"/>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4" name="Freeform: Shape 13">
            <a:extLst>
              <a:ext uri="{FF2B5EF4-FFF2-40B4-BE49-F238E27FC236}">
                <a16:creationId xmlns:a16="http://schemas.microsoft.com/office/drawing/2014/main" id="{9FB64EB2-7F66-5CCC-3945-F5156896877F}"/>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0AC5B506-7665-AFF6-5244-82648A658A8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335544921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Image and Text 4">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CDFB8F13-AB38-63DB-D1F1-86B6EF73DD2A}"/>
              </a:ext>
            </a:extLst>
          </p:cNvPr>
          <p:cNvSpPr>
            <a:spLocks noGrp="1"/>
          </p:cNvSpPr>
          <p:nvPr>
            <p:ph type="pic" sz="quarter" idx="14" hasCustomPrompt="1"/>
          </p:nvPr>
        </p:nvSpPr>
        <p:spPr>
          <a:xfrm>
            <a:off x="8172451" y="242888"/>
            <a:ext cx="3652838" cy="5848312"/>
          </a:xfrm>
          <a:custGeom>
            <a:avLst/>
            <a:gdLst>
              <a:gd name="connsiteX0" fmla="*/ 190569 w 3652838"/>
              <a:gd name="connsiteY0" fmla="*/ 0 h 5848312"/>
              <a:gd name="connsiteX1" fmla="*/ 3462269 w 3652838"/>
              <a:gd name="connsiteY1" fmla="*/ 0 h 5848312"/>
              <a:gd name="connsiteX2" fmla="*/ 3652838 w 3652838"/>
              <a:gd name="connsiteY2" fmla="*/ 190569 h 5848312"/>
              <a:gd name="connsiteX3" fmla="*/ 3652838 w 3652838"/>
              <a:gd name="connsiteY3" fmla="*/ 5657743 h 5848312"/>
              <a:gd name="connsiteX4" fmla="*/ 3462269 w 3652838"/>
              <a:gd name="connsiteY4" fmla="*/ 5848312 h 5848312"/>
              <a:gd name="connsiteX5" fmla="*/ 190569 w 3652838"/>
              <a:gd name="connsiteY5" fmla="*/ 5848312 h 5848312"/>
              <a:gd name="connsiteX6" fmla="*/ 0 w 3652838"/>
              <a:gd name="connsiteY6" fmla="*/ 5657743 h 5848312"/>
              <a:gd name="connsiteX7" fmla="*/ 0 w 3652838"/>
              <a:gd name="connsiteY7" fmla="*/ 3402065 h 5848312"/>
              <a:gd name="connsiteX8" fmla="*/ 7373 w 3652838"/>
              <a:gd name="connsiteY8" fmla="*/ 3315183 h 5848312"/>
              <a:gd name="connsiteX9" fmla="*/ 442863 w 3652838"/>
              <a:gd name="connsiteY9" fmla="*/ 2933380 h 5848312"/>
              <a:gd name="connsiteX10" fmla="*/ 442863 w 3652838"/>
              <a:gd name="connsiteY10" fmla="*/ 2914928 h 5848312"/>
              <a:gd name="connsiteX11" fmla="*/ 7373 w 3652838"/>
              <a:gd name="connsiteY11" fmla="*/ 2533130 h 5848312"/>
              <a:gd name="connsiteX12" fmla="*/ 0 w 3652838"/>
              <a:gd name="connsiteY12" fmla="*/ 2446249 h 5848312"/>
              <a:gd name="connsiteX13" fmla="*/ 0 w 3652838"/>
              <a:gd name="connsiteY13" fmla="*/ 190569 h 5848312"/>
              <a:gd name="connsiteX14" fmla="*/ 190569 w 3652838"/>
              <a:gd name="connsiteY14" fmla="*/ 0 h 5848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52838" h="5848312">
                <a:moveTo>
                  <a:pt x="190569" y="0"/>
                </a:moveTo>
                <a:lnTo>
                  <a:pt x="3462269" y="0"/>
                </a:lnTo>
                <a:cubicBezTo>
                  <a:pt x="3567517" y="0"/>
                  <a:pt x="3652838" y="85321"/>
                  <a:pt x="3652838" y="190569"/>
                </a:cubicBezTo>
                <a:lnTo>
                  <a:pt x="3652838" y="5657743"/>
                </a:lnTo>
                <a:cubicBezTo>
                  <a:pt x="3652838" y="5762991"/>
                  <a:pt x="3567517" y="5848312"/>
                  <a:pt x="3462269" y="5848312"/>
                </a:cubicBezTo>
                <a:lnTo>
                  <a:pt x="190569" y="5848312"/>
                </a:lnTo>
                <a:cubicBezTo>
                  <a:pt x="85321" y="5848312"/>
                  <a:pt x="0" y="5762991"/>
                  <a:pt x="0" y="5657743"/>
                </a:cubicBezTo>
                <a:lnTo>
                  <a:pt x="0" y="3402065"/>
                </a:lnTo>
                <a:lnTo>
                  <a:pt x="7373" y="3315183"/>
                </a:lnTo>
                <a:cubicBezTo>
                  <a:pt x="41632" y="3122692"/>
                  <a:pt x="194211" y="3001193"/>
                  <a:pt x="442863" y="2933380"/>
                </a:cubicBezTo>
                <a:cubicBezTo>
                  <a:pt x="453936" y="2929691"/>
                  <a:pt x="453936" y="2918617"/>
                  <a:pt x="442863" y="2914928"/>
                </a:cubicBezTo>
                <a:cubicBezTo>
                  <a:pt x="194211" y="2847115"/>
                  <a:pt x="41632" y="2725620"/>
                  <a:pt x="7373" y="2533130"/>
                </a:cubicBezTo>
                <a:lnTo>
                  <a:pt x="0" y="2446249"/>
                </a:lnTo>
                <a:lnTo>
                  <a:pt x="0" y="190569"/>
                </a:lnTo>
                <a:cubicBezTo>
                  <a:pt x="0" y="85321"/>
                  <a:pt x="85321" y="0"/>
                  <a:pt x="190569" y="0"/>
                </a:cubicBezTo>
                <a:close/>
              </a:path>
            </a:pathLst>
          </a:custGeom>
          <a:solidFill>
            <a:schemeClr val="bg1">
              <a:lumMod val="95000"/>
            </a:schemeClr>
          </a:solidFill>
          <a:ln>
            <a:noFill/>
          </a:ln>
        </p:spPr>
        <p:txBody>
          <a:bodyPr wrap="square" lIns="108000" tIns="576000" rIns="108000" bIns="72000" anchor="ctr">
            <a:noAutofit/>
          </a:bodyPr>
          <a:lstStyle>
            <a:lvl1pPr marL="0" indent="0" algn="ctr">
              <a:buNone/>
              <a:defRPr sz="2200" i="0" baseline="0">
                <a:solidFill>
                  <a:schemeClr val="tx1"/>
                </a:solidFill>
              </a:defRPr>
            </a:lvl1pPr>
          </a:lstStyle>
          <a:p>
            <a:r>
              <a:rPr lang="en-GB"/>
              <a:t>[Click here to insert image]</a:t>
            </a:r>
            <a:br>
              <a:rPr lang="en-GB"/>
            </a:b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endParaRPr lang="en-GB"/>
          </a:p>
        </p:txBody>
      </p:sp>
      <p:sp>
        <p:nvSpPr>
          <p:cNvPr id="9" name="Text Placeholder 6"/>
          <p:cNvSpPr>
            <a:spLocks noGrp="1"/>
          </p:cNvSpPr>
          <p:nvPr>
            <p:ph type="body" sz="quarter" idx="13" hasCustomPrompt="1"/>
          </p:nvPr>
        </p:nvSpPr>
        <p:spPr>
          <a:xfrm>
            <a:off x="365125" y="1304101"/>
            <a:ext cx="7554913" cy="4490737"/>
          </a:xfrm>
          <a:prstGeom prst="rect">
            <a:avLst/>
          </a:prstGeom>
        </p:spPr>
        <p:txBody>
          <a:bodyPr lIns="36000" tIns="36000" rIns="36000" bIns="36000">
            <a:noAutofit/>
          </a:bodyPr>
          <a:lstStyle>
            <a:lvl1pPr marL="0" indent="0">
              <a:buClr>
                <a:schemeClr val="tx2"/>
              </a:buClr>
              <a:buFont typeface="Arial" panose="020B0604020202020204" pitchFamily="34" charset="0"/>
              <a:buNone/>
              <a:defRPr/>
            </a:lvl1pPr>
            <a:lvl2pPr marL="357542" indent="0">
              <a:buClr>
                <a:schemeClr val="tx1"/>
              </a:buClr>
              <a:buFont typeface="Arial" panose="020B0604020202020204" pitchFamily="34" charset="0"/>
              <a:buNone/>
              <a:defRPr/>
            </a:lvl2pPr>
            <a:lvl3pPr marL="719982" indent="0">
              <a:buClr>
                <a:schemeClr val="tx1"/>
              </a:buClr>
              <a:buFont typeface="Arial" panose="020B0604020202020204" pitchFamily="34" charset="0"/>
              <a:buNone/>
              <a:defRPr/>
            </a:lvl3pPr>
            <a:lvl4pPr marL="1081424" indent="0">
              <a:buClr>
                <a:schemeClr val="tx1"/>
              </a:buClr>
              <a:buFont typeface="Arial" panose="020B0604020202020204" pitchFamily="34" charset="0"/>
              <a:buNone/>
              <a:defRPr/>
            </a:lvl4pPr>
            <a:lvl5pPr marL="1439964" indent="0">
              <a:buClr>
                <a:schemeClr val="tx1"/>
              </a:buClr>
              <a:buFont typeface="Arial" panose="020B0604020202020204" pitchFamily="34" charset="0"/>
              <a:buNone/>
              <a:defRPr/>
            </a:lvl5pPr>
          </a:lstStyle>
          <a:p>
            <a:pPr lvl="0"/>
            <a:r>
              <a:rPr lang="en-GB"/>
              <a:t>Click to enter text content.</a:t>
            </a:r>
            <a:br>
              <a:rPr lang="en-GB"/>
            </a:br>
            <a:r>
              <a:rPr lang="en-US"/>
              <a:t>If text content appears too large please reduce the size of the font.</a:t>
            </a:r>
            <a:endParaRPr lang="en-GB"/>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fld id="{E018087B-459D-4729-B449-CCF6702E8E13}" type="datetime4">
              <a:rPr lang="en-GB" smtClean="0"/>
              <a:t>22 July 2025</a:t>
            </a:fld>
            <a:endParaRPr lang="en-GB"/>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endParaRPr lang="en-GB"/>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5" y="5792400"/>
            <a:ext cx="7555231" cy="298800"/>
          </a:xfrm>
        </p:spPr>
        <p:txBody>
          <a:bodyPr lIns="0" tIns="0" rIns="0" bIns="0" anchor="b">
            <a:noAutofit/>
          </a:bodyPr>
          <a:lstStyle>
            <a:lvl1pPr marL="0" indent="0">
              <a:spcBef>
                <a:spcPts val="0"/>
              </a:spcBef>
              <a:spcAft>
                <a:spcPts val="0"/>
              </a:spcAft>
              <a:buNone/>
              <a:defRPr sz="8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a:t>Insert Source text</a:t>
            </a:r>
          </a:p>
        </p:txBody>
      </p:sp>
      <p:sp>
        <p:nvSpPr>
          <p:cNvPr id="10" name="Title 1">
            <a:extLst>
              <a:ext uri="{FF2B5EF4-FFF2-40B4-BE49-F238E27FC236}">
                <a16:creationId xmlns:a16="http://schemas.microsoft.com/office/drawing/2014/main" id="{C102126E-B6A8-2921-6EF1-1AB371E2B266}"/>
              </a:ext>
            </a:extLst>
          </p:cNvPr>
          <p:cNvSpPr>
            <a:spLocks noGrp="1"/>
          </p:cNvSpPr>
          <p:nvPr>
            <p:ph type="title"/>
          </p:nvPr>
        </p:nvSpPr>
        <p:spPr>
          <a:xfrm>
            <a:off x="365126" y="242888"/>
            <a:ext cx="7554912" cy="430887"/>
          </a:xfrm>
        </p:spPr>
        <p:txBody>
          <a:bodyPr/>
          <a:lstStyle/>
          <a:p>
            <a:r>
              <a:rPr lang="en-US"/>
              <a:t>Click to edit Master title style</a:t>
            </a:r>
          </a:p>
        </p:txBody>
      </p:sp>
      <p:sp>
        <p:nvSpPr>
          <p:cNvPr id="13" name="Subtitle 2">
            <a:extLst>
              <a:ext uri="{FF2B5EF4-FFF2-40B4-BE49-F238E27FC236}">
                <a16:creationId xmlns:a16="http://schemas.microsoft.com/office/drawing/2014/main" id="{6475D3A0-2D66-AC67-134B-77A55D269BD2}"/>
              </a:ext>
            </a:extLst>
          </p:cNvPr>
          <p:cNvSpPr>
            <a:spLocks noGrp="1"/>
          </p:cNvSpPr>
          <p:nvPr>
            <p:ph type="subTitle" idx="1" hasCustomPrompt="1"/>
          </p:nvPr>
        </p:nvSpPr>
        <p:spPr>
          <a:xfrm>
            <a:off x="365125" y="694950"/>
            <a:ext cx="7554913"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5" name="Freeform: Shape 14">
            <a:extLst>
              <a:ext uri="{FF2B5EF4-FFF2-40B4-BE49-F238E27FC236}">
                <a16:creationId xmlns:a16="http://schemas.microsoft.com/office/drawing/2014/main" id="{721FF2E9-41D3-FCB0-8100-2CB5AD7B0637}"/>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4A4A6B2A-6054-FB98-6941-36A9785D96EC}"/>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274988529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Image and Text 5">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C1E2B43-F98E-82F3-DBAA-FC13402D7C79}"/>
              </a:ext>
            </a:extLst>
          </p:cNvPr>
          <p:cNvSpPr>
            <a:spLocks noGrp="1"/>
          </p:cNvSpPr>
          <p:nvPr>
            <p:ph type="pic" sz="quarter" idx="14" hasCustomPrompt="1"/>
          </p:nvPr>
        </p:nvSpPr>
        <p:spPr>
          <a:xfrm>
            <a:off x="4270375" y="242888"/>
            <a:ext cx="7554914" cy="5848312"/>
          </a:xfrm>
          <a:custGeom>
            <a:avLst/>
            <a:gdLst>
              <a:gd name="connsiteX0" fmla="*/ 2145019 w 7554914"/>
              <a:gd name="connsiteY0" fmla="*/ 0 h 5848312"/>
              <a:gd name="connsiteX1" fmla="*/ 7370751 w 7554914"/>
              <a:gd name="connsiteY1" fmla="*/ 0 h 5848312"/>
              <a:gd name="connsiteX2" fmla="*/ 7554914 w 7554914"/>
              <a:gd name="connsiteY2" fmla="*/ 184163 h 5848312"/>
              <a:gd name="connsiteX3" fmla="*/ 7554914 w 7554914"/>
              <a:gd name="connsiteY3" fmla="*/ 5664149 h 5848312"/>
              <a:gd name="connsiteX4" fmla="*/ 7370751 w 7554914"/>
              <a:gd name="connsiteY4" fmla="*/ 5848312 h 5848312"/>
              <a:gd name="connsiteX5" fmla="*/ 184163 w 7554914"/>
              <a:gd name="connsiteY5" fmla="*/ 5848312 h 5848312"/>
              <a:gd name="connsiteX6" fmla="*/ 0 w 7554914"/>
              <a:gd name="connsiteY6" fmla="*/ 5664149 h 5848312"/>
              <a:gd name="connsiteX7" fmla="*/ 0 w 7554914"/>
              <a:gd name="connsiteY7" fmla="*/ 2161063 h 5848312"/>
              <a:gd name="connsiteX8" fmla="*/ 38324 w 7554914"/>
              <a:gd name="connsiteY8" fmla="*/ 2036037 h 5848312"/>
              <a:gd name="connsiteX9" fmla="*/ 1172960 w 7554914"/>
              <a:gd name="connsiteY9" fmla="*/ 1360305 h 5848312"/>
              <a:gd name="connsiteX10" fmla="*/ 1236325 w 7554914"/>
              <a:gd name="connsiteY10" fmla="*/ 1296939 h 5848312"/>
              <a:gd name="connsiteX11" fmla="*/ 1236325 w 7554914"/>
              <a:gd name="connsiteY11" fmla="*/ 927309 h 5848312"/>
              <a:gd name="connsiteX12" fmla="*/ 1977178 w 7554914"/>
              <a:gd name="connsiteY12" fmla="*/ 16657 h 5848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554914" h="5848312">
                <a:moveTo>
                  <a:pt x="2145019" y="0"/>
                </a:moveTo>
                <a:lnTo>
                  <a:pt x="7370751" y="0"/>
                </a:lnTo>
                <a:cubicBezTo>
                  <a:pt x="7472461" y="0"/>
                  <a:pt x="7554914" y="82453"/>
                  <a:pt x="7554914" y="184163"/>
                </a:cubicBezTo>
                <a:lnTo>
                  <a:pt x="7554914" y="5664149"/>
                </a:lnTo>
                <a:cubicBezTo>
                  <a:pt x="7554914" y="5765859"/>
                  <a:pt x="7472461" y="5848312"/>
                  <a:pt x="7370751" y="5848312"/>
                </a:cubicBezTo>
                <a:lnTo>
                  <a:pt x="184163" y="5848312"/>
                </a:lnTo>
                <a:cubicBezTo>
                  <a:pt x="82453" y="5848312"/>
                  <a:pt x="0" y="5765859"/>
                  <a:pt x="0" y="5664149"/>
                </a:cubicBezTo>
                <a:lnTo>
                  <a:pt x="0" y="2161063"/>
                </a:lnTo>
                <a:lnTo>
                  <a:pt x="38324" y="2036037"/>
                </a:lnTo>
                <a:cubicBezTo>
                  <a:pt x="232381" y="1588024"/>
                  <a:pt x="681881" y="1376146"/>
                  <a:pt x="1172960" y="1360305"/>
                </a:cubicBezTo>
                <a:cubicBezTo>
                  <a:pt x="1215204" y="1360305"/>
                  <a:pt x="1236325" y="1328624"/>
                  <a:pt x="1236325" y="1296939"/>
                </a:cubicBezTo>
                <a:lnTo>
                  <a:pt x="1236325" y="927309"/>
                </a:lnTo>
                <a:cubicBezTo>
                  <a:pt x="1236325" y="474509"/>
                  <a:pt x="1551669" y="102568"/>
                  <a:pt x="1977178" y="16657"/>
                </a:cubicBezTo>
                <a:close/>
              </a:path>
            </a:pathLst>
          </a:custGeom>
          <a:solidFill>
            <a:schemeClr val="bg1">
              <a:lumMod val="95000"/>
            </a:schemeClr>
          </a:solidFill>
          <a:ln>
            <a:noFill/>
          </a:ln>
        </p:spPr>
        <p:txBody>
          <a:bodyPr wrap="square" lIns="180000" tIns="576000" bIns="72000" anchor="ctr">
            <a:noAutofit/>
          </a:bodyPr>
          <a:lstStyle>
            <a:lvl1pPr marL="0" indent="0" algn="ctr">
              <a:buNone/>
              <a:defRPr sz="2200" i="0" baseline="0">
                <a:solidFill>
                  <a:schemeClr val="tx1"/>
                </a:solidFill>
              </a:defRPr>
            </a:lvl1pPr>
          </a:lstStyle>
          <a:p>
            <a:r>
              <a:rPr lang="en-GB"/>
              <a:t>[Click here to insert image]</a:t>
            </a:r>
            <a:br>
              <a:rPr lang="en-GB"/>
            </a:b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r>
              <a:rPr lang="en-GB"/>
              <a:t>]</a:t>
            </a:r>
          </a:p>
        </p:txBody>
      </p:sp>
      <p:sp>
        <p:nvSpPr>
          <p:cNvPr id="9" name="Text Placeholder 6"/>
          <p:cNvSpPr>
            <a:spLocks noGrp="1"/>
          </p:cNvSpPr>
          <p:nvPr>
            <p:ph type="body" sz="quarter" idx="13" hasCustomPrompt="1"/>
          </p:nvPr>
        </p:nvSpPr>
        <p:spPr>
          <a:xfrm>
            <a:off x="365126" y="1304101"/>
            <a:ext cx="3652839" cy="4490737"/>
          </a:xfrm>
          <a:prstGeom prst="rect">
            <a:avLst/>
          </a:prstGeom>
        </p:spPr>
        <p:txBody>
          <a:bodyPr lIns="36000" tIns="36000" rIns="36000" bIns="36000">
            <a:noAutofit/>
          </a:bodyPr>
          <a:lstStyle>
            <a:lvl1pPr marL="0" indent="0">
              <a:buClr>
                <a:schemeClr val="tx2"/>
              </a:buClr>
              <a:buFont typeface="Arial" panose="020B0604020202020204" pitchFamily="34" charset="0"/>
              <a:buNone/>
              <a:defRPr/>
            </a:lvl1pPr>
            <a:lvl2pPr marL="357542" indent="0">
              <a:buClr>
                <a:schemeClr val="tx1"/>
              </a:buClr>
              <a:buFont typeface="Arial" panose="020B0604020202020204" pitchFamily="34" charset="0"/>
              <a:buNone/>
              <a:defRPr/>
            </a:lvl2pPr>
            <a:lvl3pPr marL="719982" indent="0">
              <a:buClr>
                <a:schemeClr val="tx1"/>
              </a:buClr>
              <a:buFont typeface="Arial" panose="020B0604020202020204" pitchFamily="34" charset="0"/>
              <a:buNone/>
              <a:defRPr/>
            </a:lvl3pPr>
            <a:lvl4pPr marL="1081424" indent="0">
              <a:buClr>
                <a:schemeClr val="tx1"/>
              </a:buClr>
              <a:buFont typeface="Arial" panose="020B0604020202020204" pitchFamily="34" charset="0"/>
              <a:buNone/>
              <a:defRPr/>
            </a:lvl4pPr>
            <a:lvl5pPr marL="1439964" indent="0">
              <a:buClr>
                <a:schemeClr val="tx1"/>
              </a:buClr>
              <a:buFont typeface="Arial" panose="020B0604020202020204" pitchFamily="34" charset="0"/>
              <a:buNone/>
              <a:defRPr/>
            </a:lvl5pPr>
          </a:lstStyle>
          <a:p>
            <a:pPr lvl="0"/>
            <a:r>
              <a:rPr lang="en-GB"/>
              <a:t>Click to enter text content.</a:t>
            </a:r>
            <a:br>
              <a:rPr lang="en-GB"/>
            </a:br>
            <a:r>
              <a:rPr lang="en-US"/>
              <a:t>If text content appears too large please reduce the size of the font.</a:t>
            </a:r>
            <a:endParaRPr lang="en-GB"/>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fld id="{E018087B-459D-4729-B449-CCF6702E8E13}" type="datetime4">
              <a:rPr lang="en-GB" smtClean="0"/>
              <a:t>22 July 2025</a:t>
            </a:fld>
            <a:endParaRPr lang="en-GB"/>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endParaRPr lang="en-GB"/>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6" y="5792400"/>
            <a:ext cx="3652993" cy="298800"/>
          </a:xfrm>
        </p:spPr>
        <p:txBody>
          <a:bodyPr lIns="0" tIns="0" rIns="0" bIns="0" anchor="b">
            <a:noAutofit/>
          </a:bodyPr>
          <a:lstStyle>
            <a:lvl1pPr marL="0" indent="0">
              <a:spcBef>
                <a:spcPts val="0"/>
              </a:spcBef>
              <a:spcAft>
                <a:spcPts val="0"/>
              </a:spcAft>
              <a:buNone/>
              <a:defRPr sz="8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a:t>Insert Source text</a:t>
            </a:r>
          </a:p>
        </p:txBody>
      </p:sp>
      <p:sp>
        <p:nvSpPr>
          <p:cNvPr id="10" name="Title 1">
            <a:extLst>
              <a:ext uri="{FF2B5EF4-FFF2-40B4-BE49-F238E27FC236}">
                <a16:creationId xmlns:a16="http://schemas.microsoft.com/office/drawing/2014/main" id="{D08CFF33-B49E-9711-53F9-19D0CC0A16DD}"/>
              </a:ext>
            </a:extLst>
          </p:cNvPr>
          <p:cNvSpPr>
            <a:spLocks noGrp="1"/>
          </p:cNvSpPr>
          <p:nvPr>
            <p:ph type="title" hasCustomPrompt="1"/>
          </p:nvPr>
        </p:nvSpPr>
        <p:spPr>
          <a:xfrm>
            <a:off x="365126" y="242888"/>
            <a:ext cx="3905250" cy="430887"/>
          </a:xfrm>
        </p:spPr>
        <p:txBody>
          <a:bodyPr/>
          <a:lstStyle>
            <a:lvl1pPr>
              <a:defRPr/>
            </a:lvl1pPr>
          </a:lstStyle>
          <a:p>
            <a:r>
              <a:rPr lang="en-US"/>
              <a:t>Click to add title</a:t>
            </a:r>
          </a:p>
        </p:txBody>
      </p:sp>
      <p:sp>
        <p:nvSpPr>
          <p:cNvPr id="13" name="Subtitle 2">
            <a:extLst>
              <a:ext uri="{FF2B5EF4-FFF2-40B4-BE49-F238E27FC236}">
                <a16:creationId xmlns:a16="http://schemas.microsoft.com/office/drawing/2014/main" id="{FA3CE1FB-D5F5-92E1-9D34-DB8E8889C90B}"/>
              </a:ext>
            </a:extLst>
          </p:cNvPr>
          <p:cNvSpPr>
            <a:spLocks noGrp="1"/>
          </p:cNvSpPr>
          <p:nvPr>
            <p:ph type="subTitle" idx="1" hasCustomPrompt="1"/>
          </p:nvPr>
        </p:nvSpPr>
        <p:spPr>
          <a:xfrm>
            <a:off x="365125" y="694950"/>
            <a:ext cx="3905250"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5" name="Freeform: Shape 14">
            <a:extLst>
              <a:ext uri="{FF2B5EF4-FFF2-40B4-BE49-F238E27FC236}">
                <a16:creationId xmlns:a16="http://schemas.microsoft.com/office/drawing/2014/main" id="{CB91AF96-43AB-49E0-5AA2-71826DA96391}"/>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196294BD-73D4-ECCE-653C-2F2D34CF4FB5}"/>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190446758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Image and Text with Subheading">
    <p:spTree>
      <p:nvGrpSpPr>
        <p:cNvPr id="1" name=""/>
        <p:cNvGrpSpPr/>
        <p:nvPr/>
      </p:nvGrpSpPr>
      <p:grpSpPr>
        <a:xfrm>
          <a:off x="0" y="0"/>
          <a:ext cx="0" cy="0"/>
          <a:chOff x="0" y="0"/>
          <a:chExt cx="0" cy="0"/>
        </a:xfrm>
      </p:grpSpPr>
      <p:sp>
        <p:nvSpPr>
          <p:cNvPr id="16" name="Text Placeholder 6"/>
          <p:cNvSpPr>
            <a:spLocks noGrp="1"/>
          </p:cNvSpPr>
          <p:nvPr>
            <p:ph type="body" sz="quarter" idx="13" hasCustomPrompt="1"/>
          </p:nvPr>
        </p:nvSpPr>
        <p:spPr>
          <a:xfrm>
            <a:off x="365125" y="2100262"/>
            <a:ext cx="3652838" cy="3692137"/>
          </a:xfrm>
          <a:prstGeom prst="rect">
            <a:avLst/>
          </a:prstGeom>
        </p:spPr>
        <p:txBody>
          <a:bodyPr lIns="36000" tIns="36000" rIns="36000" bIns="36000">
            <a:noAutofit/>
          </a:bodyPr>
          <a:lstStyle>
            <a:lvl1pPr marL="0" indent="0">
              <a:buNone/>
              <a:defRPr sz="2200"/>
            </a:lvl1pPr>
          </a:lstStyle>
          <a:p>
            <a:pPr lvl="0"/>
            <a:r>
              <a:rPr lang="en-GB"/>
              <a:t>Click to enter text content.</a:t>
            </a:r>
            <a:br>
              <a:rPr lang="en-GB"/>
            </a:br>
            <a:r>
              <a:rPr lang="en-US"/>
              <a:t>If text content appears too large please reduce the size of the font.</a:t>
            </a:r>
            <a:endParaRPr lang="en-GB"/>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fld id="{2DC6169B-19DB-4994-BA6B-38503C57DC8A}" type="datetime4">
              <a:rPr lang="en-GB" smtClean="0"/>
              <a:t>22 July 2025</a:t>
            </a:fld>
            <a:endParaRPr lang="en-GB"/>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endParaRPr lang="en-GB"/>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0" rIns="0" bIns="0" anchor="b">
            <a:noAutofit/>
          </a:bodyPr>
          <a:lstStyle>
            <a:lvl1pPr marL="0" indent="0">
              <a:spcBef>
                <a:spcPts val="0"/>
              </a:spcBef>
              <a:spcAft>
                <a:spcPts val="0"/>
              </a:spcAft>
              <a:buNone/>
              <a:defRPr sz="800"/>
            </a:lvl1pPr>
            <a:lvl2pPr marL="357542" indent="0">
              <a:buNone/>
              <a:defRPr/>
            </a:lvl2pPr>
            <a:lvl3pPr marL="719982" indent="0">
              <a:buNone/>
              <a:defRPr/>
            </a:lvl3pPr>
            <a:lvl4pPr marL="1081424" indent="0">
              <a:buNone/>
              <a:defRPr/>
            </a:lvl4pPr>
            <a:lvl5pPr marL="1439964" indent="0">
              <a:buNone/>
              <a:defRPr/>
            </a:lvl5pPr>
          </a:lstStyle>
          <a:p>
            <a:pPr lvl="0"/>
            <a:r>
              <a:rPr lang="en-US"/>
              <a:t>Insert Source text</a:t>
            </a:r>
          </a:p>
        </p:txBody>
      </p:sp>
      <p:sp>
        <p:nvSpPr>
          <p:cNvPr id="25" name="Text Placeholder 24">
            <a:extLst>
              <a:ext uri="{FF2B5EF4-FFF2-40B4-BE49-F238E27FC236}">
                <a16:creationId xmlns:a16="http://schemas.microsoft.com/office/drawing/2014/main" id="{0FC42DF1-9B7E-9A5C-E40E-35292FD97B55}"/>
              </a:ext>
            </a:extLst>
          </p:cNvPr>
          <p:cNvSpPr>
            <a:spLocks noGrp="1"/>
          </p:cNvSpPr>
          <p:nvPr>
            <p:ph type="body" sz="quarter" idx="32" hasCustomPrompt="1"/>
          </p:nvPr>
        </p:nvSpPr>
        <p:spPr>
          <a:xfrm>
            <a:off x="365126" y="1303338"/>
            <a:ext cx="3480970" cy="796925"/>
          </a:xfrm>
        </p:spPr>
        <p:txBody>
          <a:bodyPr lIns="36000" tIns="36000" rIns="36000" bIns="36000">
            <a:noAutofit/>
          </a:bodyPr>
          <a:lstStyle>
            <a:lvl1pPr marL="0" indent="0">
              <a:buNone/>
              <a:defRPr sz="2400" b="1">
                <a:solidFill>
                  <a:schemeClr val="tx2"/>
                </a:solidFill>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edit subheading text</a:t>
            </a:r>
            <a:endParaRPr lang="en-GB"/>
          </a:p>
        </p:txBody>
      </p:sp>
      <p:sp>
        <p:nvSpPr>
          <p:cNvPr id="19" name="Picture Placeholder 18">
            <a:extLst>
              <a:ext uri="{FF2B5EF4-FFF2-40B4-BE49-F238E27FC236}">
                <a16:creationId xmlns:a16="http://schemas.microsoft.com/office/drawing/2014/main" id="{842A83F9-173D-2F5C-840B-653949B4C528}"/>
              </a:ext>
            </a:extLst>
          </p:cNvPr>
          <p:cNvSpPr>
            <a:spLocks noGrp="1"/>
          </p:cNvSpPr>
          <p:nvPr>
            <p:ph type="pic" sz="quarter" idx="14" hasCustomPrompt="1"/>
          </p:nvPr>
        </p:nvSpPr>
        <p:spPr>
          <a:xfrm>
            <a:off x="3848179" y="1303337"/>
            <a:ext cx="7977108" cy="4787900"/>
          </a:xfrm>
          <a:custGeom>
            <a:avLst/>
            <a:gdLst>
              <a:gd name="connsiteX0" fmla="*/ 594703 w 7977108"/>
              <a:gd name="connsiteY0" fmla="*/ 0 h 4787900"/>
              <a:gd name="connsiteX1" fmla="*/ 7804600 w 7977108"/>
              <a:gd name="connsiteY1" fmla="*/ 0 h 4787900"/>
              <a:gd name="connsiteX2" fmla="*/ 7977108 w 7977108"/>
              <a:gd name="connsiteY2" fmla="*/ 172508 h 4787900"/>
              <a:gd name="connsiteX3" fmla="*/ 7977108 w 7977108"/>
              <a:gd name="connsiteY3" fmla="*/ 4615392 h 4787900"/>
              <a:gd name="connsiteX4" fmla="*/ 7804600 w 7977108"/>
              <a:gd name="connsiteY4" fmla="*/ 4787900 h 4787900"/>
              <a:gd name="connsiteX5" fmla="*/ 594703 w 7977108"/>
              <a:gd name="connsiteY5" fmla="*/ 4787900 h 4787900"/>
              <a:gd name="connsiteX6" fmla="*/ 422195 w 7977108"/>
              <a:gd name="connsiteY6" fmla="*/ 4615392 h 4787900"/>
              <a:gd name="connsiteX7" fmla="*/ 422195 w 7977108"/>
              <a:gd name="connsiteY7" fmla="*/ 1002316 h 4787900"/>
              <a:gd name="connsiteX8" fmla="*/ 419981 w 7977108"/>
              <a:gd name="connsiteY8" fmla="*/ 976226 h 4787900"/>
              <a:gd name="connsiteX9" fmla="*/ 7859 w 7977108"/>
              <a:gd name="connsiteY9" fmla="*/ 614915 h 4787900"/>
              <a:gd name="connsiteX10" fmla="*/ 7859 w 7977108"/>
              <a:gd name="connsiteY10" fmla="*/ 597453 h 4787900"/>
              <a:gd name="connsiteX11" fmla="*/ 419981 w 7977108"/>
              <a:gd name="connsiteY11" fmla="*/ 236137 h 4787900"/>
              <a:gd name="connsiteX12" fmla="*/ 422195 w 7977108"/>
              <a:gd name="connsiteY12" fmla="*/ 210041 h 4787900"/>
              <a:gd name="connsiteX13" fmla="*/ 422195 w 7977108"/>
              <a:gd name="connsiteY13" fmla="*/ 172508 h 4787900"/>
              <a:gd name="connsiteX14" fmla="*/ 594703 w 7977108"/>
              <a:gd name="connsiteY14" fmla="*/ 0 h 478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977108" h="4787900">
                <a:moveTo>
                  <a:pt x="594703" y="0"/>
                </a:moveTo>
                <a:lnTo>
                  <a:pt x="7804600" y="0"/>
                </a:lnTo>
                <a:cubicBezTo>
                  <a:pt x="7899874" y="0"/>
                  <a:pt x="7977108" y="77234"/>
                  <a:pt x="7977108" y="172508"/>
                </a:cubicBezTo>
                <a:lnTo>
                  <a:pt x="7977108" y="4615392"/>
                </a:lnTo>
                <a:cubicBezTo>
                  <a:pt x="7977108" y="4710666"/>
                  <a:pt x="7899874" y="4787900"/>
                  <a:pt x="7804600" y="4787900"/>
                </a:cubicBezTo>
                <a:lnTo>
                  <a:pt x="594703" y="4787900"/>
                </a:lnTo>
                <a:cubicBezTo>
                  <a:pt x="499429" y="4787900"/>
                  <a:pt x="422195" y="4710666"/>
                  <a:pt x="422195" y="4615392"/>
                </a:cubicBezTo>
                <a:lnTo>
                  <a:pt x="422195" y="1002316"/>
                </a:lnTo>
                <a:lnTo>
                  <a:pt x="419981" y="976226"/>
                </a:lnTo>
                <a:cubicBezTo>
                  <a:pt x="387560" y="794064"/>
                  <a:pt x="243169" y="679089"/>
                  <a:pt x="7859" y="614915"/>
                </a:cubicBezTo>
                <a:cubicBezTo>
                  <a:pt x="-2620" y="611423"/>
                  <a:pt x="-2620" y="600944"/>
                  <a:pt x="7859" y="597453"/>
                </a:cubicBezTo>
                <a:cubicBezTo>
                  <a:pt x="243169" y="533278"/>
                  <a:pt x="387560" y="418299"/>
                  <a:pt x="419981" y="236137"/>
                </a:cubicBezTo>
                <a:lnTo>
                  <a:pt x="422195" y="210041"/>
                </a:lnTo>
                <a:lnTo>
                  <a:pt x="422195" y="172508"/>
                </a:lnTo>
                <a:cubicBezTo>
                  <a:pt x="422195" y="77234"/>
                  <a:pt x="499429" y="0"/>
                  <a:pt x="594703" y="0"/>
                </a:cubicBezTo>
                <a:close/>
              </a:path>
            </a:pathLst>
          </a:custGeom>
          <a:solidFill>
            <a:schemeClr val="bg1">
              <a:lumMod val="95000"/>
            </a:schemeClr>
          </a:solidFill>
          <a:ln>
            <a:noFill/>
          </a:ln>
        </p:spPr>
        <p:txBody>
          <a:bodyPr wrap="square" lIns="900000" tIns="216000" rIns="540000" bIns="72000" anchor="ctr">
            <a:noAutofit/>
          </a:bodyPr>
          <a:lstStyle>
            <a:lvl1pPr marL="0" indent="0" algn="ctr">
              <a:lnSpc>
                <a:spcPct val="100000"/>
              </a:lnSpc>
              <a:buNone/>
              <a:defRPr sz="2200" i="0" baseline="0">
                <a:solidFill>
                  <a:schemeClr val="tx1"/>
                </a:solidFill>
              </a:defRPr>
            </a:lvl1pPr>
          </a:lstStyle>
          <a:p>
            <a:r>
              <a:rPr lang="en-GB"/>
              <a:t>[Click here to insert image]</a:t>
            </a: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r>
              <a:rPr lang="en-GB"/>
              <a:t>]</a:t>
            </a:r>
          </a:p>
        </p:txBody>
      </p:sp>
      <p:sp>
        <p:nvSpPr>
          <p:cNvPr id="11" name="Title 1">
            <a:extLst>
              <a:ext uri="{FF2B5EF4-FFF2-40B4-BE49-F238E27FC236}">
                <a16:creationId xmlns:a16="http://schemas.microsoft.com/office/drawing/2014/main" id="{7E92BEDA-CC1A-B239-4AEA-C3F37E214629}"/>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3" name="Subtitle 2">
            <a:extLst>
              <a:ext uri="{FF2B5EF4-FFF2-40B4-BE49-F238E27FC236}">
                <a16:creationId xmlns:a16="http://schemas.microsoft.com/office/drawing/2014/main" id="{0750812B-2C47-57D4-77B8-4674E64952EE}"/>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5" name="Freeform: Shape 14">
            <a:extLst>
              <a:ext uri="{FF2B5EF4-FFF2-40B4-BE49-F238E27FC236}">
                <a16:creationId xmlns:a16="http://schemas.microsoft.com/office/drawing/2014/main" id="{7DE5D052-D1E8-918C-87BF-6E3142B87FEF}"/>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D5840FC4-EF91-6057-D142-8946C40663E0}"/>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22904353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wo Image and Text 1">
    <p:spTree>
      <p:nvGrpSpPr>
        <p:cNvPr id="1" name=""/>
        <p:cNvGrpSpPr/>
        <p:nvPr/>
      </p:nvGrpSpPr>
      <p:grpSpPr>
        <a:xfrm>
          <a:off x="0" y="0"/>
          <a:ext cx="0" cy="0"/>
          <a:chOff x="0" y="0"/>
          <a:chExt cx="0" cy="0"/>
        </a:xfrm>
      </p:grpSpPr>
      <p:sp>
        <p:nvSpPr>
          <p:cNvPr id="19" name="Text Placeholder 6"/>
          <p:cNvSpPr>
            <a:spLocks noGrp="1"/>
          </p:cNvSpPr>
          <p:nvPr>
            <p:ph type="body" sz="quarter" idx="13" hasCustomPrompt="1"/>
          </p:nvPr>
        </p:nvSpPr>
        <p:spPr>
          <a:xfrm>
            <a:off x="365126" y="1303338"/>
            <a:ext cx="5602288" cy="4785927"/>
          </a:xfrm>
          <a:prstGeom prst="rect">
            <a:avLst/>
          </a:prstGeom>
        </p:spPr>
        <p:txBody>
          <a:bodyPr lIns="36000" tIns="36000" rIns="36000" bIns="36000">
            <a:noAutofit/>
          </a:bodyPr>
          <a:lstStyle>
            <a:lvl1pPr marL="0" indent="0">
              <a:buClr>
                <a:schemeClr val="tx2"/>
              </a:buClr>
              <a:buFont typeface="Arial" panose="020B0604020202020204" pitchFamily="34" charset="0"/>
              <a:buNone/>
              <a:defRPr/>
            </a:lvl1pPr>
            <a:lvl2pPr marL="357542" indent="0">
              <a:buClr>
                <a:schemeClr val="tx1"/>
              </a:buClr>
              <a:buFont typeface="Arial" panose="020B0604020202020204" pitchFamily="34" charset="0"/>
              <a:buNone/>
              <a:defRPr/>
            </a:lvl2pPr>
            <a:lvl3pPr marL="719982" indent="0">
              <a:buClr>
                <a:schemeClr val="tx1"/>
              </a:buClr>
              <a:buFont typeface="Arial" panose="020B0604020202020204" pitchFamily="34" charset="0"/>
              <a:buNone/>
              <a:defRPr/>
            </a:lvl3pPr>
            <a:lvl4pPr marL="1081424" indent="0">
              <a:buClr>
                <a:schemeClr val="tx1"/>
              </a:buClr>
              <a:buFont typeface="Arial" panose="020B0604020202020204" pitchFamily="34" charset="0"/>
              <a:buNone/>
              <a:defRPr/>
            </a:lvl4pPr>
            <a:lvl5pPr marL="1439964" indent="0">
              <a:buClr>
                <a:schemeClr val="tx1"/>
              </a:buClr>
              <a:buFont typeface="Arial" panose="020B0604020202020204" pitchFamily="34" charset="0"/>
              <a:buNone/>
              <a:defRPr/>
            </a:lvl5pPr>
          </a:lstStyle>
          <a:p>
            <a:pPr lvl="0"/>
            <a:r>
              <a:rPr lang="en-GB"/>
              <a:t>Click to enter text content. </a:t>
            </a:r>
            <a:r>
              <a:rPr lang="en-US"/>
              <a:t>If text content appears too large please reduce the size of the font.</a:t>
            </a:r>
            <a:endParaRPr lang="en-GB"/>
          </a:p>
        </p:txBody>
      </p:sp>
      <p:sp>
        <p:nvSpPr>
          <p:cNvPr id="20" name="Picture Placeholder 8"/>
          <p:cNvSpPr>
            <a:spLocks noGrp="1"/>
          </p:cNvSpPr>
          <p:nvPr>
            <p:ph type="pic" sz="quarter" idx="14" hasCustomPrompt="1"/>
          </p:nvPr>
        </p:nvSpPr>
        <p:spPr>
          <a:xfrm>
            <a:off x="6223001" y="1303338"/>
            <a:ext cx="5602288" cy="2049077"/>
          </a:xfrm>
          <a:prstGeom prst="roundRect">
            <a:avLst>
              <a:gd name="adj" fmla="val 8542"/>
            </a:avLst>
          </a:prstGeom>
          <a:solidFill>
            <a:schemeClr val="bg1">
              <a:lumMod val="95000"/>
            </a:schemeClr>
          </a:solidFill>
          <a:ln>
            <a:noFill/>
          </a:ln>
        </p:spPr>
        <p:txBody>
          <a:bodyPr lIns="0" tIns="180000" rIns="0" bIns="72000" anchor="ctr">
            <a:noAutofit/>
          </a:bodyPr>
          <a:lstStyle>
            <a:lvl1pPr marL="0" indent="0" algn="ctr">
              <a:buNone/>
              <a:defRPr sz="1600" i="0" baseline="0">
                <a:solidFill>
                  <a:schemeClr val="tx1"/>
                </a:solidFill>
              </a:defRPr>
            </a:lvl1pPr>
          </a:lstStyle>
          <a:p>
            <a:r>
              <a:rPr lang="en-GB"/>
              <a:t>[Click here to insert image]</a:t>
            </a:r>
            <a:br>
              <a:rPr lang="en-GB"/>
            </a:br>
            <a:br>
              <a:rPr lang="en-GB"/>
            </a:br>
            <a:br>
              <a:rPr lang="en-GB"/>
            </a:br>
            <a:r>
              <a:rPr lang="en-GB"/>
              <a:t>[</a:t>
            </a:r>
            <a:r>
              <a:rPr lang="en-US"/>
              <a:t>The image can then be scaled within the frame by </a:t>
            </a:r>
            <a:br>
              <a:rPr lang="en-US"/>
            </a:br>
            <a:r>
              <a:rPr lang="en-US"/>
              <a:t>using the ‘Crop’ feature in the ‘Picture Format’ tab </a:t>
            </a:r>
            <a:br>
              <a:rPr lang="en-US"/>
            </a:br>
            <a:r>
              <a:rPr lang="en-US"/>
              <a:t>of the ribbon. Right click on image to add/edit alt text]</a:t>
            </a:r>
            <a:endParaRPr lang="en-GB"/>
          </a:p>
        </p:txBody>
      </p:sp>
      <p:sp>
        <p:nvSpPr>
          <p:cNvPr id="21" name="Text Placeholder 7"/>
          <p:cNvSpPr>
            <a:spLocks noGrp="1"/>
          </p:cNvSpPr>
          <p:nvPr>
            <p:ph type="body" sz="quarter" idx="26" hasCustomPrompt="1"/>
          </p:nvPr>
        </p:nvSpPr>
        <p:spPr>
          <a:xfrm>
            <a:off x="6223001" y="3383480"/>
            <a:ext cx="5602287" cy="298800"/>
          </a:xfrm>
          <a:prstGeom prst="rect">
            <a:avLst/>
          </a:prstGeom>
        </p:spPr>
        <p:txBody>
          <a:bodyPr lIns="0" tIns="0" rIns="0" bIns="0">
            <a:noAutofit/>
          </a:bodyPr>
          <a:lstStyle>
            <a:lvl1pPr marL="0" indent="0">
              <a:spcBef>
                <a:spcPts val="0"/>
              </a:spcBef>
              <a:spcAft>
                <a:spcPts val="0"/>
              </a:spcAft>
              <a:buNone/>
              <a:defRPr sz="8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a:t>Insert Source text</a:t>
            </a:r>
          </a:p>
        </p:txBody>
      </p:sp>
      <p:sp>
        <p:nvSpPr>
          <p:cNvPr id="35" name="Picture Placeholder 8"/>
          <p:cNvSpPr>
            <a:spLocks noGrp="1" noChangeAspect="1"/>
          </p:cNvSpPr>
          <p:nvPr>
            <p:ph type="pic" sz="quarter" idx="27" hasCustomPrompt="1"/>
          </p:nvPr>
        </p:nvSpPr>
        <p:spPr>
          <a:xfrm>
            <a:off x="6223001" y="3713345"/>
            <a:ext cx="5602288" cy="2048029"/>
          </a:xfrm>
          <a:prstGeom prst="roundRect">
            <a:avLst>
              <a:gd name="adj" fmla="val 8498"/>
            </a:avLst>
          </a:prstGeom>
          <a:solidFill>
            <a:schemeClr val="bg1">
              <a:lumMod val="95000"/>
            </a:schemeClr>
          </a:solidFill>
          <a:ln>
            <a:noFill/>
          </a:ln>
        </p:spPr>
        <p:txBody>
          <a:bodyPr lIns="0" tIns="180000" rIns="0" bIns="72000" anchor="ctr">
            <a:noAutofit/>
          </a:bodyPr>
          <a:lstStyle>
            <a:lvl1pPr marL="0" indent="0" algn="ctr">
              <a:buNone/>
              <a:defRPr sz="1600" i="0" baseline="0">
                <a:solidFill>
                  <a:schemeClr val="tx1"/>
                </a:solidFill>
              </a:defRPr>
            </a:lvl1pPr>
          </a:lstStyle>
          <a:p>
            <a:r>
              <a:rPr lang="en-GB"/>
              <a:t>[Click here to insert image]</a:t>
            </a:r>
            <a:br>
              <a:rPr lang="en-GB"/>
            </a:br>
            <a:br>
              <a:rPr lang="en-GB"/>
            </a:br>
            <a:br>
              <a:rPr lang="en-GB"/>
            </a:br>
            <a:r>
              <a:rPr lang="en-GB"/>
              <a:t>[</a:t>
            </a:r>
            <a:r>
              <a:rPr lang="en-US"/>
              <a:t>The image can then be scaled within the frame by </a:t>
            </a:r>
            <a:br>
              <a:rPr lang="en-US"/>
            </a:br>
            <a:r>
              <a:rPr lang="en-US"/>
              <a:t>using the ‘Crop’ feature in the ‘Picture Format’ tab </a:t>
            </a:r>
            <a:br>
              <a:rPr lang="en-US"/>
            </a:br>
            <a:r>
              <a:rPr lang="en-US"/>
              <a:t>of the ribbon. Right click on image to add/edit alt text]</a:t>
            </a:r>
            <a:endParaRPr lang="en-GB"/>
          </a:p>
        </p:txBody>
      </p:sp>
      <p:sp>
        <p:nvSpPr>
          <p:cNvPr id="36" name="Text Placeholder 7"/>
          <p:cNvSpPr>
            <a:spLocks noGrp="1"/>
          </p:cNvSpPr>
          <p:nvPr>
            <p:ph type="body" sz="quarter" idx="28" hasCustomPrompt="1"/>
          </p:nvPr>
        </p:nvSpPr>
        <p:spPr>
          <a:xfrm>
            <a:off x="6223001" y="5792438"/>
            <a:ext cx="5602287" cy="298800"/>
          </a:xfrm>
          <a:prstGeom prst="rect">
            <a:avLst/>
          </a:prstGeom>
        </p:spPr>
        <p:txBody>
          <a:bodyPr lIns="0" tIns="0" rIns="0" bIns="0">
            <a:noAutofit/>
          </a:bodyPr>
          <a:lstStyle>
            <a:lvl1pPr marL="0" indent="0">
              <a:spcBef>
                <a:spcPts val="0"/>
              </a:spcBef>
              <a:spcAft>
                <a:spcPts val="0"/>
              </a:spcAft>
              <a:buNone/>
              <a:defRPr sz="8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a:t>Insert Source text</a:t>
            </a:r>
          </a:p>
        </p:txBody>
      </p:sp>
      <p:sp>
        <p:nvSpPr>
          <p:cNvPr id="12" name="Title 1">
            <a:extLst>
              <a:ext uri="{FF2B5EF4-FFF2-40B4-BE49-F238E27FC236}">
                <a16:creationId xmlns:a16="http://schemas.microsoft.com/office/drawing/2014/main" id="{A6A279A2-5C44-FF2E-B384-6E6E2D4B3927}"/>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3" name="Subtitle 2">
            <a:extLst>
              <a:ext uri="{FF2B5EF4-FFF2-40B4-BE49-F238E27FC236}">
                <a16:creationId xmlns:a16="http://schemas.microsoft.com/office/drawing/2014/main" id="{AA0BC10E-676C-5CAF-16CC-96A54F223F7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6" name="Freeform: Shape 15">
            <a:extLst>
              <a:ext uri="{FF2B5EF4-FFF2-40B4-BE49-F238E27FC236}">
                <a16:creationId xmlns:a16="http://schemas.microsoft.com/office/drawing/2014/main" id="{3C5935EB-46DA-41B4-C62C-331192886E84}"/>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FFB077E6-A497-BD51-F093-6A35A273C691}"/>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Date Placeholder 2">
            <a:extLst>
              <a:ext uri="{FF2B5EF4-FFF2-40B4-BE49-F238E27FC236}">
                <a16:creationId xmlns:a16="http://schemas.microsoft.com/office/drawing/2014/main" id="{9D5194C5-4A8C-F771-D2C4-1689E222159A}"/>
              </a:ext>
            </a:extLst>
          </p:cNvPr>
          <p:cNvSpPr>
            <a:spLocks noGrp="1"/>
          </p:cNvSpPr>
          <p:nvPr>
            <p:ph type="dt" sz="half" idx="29"/>
          </p:nvPr>
        </p:nvSpPr>
        <p:spPr/>
        <p:txBody>
          <a:bodyPr/>
          <a:lstStyle/>
          <a:p>
            <a:fld id="{346B58B4-0D72-4C8B-9355-854FB5782278}" type="datetime4">
              <a:rPr lang="en-GB" smtClean="0"/>
              <a:pPr/>
              <a:t>22 July 2025</a:t>
            </a:fld>
            <a:endParaRPr lang="en-GB"/>
          </a:p>
        </p:txBody>
      </p:sp>
      <p:sp>
        <p:nvSpPr>
          <p:cNvPr id="4" name="Footer Placeholder 3">
            <a:extLst>
              <a:ext uri="{FF2B5EF4-FFF2-40B4-BE49-F238E27FC236}">
                <a16:creationId xmlns:a16="http://schemas.microsoft.com/office/drawing/2014/main" id="{82F47273-C0C3-41E8-6B8B-DB4169F9F136}"/>
              </a:ext>
            </a:extLst>
          </p:cNvPr>
          <p:cNvSpPr>
            <a:spLocks noGrp="1"/>
          </p:cNvSpPr>
          <p:nvPr>
            <p:ph type="ftr" sz="quarter" idx="30"/>
          </p:nvPr>
        </p:nvSpPr>
        <p:spPr/>
        <p:txBody>
          <a:bodyPr/>
          <a:lstStyle/>
          <a:p>
            <a:endParaRPr lang="en-GB"/>
          </a:p>
        </p:txBody>
      </p:sp>
      <p:sp>
        <p:nvSpPr>
          <p:cNvPr id="6" name="Slide Number Placeholder 5">
            <a:extLst>
              <a:ext uri="{FF2B5EF4-FFF2-40B4-BE49-F238E27FC236}">
                <a16:creationId xmlns:a16="http://schemas.microsoft.com/office/drawing/2014/main" id="{C11B311B-7645-A98A-D49A-2DA2267BD696}"/>
              </a:ext>
            </a:extLst>
          </p:cNvPr>
          <p:cNvSpPr>
            <a:spLocks noGrp="1"/>
          </p:cNvSpPr>
          <p:nvPr>
            <p:ph type="sldNum" sz="quarter" idx="31"/>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326445486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wo Image and Text 2">
    <p:spTree>
      <p:nvGrpSpPr>
        <p:cNvPr id="1" name=""/>
        <p:cNvGrpSpPr/>
        <p:nvPr/>
      </p:nvGrpSpPr>
      <p:grpSpPr>
        <a:xfrm>
          <a:off x="0" y="0"/>
          <a:ext cx="0" cy="0"/>
          <a:chOff x="0" y="0"/>
          <a:chExt cx="0" cy="0"/>
        </a:xfrm>
      </p:grpSpPr>
      <p:sp>
        <p:nvSpPr>
          <p:cNvPr id="19" name="Text Placeholder 6"/>
          <p:cNvSpPr>
            <a:spLocks noGrp="1"/>
          </p:cNvSpPr>
          <p:nvPr>
            <p:ph type="body" sz="quarter" idx="13" hasCustomPrompt="1"/>
          </p:nvPr>
        </p:nvSpPr>
        <p:spPr>
          <a:xfrm>
            <a:off x="365125" y="1303338"/>
            <a:ext cx="3652838" cy="4785927"/>
          </a:xfrm>
          <a:prstGeom prst="rect">
            <a:avLst/>
          </a:prstGeom>
        </p:spPr>
        <p:txBody>
          <a:bodyPr lIns="36000" tIns="36000" rIns="36000" bIns="36000">
            <a:noAutofit/>
          </a:bodyPr>
          <a:lstStyle>
            <a:lvl1pPr marL="0" indent="0">
              <a:buClr>
                <a:schemeClr val="tx2"/>
              </a:buClr>
              <a:buFont typeface="Arial" panose="020B0604020202020204" pitchFamily="34" charset="0"/>
              <a:buNone/>
              <a:defRPr/>
            </a:lvl1pPr>
            <a:lvl2pPr marL="357542" indent="0">
              <a:buClr>
                <a:schemeClr val="tx1"/>
              </a:buClr>
              <a:buFont typeface="Arial" panose="020B0604020202020204" pitchFamily="34" charset="0"/>
              <a:buNone/>
              <a:defRPr/>
            </a:lvl2pPr>
            <a:lvl3pPr marL="719982" indent="0">
              <a:buClr>
                <a:schemeClr val="tx1"/>
              </a:buClr>
              <a:buFont typeface="Arial" panose="020B0604020202020204" pitchFamily="34" charset="0"/>
              <a:buNone/>
              <a:defRPr/>
            </a:lvl3pPr>
            <a:lvl4pPr marL="1081424" indent="0">
              <a:buClr>
                <a:schemeClr val="tx1"/>
              </a:buClr>
              <a:buFont typeface="Arial" panose="020B0604020202020204" pitchFamily="34" charset="0"/>
              <a:buNone/>
              <a:defRPr/>
            </a:lvl4pPr>
            <a:lvl5pPr marL="1439964" indent="0">
              <a:buClr>
                <a:schemeClr val="tx1"/>
              </a:buClr>
              <a:buFont typeface="Arial" panose="020B0604020202020204" pitchFamily="34" charset="0"/>
              <a:buNone/>
              <a:defRPr/>
            </a:lvl5pPr>
          </a:lstStyle>
          <a:p>
            <a:pPr lvl="0"/>
            <a:r>
              <a:rPr lang="en-GB"/>
              <a:t>Click to enter text content. </a:t>
            </a:r>
            <a:r>
              <a:rPr lang="en-US"/>
              <a:t>If text content appears too large please reduce the size of the font.</a:t>
            </a:r>
            <a:endParaRPr lang="en-GB"/>
          </a:p>
        </p:txBody>
      </p:sp>
      <p:sp>
        <p:nvSpPr>
          <p:cNvPr id="20" name="Picture Placeholder 8"/>
          <p:cNvSpPr>
            <a:spLocks noGrp="1"/>
          </p:cNvSpPr>
          <p:nvPr>
            <p:ph type="pic" sz="quarter" idx="14" hasCustomPrompt="1"/>
          </p:nvPr>
        </p:nvSpPr>
        <p:spPr>
          <a:xfrm>
            <a:off x="4270375" y="1303338"/>
            <a:ext cx="3649663" cy="4471820"/>
          </a:xfrm>
          <a:prstGeom prst="roundRect">
            <a:avLst>
              <a:gd name="adj" fmla="val 4843"/>
            </a:avLst>
          </a:prstGeom>
          <a:solidFill>
            <a:schemeClr val="bg1">
              <a:lumMod val="95000"/>
            </a:schemeClr>
          </a:solidFill>
          <a:ln>
            <a:noFill/>
          </a:ln>
        </p:spPr>
        <p:txBody>
          <a:bodyPr lIns="0" tIns="180000" rIns="0" bIns="72000" anchor="ctr">
            <a:noAutofit/>
          </a:bodyPr>
          <a:lstStyle>
            <a:lvl1pPr marL="0" indent="0" algn="ctr">
              <a:buNone/>
              <a:defRPr sz="1800" i="0" baseline="0">
                <a:solidFill>
                  <a:schemeClr val="tx1"/>
                </a:solidFill>
              </a:defRPr>
            </a:lvl1pPr>
          </a:lstStyle>
          <a:p>
            <a:r>
              <a:rPr lang="en-GB"/>
              <a:t>[Click here to insert image]</a:t>
            </a: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endParaRPr lang="en-GB"/>
          </a:p>
        </p:txBody>
      </p:sp>
      <p:sp>
        <p:nvSpPr>
          <p:cNvPr id="21" name="Text Placeholder 7"/>
          <p:cNvSpPr>
            <a:spLocks noGrp="1"/>
          </p:cNvSpPr>
          <p:nvPr>
            <p:ph type="body" sz="quarter" idx="26" hasCustomPrompt="1"/>
          </p:nvPr>
        </p:nvSpPr>
        <p:spPr>
          <a:xfrm>
            <a:off x="4270376" y="5790465"/>
            <a:ext cx="3650970" cy="298800"/>
          </a:xfrm>
          <a:prstGeom prst="rect">
            <a:avLst/>
          </a:prstGeom>
        </p:spPr>
        <p:txBody>
          <a:bodyPr lIns="0" tIns="0" rIns="0" bIns="0">
            <a:noAutofit/>
          </a:bodyPr>
          <a:lstStyle>
            <a:lvl1pPr marL="0" indent="0">
              <a:spcBef>
                <a:spcPts val="0"/>
              </a:spcBef>
              <a:spcAft>
                <a:spcPts val="0"/>
              </a:spcAft>
              <a:buNone/>
              <a:defRPr sz="8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a:t>Insert Source text</a:t>
            </a:r>
          </a:p>
        </p:txBody>
      </p:sp>
      <p:sp>
        <p:nvSpPr>
          <p:cNvPr id="35" name="Picture Placeholder 8"/>
          <p:cNvSpPr>
            <a:spLocks noGrp="1"/>
          </p:cNvSpPr>
          <p:nvPr>
            <p:ph type="pic" sz="quarter" idx="27" hasCustomPrompt="1"/>
          </p:nvPr>
        </p:nvSpPr>
        <p:spPr>
          <a:xfrm>
            <a:off x="8172450" y="1303338"/>
            <a:ext cx="3650400" cy="4471200"/>
          </a:xfrm>
          <a:prstGeom prst="roundRect">
            <a:avLst>
              <a:gd name="adj" fmla="val 5084"/>
            </a:avLst>
          </a:prstGeom>
          <a:solidFill>
            <a:schemeClr val="bg1">
              <a:lumMod val="95000"/>
            </a:schemeClr>
          </a:solidFill>
          <a:ln>
            <a:noFill/>
          </a:ln>
        </p:spPr>
        <p:txBody>
          <a:bodyPr lIns="0" tIns="180000" rIns="0" bIns="72000" anchor="ctr">
            <a:noAutofit/>
          </a:bodyPr>
          <a:lstStyle>
            <a:lvl1pPr marL="0" indent="0" algn="ctr">
              <a:buNone/>
              <a:defRPr sz="1800" i="0" baseline="0">
                <a:solidFill>
                  <a:schemeClr val="tx1"/>
                </a:solidFill>
              </a:defRPr>
            </a:lvl1pPr>
          </a:lstStyle>
          <a:p>
            <a:r>
              <a:rPr lang="en-GB"/>
              <a:t>[Click here to insert image]</a:t>
            </a: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endParaRPr lang="en-GB"/>
          </a:p>
        </p:txBody>
      </p:sp>
      <p:sp>
        <p:nvSpPr>
          <p:cNvPr id="36" name="Text Placeholder 7"/>
          <p:cNvSpPr>
            <a:spLocks noGrp="1"/>
          </p:cNvSpPr>
          <p:nvPr>
            <p:ph type="body" sz="quarter" idx="28" hasCustomPrompt="1"/>
          </p:nvPr>
        </p:nvSpPr>
        <p:spPr>
          <a:xfrm>
            <a:off x="8172450" y="5792438"/>
            <a:ext cx="3652838" cy="298800"/>
          </a:xfrm>
          <a:prstGeom prst="rect">
            <a:avLst/>
          </a:prstGeom>
        </p:spPr>
        <p:txBody>
          <a:bodyPr lIns="0" tIns="0" rIns="0" bIns="0">
            <a:noAutofit/>
          </a:bodyPr>
          <a:lstStyle>
            <a:lvl1pPr marL="0" indent="0">
              <a:spcBef>
                <a:spcPts val="0"/>
              </a:spcBef>
              <a:spcAft>
                <a:spcPts val="0"/>
              </a:spcAft>
              <a:buNone/>
              <a:defRPr sz="8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a:t>Insert Source text</a:t>
            </a:r>
          </a:p>
        </p:txBody>
      </p:sp>
      <p:sp>
        <p:nvSpPr>
          <p:cNvPr id="12" name="Title 1">
            <a:extLst>
              <a:ext uri="{FF2B5EF4-FFF2-40B4-BE49-F238E27FC236}">
                <a16:creationId xmlns:a16="http://schemas.microsoft.com/office/drawing/2014/main" id="{62258698-286C-88FD-70CB-ECDC7EEFE76B}"/>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3" name="Subtitle 2">
            <a:extLst>
              <a:ext uri="{FF2B5EF4-FFF2-40B4-BE49-F238E27FC236}">
                <a16:creationId xmlns:a16="http://schemas.microsoft.com/office/drawing/2014/main" id="{9D5C8553-9D06-642B-D0A0-1E6DF4F5CE6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6" name="Freeform: Shape 15">
            <a:extLst>
              <a:ext uri="{FF2B5EF4-FFF2-40B4-BE49-F238E27FC236}">
                <a16:creationId xmlns:a16="http://schemas.microsoft.com/office/drawing/2014/main" id="{6C8E6EBF-1077-88CA-250A-BC3D173D6251}"/>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892829F7-D00B-D1D9-8C3F-B46975A49CE1}"/>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Date Placeholder 2">
            <a:extLst>
              <a:ext uri="{FF2B5EF4-FFF2-40B4-BE49-F238E27FC236}">
                <a16:creationId xmlns:a16="http://schemas.microsoft.com/office/drawing/2014/main" id="{247E8828-EB71-0369-A18F-764AF5D38A71}"/>
              </a:ext>
            </a:extLst>
          </p:cNvPr>
          <p:cNvSpPr>
            <a:spLocks noGrp="1"/>
          </p:cNvSpPr>
          <p:nvPr>
            <p:ph type="dt" sz="half" idx="29"/>
          </p:nvPr>
        </p:nvSpPr>
        <p:spPr/>
        <p:txBody>
          <a:bodyPr/>
          <a:lstStyle/>
          <a:p>
            <a:fld id="{346B58B4-0D72-4C8B-9355-854FB5782278}" type="datetime4">
              <a:rPr lang="en-GB" smtClean="0"/>
              <a:pPr/>
              <a:t>22 July 2025</a:t>
            </a:fld>
            <a:endParaRPr lang="en-GB"/>
          </a:p>
        </p:txBody>
      </p:sp>
      <p:sp>
        <p:nvSpPr>
          <p:cNvPr id="4" name="Footer Placeholder 3">
            <a:extLst>
              <a:ext uri="{FF2B5EF4-FFF2-40B4-BE49-F238E27FC236}">
                <a16:creationId xmlns:a16="http://schemas.microsoft.com/office/drawing/2014/main" id="{A6935FD9-63CF-D14D-8261-9C6BBC8EBE63}"/>
              </a:ext>
            </a:extLst>
          </p:cNvPr>
          <p:cNvSpPr>
            <a:spLocks noGrp="1"/>
          </p:cNvSpPr>
          <p:nvPr>
            <p:ph type="ftr" sz="quarter" idx="30"/>
          </p:nvPr>
        </p:nvSpPr>
        <p:spPr/>
        <p:txBody>
          <a:bodyPr/>
          <a:lstStyle/>
          <a:p>
            <a:endParaRPr lang="en-GB"/>
          </a:p>
        </p:txBody>
      </p:sp>
      <p:sp>
        <p:nvSpPr>
          <p:cNvPr id="6" name="Slide Number Placeholder 5">
            <a:extLst>
              <a:ext uri="{FF2B5EF4-FFF2-40B4-BE49-F238E27FC236}">
                <a16:creationId xmlns:a16="http://schemas.microsoft.com/office/drawing/2014/main" id="{13EA93AF-E163-1DF3-8FAB-0442AED9B00A}"/>
              </a:ext>
            </a:extLst>
          </p:cNvPr>
          <p:cNvSpPr>
            <a:spLocks noGrp="1"/>
          </p:cNvSpPr>
          <p:nvPr>
            <p:ph type="sldNum" sz="quarter" idx="31"/>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189069072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itle and Tabl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7CB5633-6431-4284-9ADB-4E6151258883}"/>
              </a:ext>
            </a:extLst>
          </p:cNvPr>
          <p:cNvSpPr>
            <a:spLocks noGrp="1"/>
          </p:cNvSpPr>
          <p:nvPr>
            <p:ph type="dt" sz="half" idx="30"/>
          </p:nvPr>
        </p:nvSpPr>
        <p:spPr/>
        <p:txBody>
          <a:bodyPr/>
          <a:lstStyle/>
          <a:p>
            <a:fld id="{11AFB533-57EF-4766-9D87-DAD3C67F4A40}" type="datetime4">
              <a:rPr lang="en-GB" smtClean="0"/>
              <a:t>22 July 2025</a:t>
            </a:fld>
            <a:endParaRPr lang="en-GB"/>
          </a:p>
        </p:txBody>
      </p:sp>
      <p:sp>
        <p:nvSpPr>
          <p:cNvPr id="5" name="Footer Placeholder 4">
            <a:extLst>
              <a:ext uri="{FF2B5EF4-FFF2-40B4-BE49-F238E27FC236}">
                <a16:creationId xmlns:a16="http://schemas.microsoft.com/office/drawing/2014/main" id="{195C4D40-638F-40AA-882E-9A6164C79568}"/>
              </a:ext>
            </a:extLst>
          </p:cNvPr>
          <p:cNvSpPr>
            <a:spLocks noGrp="1"/>
          </p:cNvSpPr>
          <p:nvPr>
            <p:ph type="ftr" sz="quarter" idx="31"/>
          </p:nvPr>
        </p:nvSpPr>
        <p:spPr/>
        <p:txBody>
          <a:bodyPr/>
          <a:lstStyle/>
          <a:p>
            <a:endParaRPr lang="en-GB"/>
          </a:p>
        </p:txBody>
      </p:sp>
      <p:sp>
        <p:nvSpPr>
          <p:cNvPr id="9" name="Slide Number Placeholder 8">
            <a:extLst>
              <a:ext uri="{FF2B5EF4-FFF2-40B4-BE49-F238E27FC236}">
                <a16:creationId xmlns:a16="http://schemas.microsoft.com/office/drawing/2014/main" id="{223E44AE-F798-4C55-8F91-872E4A737927}"/>
              </a:ext>
            </a:extLst>
          </p:cNvPr>
          <p:cNvSpPr>
            <a:spLocks noGrp="1"/>
          </p:cNvSpPr>
          <p:nvPr>
            <p:ph type="sldNum" sz="quarter" idx="32"/>
          </p:nvPr>
        </p:nvSpPr>
        <p:spPr/>
        <p:txBody>
          <a:bodyPr/>
          <a:lstStyle/>
          <a:p>
            <a:fld id="{9F9F533D-B52E-4A2F-BF72-0ADD2D94BD75}" type="slidenum">
              <a:rPr lang="en-GB" smtClean="0"/>
              <a:pPr/>
              <a:t>‹#›</a:t>
            </a:fld>
            <a:endParaRPr lang="en-GB"/>
          </a:p>
        </p:txBody>
      </p:sp>
      <p:sp>
        <p:nvSpPr>
          <p:cNvPr id="3" name="Text Placeholder 2">
            <a:extLst>
              <a:ext uri="{FF2B5EF4-FFF2-40B4-BE49-F238E27FC236}">
                <a16:creationId xmlns:a16="http://schemas.microsoft.com/office/drawing/2014/main" id="{328B3A39-D8B7-A2C0-89DB-5314F345D351}"/>
              </a:ext>
            </a:extLst>
          </p:cNvPr>
          <p:cNvSpPr>
            <a:spLocks noGrp="1"/>
          </p:cNvSpPr>
          <p:nvPr>
            <p:ph type="body" sz="quarter" idx="33" hasCustomPrompt="1"/>
          </p:nvPr>
        </p:nvSpPr>
        <p:spPr>
          <a:xfrm>
            <a:off x="365125" y="5792400"/>
            <a:ext cx="11460163" cy="298800"/>
          </a:xfrm>
        </p:spPr>
        <p:txBody>
          <a:bodyPr lIns="0" tIns="0" rIns="0" bIns="0" anchor="b">
            <a:noAutofit/>
          </a:bodyPr>
          <a:lstStyle>
            <a:lvl1pPr marL="0" indent="0">
              <a:buNone/>
              <a:defRPr sz="8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a:t>Insert Source text</a:t>
            </a:r>
          </a:p>
        </p:txBody>
      </p:sp>
      <p:sp>
        <p:nvSpPr>
          <p:cNvPr id="7" name="Table Placeholder 6">
            <a:extLst>
              <a:ext uri="{FF2B5EF4-FFF2-40B4-BE49-F238E27FC236}">
                <a16:creationId xmlns:a16="http://schemas.microsoft.com/office/drawing/2014/main" id="{2E2FA657-3A41-6C8A-7C73-5FF4D5761F76}"/>
              </a:ext>
            </a:extLst>
          </p:cNvPr>
          <p:cNvSpPr>
            <a:spLocks noGrp="1"/>
          </p:cNvSpPr>
          <p:nvPr>
            <p:ph type="tbl" sz="quarter" idx="34" hasCustomPrompt="1"/>
          </p:nvPr>
        </p:nvSpPr>
        <p:spPr>
          <a:xfrm>
            <a:off x="365119" y="1303338"/>
            <a:ext cx="11459625" cy="4489450"/>
          </a:xfrm>
        </p:spPr>
        <p:txBody>
          <a:bodyPr lIns="36000" rIns="36000">
            <a:noAutofit/>
          </a:bodyPr>
          <a:lstStyle>
            <a:lvl1pPr marL="0" indent="0">
              <a:buNone/>
              <a:defRPr/>
            </a:lvl1pPr>
          </a:lstStyle>
          <a:p>
            <a:r>
              <a:rPr lang="en-GB"/>
              <a:t>[Click TABLE icon to insert table.]</a:t>
            </a:r>
          </a:p>
        </p:txBody>
      </p:sp>
      <p:sp>
        <p:nvSpPr>
          <p:cNvPr id="10" name="Title 1">
            <a:extLst>
              <a:ext uri="{FF2B5EF4-FFF2-40B4-BE49-F238E27FC236}">
                <a16:creationId xmlns:a16="http://schemas.microsoft.com/office/drawing/2014/main" id="{F7A4EB32-D948-C409-F1E5-9F712310D58D}"/>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1E30107F-6B57-65E7-BD35-CCB493B8D6D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4" name="Freeform: Shape 13">
            <a:extLst>
              <a:ext uri="{FF2B5EF4-FFF2-40B4-BE49-F238E27FC236}">
                <a16:creationId xmlns:a16="http://schemas.microsoft.com/office/drawing/2014/main" id="{0F611BFB-31C6-6656-90B9-BB1C81967B2F}"/>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CFC215B3-1FB2-8234-43A0-F10081D89FE6}"/>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374229332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itle and Graph">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7CB5633-6431-4284-9ADB-4E6151258883}"/>
              </a:ext>
            </a:extLst>
          </p:cNvPr>
          <p:cNvSpPr>
            <a:spLocks noGrp="1"/>
          </p:cNvSpPr>
          <p:nvPr>
            <p:ph type="dt" sz="half" idx="30"/>
          </p:nvPr>
        </p:nvSpPr>
        <p:spPr/>
        <p:txBody>
          <a:bodyPr/>
          <a:lstStyle/>
          <a:p>
            <a:fld id="{84741D83-B006-4893-8541-66BA34E08C4B}" type="datetime4">
              <a:rPr lang="en-GB" smtClean="0"/>
              <a:t>22 July 2025</a:t>
            </a:fld>
            <a:endParaRPr lang="en-GB"/>
          </a:p>
        </p:txBody>
      </p:sp>
      <p:sp>
        <p:nvSpPr>
          <p:cNvPr id="5" name="Footer Placeholder 4">
            <a:extLst>
              <a:ext uri="{FF2B5EF4-FFF2-40B4-BE49-F238E27FC236}">
                <a16:creationId xmlns:a16="http://schemas.microsoft.com/office/drawing/2014/main" id="{195C4D40-638F-40AA-882E-9A6164C79568}"/>
              </a:ext>
            </a:extLst>
          </p:cNvPr>
          <p:cNvSpPr>
            <a:spLocks noGrp="1"/>
          </p:cNvSpPr>
          <p:nvPr>
            <p:ph type="ftr" sz="quarter" idx="31"/>
          </p:nvPr>
        </p:nvSpPr>
        <p:spPr/>
        <p:txBody>
          <a:bodyPr/>
          <a:lstStyle/>
          <a:p>
            <a:endParaRPr lang="en-GB"/>
          </a:p>
        </p:txBody>
      </p:sp>
      <p:sp>
        <p:nvSpPr>
          <p:cNvPr id="9" name="Slide Number Placeholder 8">
            <a:extLst>
              <a:ext uri="{FF2B5EF4-FFF2-40B4-BE49-F238E27FC236}">
                <a16:creationId xmlns:a16="http://schemas.microsoft.com/office/drawing/2014/main" id="{223E44AE-F798-4C55-8F91-872E4A737927}"/>
              </a:ext>
            </a:extLst>
          </p:cNvPr>
          <p:cNvSpPr>
            <a:spLocks noGrp="1"/>
          </p:cNvSpPr>
          <p:nvPr>
            <p:ph type="sldNum" sz="quarter" idx="32"/>
          </p:nvPr>
        </p:nvSpPr>
        <p:spPr/>
        <p:txBody>
          <a:bodyPr/>
          <a:lstStyle/>
          <a:p>
            <a:fld id="{9F9F533D-B52E-4A2F-BF72-0ADD2D94BD75}" type="slidenum">
              <a:rPr lang="en-GB" smtClean="0"/>
              <a:pPr/>
              <a:t>‹#›</a:t>
            </a:fld>
            <a:endParaRPr lang="en-GB"/>
          </a:p>
        </p:txBody>
      </p:sp>
      <p:sp>
        <p:nvSpPr>
          <p:cNvPr id="3" name="Text Placeholder 2">
            <a:extLst>
              <a:ext uri="{FF2B5EF4-FFF2-40B4-BE49-F238E27FC236}">
                <a16:creationId xmlns:a16="http://schemas.microsoft.com/office/drawing/2014/main" id="{328B3A39-D8B7-A2C0-89DB-5314F345D351}"/>
              </a:ext>
            </a:extLst>
          </p:cNvPr>
          <p:cNvSpPr>
            <a:spLocks noGrp="1"/>
          </p:cNvSpPr>
          <p:nvPr>
            <p:ph type="body" sz="quarter" idx="33" hasCustomPrompt="1"/>
          </p:nvPr>
        </p:nvSpPr>
        <p:spPr>
          <a:xfrm>
            <a:off x="366713" y="5792400"/>
            <a:ext cx="11460164" cy="298800"/>
          </a:xfrm>
        </p:spPr>
        <p:txBody>
          <a:bodyPr lIns="0" tIns="0" rIns="0" bIns="0" anchor="b">
            <a:noAutofit/>
          </a:bodyPr>
          <a:lstStyle>
            <a:lvl1pPr marL="0" indent="0">
              <a:buNone/>
              <a:defRPr sz="8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a:t>Insert Source text</a:t>
            </a:r>
          </a:p>
        </p:txBody>
      </p:sp>
      <p:sp>
        <p:nvSpPr>
          <p:cNvPr id="7" name="Chart Placeholder 6">
            <a:extLst>
              <a:ext uri="{FF2B5EF4-FFF2-40B4-BE49-F238E27FC236}">
                <a16:creationId xmlns:a16="http://schemas.microsoft.com/office/drawing/2014/main" id="{8994D5C1-7836-1E91-87FA-56E472221EB3}"/>
              </a:ext>
            </a:extLst>
          </p:cNvPr>
          <p:cNvSpPr>
            <a:spLocks noGrp="1"/>
          </p:cNvSpPr>
          <p:nvPr>
            <p:ph type="chart" sz="quarter" idx="34" hasCustomPrompt="1"/>
          </p:nvPr>
        </p:nvSpPr>
        <p:spPr>
          <a:xfrm>
            <a:off x="365125" y="1303338"/>
            <a:ext cx="11460163" cy="4489062"/>
          </a:xfrm>
        </p:spPr>
        <p:txBody>
          <a:bodyPr lIns="36000" rIns="36000">
            <a:noAutofit/>
          </a:bodyPr>
          <a:lstStyle>
            <a:lvl1pPr marL="0" indent="0">
              <a:buNone/>
              <a:defRPr/>
            </a:lvl1pPr>
          </a:lstStyle>
          <a:p>
            <a:r>
              <a:rPr lang="en-GB"/>
              <a:t>[Click CHART icons to insert chart.]</a:t>
            </a:r>
            <a:br>
              <a:rPr lang="en-GB"/>
            </a:br>
            <a:r>
              <a:rPr lang="en-US"/>
              <a:t>Please ensure your chart title, legend, x and y axis titles are minimum 12 pt, Arial black for accessibility. </a:t>
            </a:r>
          </a:p>
          <a:p>
            <a:endParaRPr lang="en-GB"/>
          </a:p>
          <a:p>
            <a:endParaRPr lang="en-GB"/>
          </a:p>
        </p:txBody>
      </p:sp>
      <p:sp>
        <p:nvSpPr>
          <p:cNvPr id="10" name="Title 1">
            <a:extLst>
              <a:ext uri="{FF2B5EF4-FFF2-40B4-BE49-F238E27FC236}">
                <a16:creationId xmlns:a16="http://schemas.microsoft.com/office/drawing/2014/main" id="{20CCEE79-8221-4C6C-2397-0791C954AA8D}"/>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4091ECF0-259D-F144-9708-B8296C87B04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4" name="Freeform: Shape 13">
            <a:extLst>
              <a:ext uri="{FF2B5EF4-FFF2-40B4-BE49-F238E27FC236}">
                <a16:creationId xmlns:a16="http://schemas.microsoft.com/office/drawing/2014/main" id="{C3FC0E92-53E2-6353-15B7-7028E9E80A82}"/>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BE617660-F2DC-E09E-FCD2-2D56713F40B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304417525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2E57A6D-CCB0-DF2D-0D9A-6184CE396941}"/>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FC42BDB7-A7FE-AA4E-3952-EBCCAC237C98}"/>
              </a:ext>
            </a:extLst>
          </p:cNvPr>
          <p:cNvSpPr>
            <a:spLocks noGrp="1"/>
          </p:cNvSpPr>
          <p:nvPr>
            <p:ph type="sldNum" sz="quarter" idx="11"/>
          </p:nvPr>
        </p:nvSpPr>
        <p:spPr/>
        <p:txBody>
          <a:bodyPr/>
          <a:lstStyle/>
          <a:p>
            <a:fld id="{9F9F533D-B52E-4A2F-BF72-0ADD2D94BD75}" type="slidenum">
              <a:rPr lang="en-GB" smtClean="0"/>
              <a:pPr/>
              <a:t>‹#›</a:t>
            </a:fld>
            <a:endParaRPr lang="en-GB"/>
          </a:p>
        </p:txBody>
      </p:sp>
      <p:sp>
        <p:nvSpPr>
          <p:cNvPr id="5" name="Date Placeholder 4">
            <a:extLst>
              <a:ext uri="{FF2B5EF4-FFF2-40B4-BE49-F238E27FC236}">
                <a16:creationId xmlns:a16="http://schemas.microsoft.com/office/drawing/2014/main" id="{676D6505-B9A2-3A36-B9B6-3E3CF07A64AF}"/>
              </a:ext>
            </a:extLst>
          </p:cNvPr>
          <p:cNvSpPr>
            <a:spLocks noGrp="1"/>
          </p:cNvSpPr>
          <p:nvPr>
            <p:ph type="dt" sz="half" idx="12"/>
          </p:nvPr>
        </p:nvSpPr>
        <p:spPr/>
        <p:txBody>
          <a:bodyPr/>
          <a:lstStyle/>
          <a:p>
            <a:fld id="{346B58B4-0D72-4C8B-9355-854FB5782278}" type="datetime4">
              <a:rPr lang="en-GB" smtClean="0"/>
              <a:t>22 July 2025</a:t>
            </a:fld>
            <a:endParaRPr lang="en-GB"/>
          </a:p>
        </p:txBody>
      </p:sp>
      <p:sp>
        <p:nvSpPr>
          <p:cNvPr id="7" name="Text Placeholder 6">
            <a:extLst>
              <a:ext uri="{FF2B5EF4-FFF2-40B4-BE49-F238E27FC236}">
                <a16:creationId xmlns:a16="http://schemas.microsoft.com/office/drawing/2014/main" id="{4B3924AB-56D4-343D-306B-195A924E9EF9}"/>
              </a:ext>
            </a:extLst>
          </p:cNvPr>
          <p:cNvSpPr>
            <a:spLocks noGrp="1"/>
          </p:cNvSpPr>
          <p:nvPr>
            <p:ph type="body" sz="quarter" idx="13" hasCustomPrompt="1"/>
          </p:nvPr>
        </p:nvSpPr>
        <p:spPr>
          <a:xfrm>
            <a:off x="365125" y="5792400"/>
            <a:ext cx="11460164" cy="298800"/>
          </a:xfrm>
        </p:spPr>
        <p:txBody>
          <a:bodyPr lIns="0" tIns="0" rIns="0" bIns="0" anchor="b">
            <a:noAutofit/>
          </a:bodyPr>
          <a:lstStyle>
            <a:lvl1pPr marL="0" indent="0">
              <a:buNone/>
              <a:defRPr sz="8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a:t>Insert Source text</a:t>
            </a:r>
          </a:p>
        </p:txBody>
      </p:sp>
      <p:sp>
        <p:nvSpPr>
          <p:cNvPr id="8" name="Title 1">
            <a:extLst>
              <a:ext uri="{FF2B5EF4-FFF2-40B4-BE49-F238E27FC236}">
                <a16:creationId xmlns:a16="http://schemas.microsoft.com/office/drawing/2014/main" id="{3484351E-5906-1465-ED52-DA75D3630DE8}"/>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9" name="Subtitle 2">
            <a:extLst>
              <a:ext uri="{FF2B5EF4-FFF2-40B4-BE49-F238E27FC236}">
                <a16:creationId xmlns:a16="http://schemas.microsoft.com/office/drawing/2014/main" id="{62BDBB70-10FD-DDED-C062-9AA92765646E}"/>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2" name="Freeform: Shape 11">
            <a:extLst>
              <a:ext uri="{FF2B5EF4-FFF2-40B4-BE49-F238E27FC236}">
                <a16:creationId xmlns:a16="http://schemas.microsoft.com/office/drawing/2014/main" id="{8DBDFC7D-EB75-1C71-FBB6-74679DF5FB23}"/>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BB627EE7-29BC-7E7B-5DF4-1D96E07AD3F9}"/>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226801860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p:cSld name="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DFB0EC8B-993B-9701-B3D4-2FBFA2652AA7}"/>
              </a:ext>
            </a:extLst>
          </p:cNvPr>
          <p:cNvSpPr>
            <a:spLocks noGrp="1"/>
          </p:cNvSpPr>
          <p:nvPr>
            <p:ph type="dt" sz="half" idx="11"/>
          </p:nvPr>
        </p:nvSpPr>
        <p:spPr/>
        <p:txBody>
          <a:bodyPr/>
          <a:lstStyle>
            <a:lvl1pPr>
              <a:defRPr>
                <a:solidFill>
                  <a:schemeClr val="bg1"/>
                </a:solidFill>
              </a:defRPr>
            </a:lvl1pPr>
          </a:lstStyle>
          <a:p>
            <a:fld id="{71B7B165-5683-4F5F-9FF2-907EF7B970C8}" type="datetime4">
              <a:rPr lang="en-GB" smtClean="0"/>
              <a:t>22 July 2025</a:t>
            </a:fld>
            <a:endParaRPr lang="en-GB"/>
          </a:p>
        </p:txBody>
      </p:sp>
      <p:sp>
        <p:nvSpPr>
          <p:cNvPr id="11" name="Footer Placeholder 10">
            <a:extLst>
              <a:ext uri="{FF2B5EF4-FFF2-40B4-BE49-F238E27FC236}">
                <a16:creationId xmlns:a16="http://schemas.microsoft.com/office/drawing/2014/main" id="{F4B64CB0-473B-DCCB-4EF6-AD2596727230}"/>
              </a:ext>
            </a:extLst>
          </p:cNvPr>
          <p:cNvSpPr>
            <a:spLocks noGrp="1"/>
          </p:cNvSpPr>
          <p:nvPr>
            <p:ph type="ftr" sz="quarter" idx="12"/>
          </p:nvPr>
        </p:nvSpPr>
        <p:spPr/>
        <p:txBody>
          <a:bodyPr/>
          <a:lstStyle>
            <a:lvl1pPr>
              <a:defRPr>
                <a:solidFill>
                  <a:schemeClr val="bg1"/>
                </a:solidFill>
              </a:defRPr>
            </a:lvl1pPr>
          </a:lstStyle>
          <a:p>
            <a:endParaRPr lang="en-GB"/>
          </a:p>
        </p:txBody>
      </p:sp>
      <p:sp>
        <p:nvSpPr>
          <p:cNvPr id="12" name="Slide Number Placeholder 11">
            <a:extLst>
              <a:ext uri="{FF2B5EF4-FFF2-40B4-BE49-F238E27FC236}">
                <a16:creationId xmlns:a16="http://schemas.microsoft.com/office/drawing/2014/main" id="{C70C223B-EC3F-01A9-ECD3-7E6A591C405E}"/>
              </a:ext>
            </a:extLst>
          </p:cNvPr>
          <p:cNvSpPr>
            <a:spLocks noGrp="1"/>
          </p:cNvSpPr>
          <p:nvPr>
            <p:ph type="sldNum" sz="quarter" idx="13"/>
          </p:nvPr>
        </p:nvSpPr>
        <p:spPr/>
        <p:txBody>
          <a:bodyPr/>
          <a:lstStyle>
            <a:lvl1pPr>
              <a:defRPr>
                <a:solidFill>
                  <a:schemeClr val="bg1"/>
                </a:solidFill>
              </a:defRPr>
            </a:lvl1pPr>
          </a:lstStyle>
          <a:p>
            <a:fld id="{9F9F533D-B52E-4A2F-BF72-0ADD2D94BD75}" type="slidenum">
              <a:rPr lang="en-GB" smtClean="0"/>
              <a:pPr/>
              <a:t>‹#›</a:t>
            </a:fld>
            <a:endParaRPr lang="en-GB"/>
          </a:p>
        </p:txBody>
      </p:sp>
      <p:sp>
        <p:nvSpPr>
          <p:cNvPr id="13" name="Text Placeholder 2">
            <a:extLst>
              <a:ext uri="{FF2B5EF4-FFF2-40B4-BE49-F238E27FC236}">
                <a16:creationId xmlns:a16="http://schemas.microsoft.com/office/drawing/2014/main" id="{B3466546-C07E-BFBF-4B2F-E4D299013F56}"/>
              </a:ext>
            </a:extLst>
          </p:cNvPr>
          <p:cNvSpPr>
            <a:spLocks noGrp="1"/>
          </p:cNvSpPr>
          <p:nvPr>
            <p:ph type="body" sz="quarter" idx="33" hasCustomPrompt="1"/>
          </p:nvPr>
        </p:nvSpPr>
        <p:spPr>
          <a:xfrm>
            <a:off x="364800" y="5792400"/>
            <a:ext cx="11460164" cy="298800"/>
          </a:xfrm>
        </p:spPr>
        <p:txBody>
          <a:bodyPr lIns="0" tIns="0" rIns="0" bIns="0" anchor="b">
            <a:noAutofit/>
          </a:bodyPr>
          <a:lstStyle>
            <a:lvl1pPr marL="0" indent="0">
              <a:buNone/>
              <a:defRPr sz="800">
                <a:solidFill>
                  <a:schemeClr val="bg1"/>
                </a:solidFill>
              </a:defRPr>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a:t>Insert Source text</a:t>
            </a:r>
          </a:p>
        </p:txBody>
      </p:sp>
      <p:sp>
        <p:nvSpPr>
          <p:cNvPr id="9" name="Title 1">
            <a:extLst>
              <a:ext uri="{FF2B5EF4-FFF2-40B4-BE49-F238E27FC236}">
                <a16:creationId xmlns:a16="http://schemas.microsoft.com/office/drawing/2014/main" id="{70C54E86-8E74-E1E1-9919-BF95D8B21B8F}"/>
              </a:ext>
            </a:extLst>
          </p:cNvPr>
          <p:cNvSpPr>
            <a:spLocks noGrp="1"/>
          </p:cNvSpPr>
          <p:nvPr>
            <p:ph type="title"/>
          </p:nvPr>
        </p:nvSpPr>
        <p:spPr>
          <a:xfrm>
            <a:off x="365125" y="242888"/>
            <a:ext cx="11460163" cy="430887"/>
          </a:xfrm>
        </p:spPr>
        <p:txBody>
          <a:bodyPr/>
          <a:lstStyle>
            <a:lvl1pPr>
              <a:defRPr>
                <a:solidFill>
                  <a:schemeClr val="bg1"/>
                </a:solidFill>
              </a:defRPr>
            </a:lvl1pPr>
          </a:lstStyle>
          <a:p>
            <a:r>
              <a:rPr lang="en-US"/>
              <a:t>Click to edit Master title style</a:t>
            </a:r>
          </a:p>
        </p:txBody>
      </p:sp>
      <p:sp>
        <p:nvSpPr>
          <p:cNvPr id="14" name="Subtitle 2">
            <a:extLst>
              <a:ext uri="{FF2B5EF4-FFF2-40B4-BE49-F238E27FC236}">
                <a16:creationId xmlns:a16="http://schemas.microsoft.com/office/drawing/2014/main" id="{5936C739-784E-0B16-D78E-DAACEC459BEA}"/>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7" name="Freeform: Shape 16">
            <a:extLst>
              <a:ext uri="{FF2B5EF4-FFF2-40B4-BE49-F238E27FC236}">
                <a16:creationId xmlns:a16="http://schemas.microsoft.com/office/drawing/2014/main" id="{A8BE41CA-ABEC-55CB-D62E-31831DAD300E}"/>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pic>
        <p:nvPicPr>
          <p:cNvPr id="2" name="Graphic 1">
            <a:extLst>
              <a:ext uri="{FF2B5EF4-FFF2-40B4-BE49-F238E27FC236}">
                <a16:creationId xmlns:a16="http://schemas.microsoft.com/office/drawing/2014/main" id="{0C1283EF-E472-0D19-62E8-0008FC03971D}"/>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7328" t="12162" r="1499" b="12843"/>
          <a:stretch/>
        </p:blipFill>
        <p:spPr>
          <a:xfrm>
            <a:off x="10847037" y="6191252"/>
            <a:ext cx="1215582" cy="563804"/>
          </a:xfrm>
          <a:prstGeom prst="rect">
            <a:avLst/>
          </a:prstGeom>
        </p:spPr>
      </p:pic>
      <p:sp>
        <p:nvSpPr>
          <p:cNvPr id="3" name="Freeform: Shape 2">
            <a:extLst>
              <a:ext uri="{FF2B5EF4-FFF2-40B4-BE49-F238E27FC236}">
                <a16:creationId xmlns:a16="http://schemas.microsoft.com/office/drawing/2014/main" id="{354C983F-C815-9C16-5CEE-1598AF9E136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33338194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C3EA56-5111-4037-9D95-99472C98B371}"/>
              </a:ext>
            </a:extLst>
          </p:cNvPr>
          <p:cNvSpPr>
            <a:spLocks noGrp="1"/>
          </p:cNvSpPr>
          <p:nvPr>
            <p:ph type="dt" sz="half" idx="10"/>
          </p:nvPr>
        </p:nvSpPr>
        <p:spPr/>
        <p:txBody>
          <a:bodyPr/>
          <a:lstStyle/>
          <a:p>
            <a:fld id="{18AF44B5-6D56-4B59-9C1D-2022F9BFF5DA}" type="datetime4">
              <a:rPr lang="en-GB" smtClean="0"/>
              <a:t>22 July 2025</a:t>
            </a:fld>
            <a:endParaRPr lang="en-GB"/>
          </a:p>
        </p:txBody>
      </p:sp>
      <p:sp>
        <p:nvSpPr>
          <p:cNvPr id="3" name="Footer Placeholder 2">
            <a:extLst>
              <a:ext uri="{FF2B5EF4-FFF2-40B4-BE49-F238E27FC236}">
                <a16:creationId xmlns:a16="http://schemas.microsoft.com/office/drawing/2014/main" id="{D0CE7BCF-23E0-421B-8A21-1CDDB167314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B1F21D1-F1DD-4945-8EF8-43393EDC3F66}"/>
              </a:ext>
            </a:extLst>
          </p:cNvPr>
          <p:cNvSpPr>
            <a:spLocks noGrp="1"/>
          </p:cNvSpPr>
          <p:nvPr>
            <p:ph type="sldNum" sz="quarter" idx="12"/>
          </p:nvPr>
        </p:nvSpPr>
        <p:spPr/>
        <p:txBody>
          <a:bodyPr/>
          <a:lstStyle/>
          <a:p>
            <a:fld id="{9F9F533D-B52E-4A2F-BF72-0ADD2D94BD75}" type="slidenum">
              <a:rPr lang="en-GB" smtClean="0"/>
              <a:pPr/>
              <a:t>‹#›</a:t>
            </a:fld>
            <a:endParaRPr lang="en-GB"/>
          </a:p>
        </p:txBody>
      </p:sp>
      <p:sp>
        <p:nvSpPr>
          <p:cNvPr id="7" name="Text Placeholder 6">
            <a:extLst>
              <a:ext uri="{FF2B5EF4-FFF2-40B4-BE49-F238E27FC236}">
                <a16:creationId xmlns:a16="http://schemas.microsoft.com/office/drawing/2014/main" id="{F2A2858F-078E-2E59-C8A6-5102082DA345}"/>
              </a:ext>
            </a:extLst>
          </p:cNvPr>
          <p:cNvSpPr>
            <a:spLocks noGrp="1"/>
          </p:cNvSpPr>
          <p:nvPr>
            <p:ph type="body" sz="quarter" idx="13" hasCustomPrompt="1"/>
          </p:nvPr>
        </p:nvSpPr>
        <p:spPr>
          <a:xfrm>
            <a:off x="365125" y="5792400"/>
            <a:ext cx="11460164" cy="298800"/>
          </a:xfrm>
        </p:spPr>
        <p:txBody>
          <a:bodyPr lIns="0" tIns="0" rIns="0" bIns="0" anchor="b">
            <a:noAutofit/>
          </a:bodyPr>
          <a:lstStyle>
            <a:lvl1pPr marL="0" indent="0">
              <a:buNone/>
              <a:defRPr sz="8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a:t>Insert Source text</a:t>
            </a:r>
          </a:p>
        </p:txBody>
      </p:sp>
    </p:spTree>
    <p:extLst>
      <p:ext uri="{BB962C8B-B14F-4D97-AF65-F5344CB8AC3E}">
        <p14:creationId xmlns:p14="http://schemas.microsoft.com/office/powerpoint/2010/main" val="152916583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p:cSld name="Section Header 1">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E210B85-691C-7298-6DB6-61C25A5191F9}"/>
              </a:ext>
            </a:extLst>
          </p:cNvPr>
          <p:cNvGraphicFramePr>
            <a:graphicFrameLocks noChangeAspect="1"/>
          </p:cNvGraphicFramePr>
          <p:nvPr>
            <p:custDataLst>
              <p:tags r:id="rId1"/>
            </p:custDataLst>
            <p:extLst>
              <p:ext uri="{D42A27DB-BD31-4B8C-83A1-F6EECF244321}">
                <p14:modId xmlns:p14="http://schemas.microsoft.com/office/powerpoint/2010/main" val="24761153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4" progId="TCLayout.ActiveDocument.1">
                  <p:embed/>
                </p:oleObj>
              </mc:Choice>
              <mc:Fallback>
                <p:oleObj name="think-cell Slide" r:id="rId5" imgW="425" imgH="424" progId="TCLayout.ActiveDocument.1">
                  <p:embed/>
                  <p:pic>
                    <p:nvPicPr>
                      <p:cNvPr id="3" name="Object 2" hidden="1">
                        <a:extLst>
                          <a:ext uri="{FF2B5EF4-FFF2-40B4-BE49-F238E27FC236}">
                            <a16:creationId xmlns:a16="http://schemas.microsoft.com/office/drawing/2014/main" id="{2E210B85-691C-7298-6DB6-61C25A5191F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1F7EFD61-0B79-2619-1483-7B804B2C82CE}"/>
              </a:ext>
            </a:extLst>
          </p:cNvPr>
          <p:cNvSpPr>
            <a:spLocks noGrp="1"/>
          </p:cNvSpPr>
          <p:nvPr>
            <p:ph type="title" hasCustomPrompt="1"/>
          </p:nvPr>
        </p:nvSpPr>
        <p:spPr>
          <a:xfrm>
            <a:off x="365125" y="3235800"/>
            <a:ext cx="11460163" cy="1260000"/>
          </a:xfrm>
        </p:spPr>
        <p:txBody>
          <a:bodyPr vert="horz">
            <a:noAutofit/>
          </a:bodyPr>
          <a:lstStyle>
            <a:lvl1pPr>
              <a:defRPr sz="3600"/>
            </a:lvl1pPr>
          </a:lstStyle>
          <a:p>
            <a:r>
              <a:rPr lang="en-US"/>
              <a:t>Click to enter section header title</a:t>
            </a:r>
          </a:p>
        </p:txBody>
      </p:sp>
      <p:sp>
        <p:nvSpPr>
          <p:cNvPr id="9" name="Subtitle 2">
            <a:extLst>
              <a:ext uri="{FF2B5EF4-FFF2-40B4-BE49-F238E27FC236}">
                <a16:creationId xmlns:a16="http://schemas.microsoft.com/office/drawing/2014/main" id="{BBC9BD8C-031D-7F0A-C46B-D38FB0136781}"/>
              </a:ext>
            </a:extLst>
          </p:cNvPr>
          <p:cNvSpPr>
            <a:spLocks noGrp="1"/>
          </p:cNvSpPr>
          <p:nvPr>
            <p:ph type="subTitle" idx="1" hasCustomPrompt="1"/>
          </p:nvPr>
        </p:nvSpPr>
        <p:spPr>
          <a:xfrm>
            <a:off x="365125" y="4514654"/>
            <a:ext cx="11460164" cy="475200"/>
          </a:xfrm>
          <a:prstGeom prst="rect">
            <a:avLst/>
          </a:prstGeom>
        </p:spPr>
        <p:txBody>
          <a:bodyPr wrap="square" lIns="0" tIns="0" rIns="0" bIns="0" anchor="t" anchorCtr="0">
            <a:noAutofit/>
          </a:bodyPr>
          <a:lstStyle>
            <a:lvl1pPr marL="0" indent="0" algn="l">
              <a:spcBef>
                <a:spcPts val="0"/>
              </a:spcBef>
              <a:spcAft>
                <a:spcPts val="0"/>
              </a:spcAft>
              <a:buNone/>
              <a:defRPr sz="2800" i="0">
                <a:solidFill>
                  <a:schemeClr val="tx2"/>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section subtitle</a:t>
            </a:r>
          </a:p>
        </p:txBody>
      </p:sp>
      <p:pic>
        <p:nvPicPr>
          <p:cNvPr id="10" name="Graphic 9">
            <a:extLst>
              <a:ext uri="{FF2B5EF4-FFF2-40B4-BE49-F238E27FC236}">
                <a16:creationId xmlns:a16="http://schemas.microsoft.com/office/drawing/2014/main" id="{0B01FA46-1D8D-93AD-9A24-7740D438F0BA}"/>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37175" y="5967611"/>
            <a:ext cx="1401150" cy="422366"/>
          </a:xfrm>
          <a:prstGeom prst="rect">
            <a:avLst/>
          </a:prstGeom>
        </p:spPr>
      </p:pic>
      <p:graphicFrame>
        <p:nvGraphicFramePr>
          <p:cNvPr id="2" name="Object 1" hidden="1">
            <a:extLst>
              <a:ext uri="{FF2B5EF4-FFF2-40B4-BE49-F238E27FC236}">
                <a16:creationId xmlns:a16="http://schemas.microsoft.com/office/drawing/2014/main" id="{B465F7C9-2DD0-029B-C39C-E172165ABDAB}"/>
              </a:ext>
            </a:extLst>
          </p:cNvPr>
          <p:cNvGraphicFramePr>
            <a:graphicFrameLocks noChangeAspect="1"/>
          </p:cNvGraphicFramePr>
          <p:nvPr userDrawn="1">
            <p:custDataLst>
              <p:tags r:id="rId2"/>
            </p:custDataLst>
            <p:extLst>
              <p:ext uri="{D42A27DB-BD31-4B8C-83A1-F6EECF244321}">
                <p14:modId xmlns:p14="http://schemas.microsoft.com/office/powerpoint/2010/main" val="24761153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4" progId="TCLayout.ActiveDocument.1">
                  <p:embed/>
                </p:oleObj>
              </mc:Choice>
              <mc:Fallback>
                <p:oleObj name="think-cell Slide" r:id="rId5" imgW="425" imgH="424" progId="TCLayout.ActiveDocument.1">
                  <p:embed/>
                  <p:pic>
                    <p:nvPicPr>
                      <p:cNvPr id="2" name="Object 1" hidden="1">
                        <a:extLst>
                          <a:ext uri="{FF2B5EF4-FFF2-40B4-BE49-F238E27FC236}">
                            <a16:creationId xmlns:a16="http://schemas.microsoft.com/office/drawing/2014/main" id="{B465F7C9-2DD0-029B-C39C-E172165ABDAB}"/>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pic>
        <p:nvPicPr>
          <p:cNvPr id="4" name="Graphic 3">
            <a:extLst>
              <a:ext uri="{FF2B5EF4-FFF2-40B4-BE49-F238E27FC236}">
                <a16:creationId xmlns:a16="http://schemas.microsoft.com/office/drawing/2014/main" id="{3C8C0300-5E34-01FA-8DA8-816FE17514CD}"/>
              </a:ext>
            </a:extLst>
          </p:cNvPr>
          <p:cNvPicPr>
            <a:picLocks noChangeAspect="1"/>
          </p:cNvPicPr>
          <p:nvPr userDrawn="1"/>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37175" y="5967611"/>
            <a:ext cx="1401150" cy="422366"/>
          </a:xfrm>
          <a:prstGeom prst="rect">
            <a:avLst/>
          </a:prstGeom>
        </p:spPr>
      </p:pic>
    </p:spTree>
    <p:extLst>
      <p:ext uri="{BB962C8B-B14F-4D97-AF65-F5344CB8AC3E}">
        <p14:creationId xmlns:p14="http://schemas.microsoft.com/office/powerpoint/2010/main" val="90818684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p:cSld name="Section Header 2">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8276E86-C9B6-1B20-0470-A93E9FE76804}"/>
              </a:ext>
            </a:extLst>
          </p:cNvPr>
          <p:cNvGraphicFramePr>
            <a:graphicFrameLocks noChangeAspect="1"/>
          </p:cNvGraphicFramePr>
          <p:nvPr>
            <p:custDataLst>
              <p:tags r:id="rId1"/>
            </p:custDataLst>
            <p:extLst>
              <p:ext uri="{D42A27DB-BD31-4B8C-83A1-F6EECF244321}">
                <p14:modId xmlns:p14="http://schemas.microsoft.com/office/powerpoint/2010/main" val="40363470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4" progId="TCLayout.ActiveDocument.1">
                  <p:embed/>
                </p:oleObj>
              </mc:Choice>
              <mc:Fallback>
                <p:oleObj name="think-cell Slide" r:id="rId5" imgW="425" imgH="424" progId="TCLayout.ActiveDocument.1">
                  <p:embed/>
                  <p:pic>
                    <p:nvPicPr>
                      <p:cNvPr id="3" name="Object 2" hidden="1">
                        <a:extLst>
                          <a:ext uri="{FF2B5EF4-FFF2-40B4-BE49-F238E27FC236}">
                            <a16:creationId xmlns:a16="http://schemas.microsoft.com/office/drawing/2014/main" id="{C8276E86-C9B6-1B20-0470-A93E9FE7680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Title 1">
            <a:extLst>
              <a:ext uri="{FF2B5EF4-FFF2-40B4-BE49-F238E27FC236}">
                <a16:creationId xmlns:a16="http://schemas.microsoft.com/office/drawing/2014/main" id="{7905DD1F-ADCE-21F5-3B42-348B73562E77}"/>
              </a:ext>
            </a:extLst>
          </p:cNvPr>
          <p:cNvSpPr>
            <a:spLocks noGrp="1"/>
          </p:cNvSpPr>
          <p:nvPr>
            <p:ph type="title" hasCustomPrompt="1"/>
          </p:nvPr>
        </p:nvSpPr>
        <p:spPr>
          <a:xfrm>
            <a:off x="365125" y="3235800"/>
            <a:ext cx="8651875" cy="1260000"/>
          </a:xfrm>
        </p:spPr>
        <p:txBody>
          <a:bodyPr vert="horz">
            <a:noAutofit/>
          </a:bodyPr>
          <a:lstStyle>
            <a:lvl1pPr>
              <a:defRPr sz="3600">
                <a:solidFill>
                  <a:schemeClr val="bg1"/>
                </a:solidFill>
              </a:defRPr>
            </a:lvl1pPr>
          </a:lstStyle>
          <a:p>
            <a:r>
              <a:rPr lang="en-US"/>
              <a:t>Click to enter section header title</a:t>
            </a:r>
          </a:p>
        </p:txBody>
      </p:sp>
      <p:sp>
        <p:nvSpPr>
          <p:cNvPr id="7" name="Subtitle 2">
            <a:extLst>
              <a:ext uri="{FF2B5EF4-FFF2-40B4-BE49-F238E27FC236}">
                <a16:creationId xmlns:a16="http://schemas.microsoft.com/office/drawing/2014/main" id="{1A65F606-CDCB-0367-61AA-199FECCB3A72}"/>
              </a:ext>
            </a:extLst>
          </p:cNvPr>
          <p:cNvSpPr>
            <a:spLocks noGrp="1"/>
          </p:cNvSpPr>
          <p:nvPr>
            <p:ph type="subTitle" idx="1" hasCustomPrompt="1"/>
          </p:nvPr>
        </p:nvSpPr>
        <p:spPr>
          <a:xfrm>
            <a:off x="365125" y="4514654"/>
            <a:ext cx="8651876" cy="475200"/>
          </a:xfrm>
          <a:prstGeom prst="rect">
            <a:avLst/>
          </a:prstGeom>
        </p:spPr>
        <p:txBody>
          <a:bodyPr wrap="square" lIns="0" tIns="0" rIns="0" bIns="0" anchor="t" anchorCtr="0">
            <a:noAutofit/>
          </a:bodyPr>
          <a:lstStyle>
            <a:lvl1pPr marL="0" indent="0" algn="l">
              <a:spcBef>
                <a:spcPts val="0"/>
              </a:spcBef>
              <a:spcAft>
                <a:spcPts val="0"/>
              </a:spcAft>
              <a:buNone/>
              <a:defRPr sz="28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section subtitle</a:t>
            </a:r>
          </a:p>
        </p:txBody>
      </p:sp>
      <p:pic>
        <p:nvPicPr>
          <p:cNvPr id="8" name="Graphic 7">
            <a:extLst>
              <a:ext uri="{FF2B5EF4-FFF2-40B4-BE49-F238E27FC236}">
                <a16:creationId xmlns:a16="http://schemas.microsoft.com/office/drawing/2014/main" id="{FE066BEF-B097-8826-7B68-974384A3DA4A}"/>
              </a:ext>
            </a:extLst>
          </p:cNvPr>
          <p:cNvPicPr>
            <a:picLocks noChangeAspect="1"/>
          </p:cNvPicPr>
          <p:nvPr/>
        </p:nvPicPr>
        <p:blipFill rotWithShape="1">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rcRect l="13772" t="25173" r="16016" b="28870"/>
          <a:stretch/>
        </p:blipFill>
        <p:spPr>
          <a:xfrm>
            <a:off x="322824" y="5861243"/>
            <a:ext cx="1586940" cy="585704"/>
          </a:xfrm>
          <a:prstGeom prst="rect">
            <a:avLst/>
          </a:prstGeom>
        </p:spPr>
      </p:pic>
      <p:graphicFrame>
        <p:nvGraphicFramePr>
          <p:cNvPr id="2" name="Object 1" hidden="1">
            <a:extLst>
              <a:ext uri="{FF2B5EF4-FFF2-40B4-BE49-F238E27FC236}">
                <a16:creationId xmlns:a16="http://schemas.microsoft.com/office/drawing/2014/main" id="{C974C1E3-F673-6C02-80D2-918CC00E2B06}"/>
              </a:ext>
            </a:extLst>
          </p:cNvPr>
          <p:cNvGraphicFramePr>
            <a:graphicFrameLocks noChangeAspect="1"/>
          </p:cNvGraphicFramePr>
          <p:nvPr userDrawn="1">
            <p:custDataLst>
              <p:tags r:id="rId2"/>
            </p:custDataLst>
            <p:extLst>
              <p:ext uri="{D42A27DB-BD31-4B8C-83A1-F6EECF244321}">
                <p14:modId xmlns:p14="http://schemas.microsoft.com/office/powerpoint/2010/main" val="40363470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4" progId="TCLayout.ActiveDocument.1">
                  <p:embed/>
                </p:oleObj>
              </mc:Choice>
              <mc:Fallback>
                <p:oleObj name="think-cell Slide" r:id="rId5" imgW="425" imgH="424" progId="TCLayout.ActiveDocument.1">
                  <p:embed/>
                  <p:pic>
                    <p:nvPicPr>
                      <p:cNvPr id="2" name="Object 1" hidden="1">
                        <a:extLst>
                          <a:ext uri="{FF2B5EF4-FFF2-40B4-BE49-F238E27FC236}">
                            <a16:creationId xmlns:a16="http://schemas.microsoft.com/office/drawing/2014/main" id="{C974C1E3-F673-6C02-80D2-918CC00E2B0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pic>
        <p:nvPicPr>
          <p:cNvPr id="4" name="Graphic 3">
            <a:extLst>
              <a:ext uri="{FF2B5EF4-FFF2-40B4-BE49-F238E27FC236}">
                <a16:creationId xmlns:a16="http://schemas.microsoft.com/office/drawing/2014/main" id="{B5553F47-A3E3-7613-63E9-F408F27A9BD1}"/>
              </a:ext>
            </a:extLst>
          </p:cNvPr>
          <p:cNvPicPr>
            <a:picLocks noChangeAspect="1"/>
          </p:cNvPicPr>
          <p:nvPr userDrawn="1"/>
        </p:nvPicPr>
        <p:blipFill rotWithShape="1">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rcRect l="13772" t="25173" r="16016" b="28870"/>
          <a:stretch/>
        </p:blipFill>
        <p:spPr>
          <a:xfrm>
            <a:off x="322824" y="5861243"/>
            <a:ext cx="1586940" cy="585704"/>
          </a:xfrm>
          <a:prstGeom prst="rect">
            <a:avLst/>
          </a:prstGeom>
        </p:spPr>
      </p:pic>
    </p:spTree>
    <p:extLst>
      <p:ext uri="{BB962C8B-B14F-4D97-AF65-F5344CB8AC3E}">
        <p14:creationId xmlns:p14="http://schemas.microsoft.com/office/powerpoint/2010/main" val="76943724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B20AFD6-6925-491B-B024-5E0A32A58D07}"/>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7590" t="25173" r="17185" b="31039"/>
          <a:stretch/>
        </p:blipFill>
        <p:spPr>
          <a:xfrm>
            <a:off x="152399" y="2073890"/>
            <a:ext cx="11992273" cy="4539635"/>
          </a:xfrm>
          <a:prstGeom prst="rect">
            <a:avLst/>
          </a:prstGeom>
        </p:spPr>
      </p:pic>
      <p:sp>
        <p:nvSpPr>
          <p:cNvPr id="2" name="Rectangle 1">
            <a:extLst>
              <a:ext uri="{FF2B5EF4-FFF2-40B4-BE49-F238E27FC236}">
                <a16:creationId xmlns:a16="http://schemas.microsoft.com/office/drawing/2014/main" id="{2B90B266-F3BD-2613-5CB9-7E4A4FDFC416}"/>
              </a:ext>
            </a:extLst>
          </p:cNvPr>
          <p:cNvSpPr/>
          <p:nvPr/>
        </p:nvSpPr>
        <p:spPr bwMode="auto">
          <a:xfrm>
            <a:off x="11039475" y="164305"/>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rgbClr val="FFFFFF"/>
                </a:solidFill>
                <a:latin typeface="+mn-lt"/>
              </a:rPr>
              <a:t>gsk.com</a:t>
            </a:r>
          </a:p>
        </p:txBody>
      </p:sp>
      <p:pic>
        <p:nvPicPr>
          <p:cNvPr id="3" name="Graphic 2">
            <a:extLst>
              <a:ext uri="{FF2B5EF4-FFF2-40B4-BE49-F238E27FC236}">
                <a16:creationId xmlns:a16="http://schemas.microsoft.com/office/drawing/2014/main" id="{FF8659A8-C764-F3A5-40B7-A3CB7A35D2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094470" y="243283"/>
            <a:ext cx="159543" cy="159543"/>
          </a:xfrm>
          <a:prstGeom prst="rect">
            <a:avLst/>
          </a:prstGeom>
        </p:spPr>
      </p:pic>
      <p:pic>
        <p:nvPicPr>
          <p:cNvPr id="4" name="Graphic 3">
            <a:extLst>
              <a:ext uri="{FF2B5EF4-FFF2-40B4-BE49-F238E27FC236}">
                <a16:creationId xmlns:a16="http://schemas.microsoft.com/office/drawing/2014/main" id="{2A31EE88-6D6C-D069-3146-A339C9601635}"/>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7590" t="25173" r="17185" b="31039"/>
          <a:stretch/>
        </p:blipFill>
        <p:spPr>
          <a:xfrm>
            <a:off x="152399" y="2073890"/>
            <a:ext cx="11992273" cy="4539635"/>
          </a:xfrm>
          <a:prstGeom prst="rect">
            <a:avLst/>
          </a:prstGeom>
        </p:spPr>
      </p:pic>
      <p:sp>
        <p:nvSpPr>
          <p:cNvPr id="5" name="Rectangle 4">
            <a:extLst>
              <a:ext uri="{FF2B5EF4-FFF2-40B4-BE49-F238E27FC236}">
                <a16:creationId xmlns:a16="http://schemas.microsoft.com/office/drawing/2014/main" id="{7445B33E-2C66-175D-1B1C-7BB81E21C5EE}"/>
              </a:ext>
            </a:extLst>
          </p:cNvPr>
          <p:cNvSpPr/>
          <p:nvPr userDrawn="1"/>
        </p:nvSpPr>
        <p:spPr bwMode="auto">
          <a:xfrm>
            <a:off x="11039475" y="164305"/>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rgbClr val="FFFFFF"/>
                </a:solidFill>
                <a:latin typeface="+mn-lt"/>
              </a:rPr>
              <a:t>gsk.com</a:t>
            </a:r>
          </a:p>
        </p:txBody>
      </p:sp>
      <p:pic>
        <p:nvPicPr>
          <p:cNvPr id="7" name="Graphic 6">
            <a:extLst>
              <a:ext uri="{FF2B5EF4-FFF2-40B4-BE49-F238E27FC236}">
                <a16:creationId xmlns:a16="http://schemas.microsoft.com/office/drawing/2014/main" id="{E7BF19C8-4ECE-0C1F-50D8-D1CBA751078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1094470" y="243283"/>
            <a:ext cx="159543" cy="159543"/>
          </a:xfrm>
          <a:prstGeom prst="rect">
            <a:avLst/>
          </a:prstGeom>
        </p:spPr>
      </p:pic>
    </p:spTree>
    <p:extLst>
      <p:ext uri="{BB962C8B-B14F-4D97-AF65-F5344CB8AC3E}">
        <p14:creationId xmlns:p14="http://schemas.microsoft.com/office/powerpoint/2010/main" val="15259548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WARNING">
    <p:bg>
      <p:bgPr>
        <a:solidFill>
          <a:schemeClr val="accent4"/>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B03810C-0168-8013-6BD1-DF4493DB8F41}"/>
              </a:ext>
            </a:extLst>
          </p:cNvPr>
          <p:cNvSpPr/>
          <p:nvPr/>
        </p:nvSpPr>
        <p:spPr bwMode="auto">
          <a:xfrm>
            <a:off x="242888" y="242888"/>
            <a:ext cx="11704637" cy="584835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GB" sz="9600" kern="0">
                <a:solidFill>
                  <a:schemeClr val="bg1"/>
                </a:solidFill>
              </a:rPr>
              <a:t>Do not use </a:t>
            </a:r>
            <a:br>
              <a:rPr lang="en-GB" sz="9600" kern="0">
                <a:solidFill>
                  <a:schemeClr val="bg1"/>
                </a:solidFill>
              </a:rPr>
            </a:br>
            <a:r>
              <a:rPr lang="en-GB" sz="9600" kern="0">
                <a:solidFill>
                  <a:schemeClr val="bg1"/>
                </a:solidFill>
              </a:rPr>
              <a:t>layouts that appear </a:t>
            </a:r>
            <a:br>
              <a:rPr lang="en-GB" sz="9600" kern="0">
                <a:solidFill>
                  <a:schemeClr val="bg1"/>
                </a:solidFill>
              </a:rPr>
            </a:br>
            <a:r>
              <a:rPr lang="en-GB" sz="9600" kern="0">
                <a:solidFill>
                  <a:schemeClr val="bg1"/>
                </a:solidFill>
              </a:rPr>
              <a:t>after this point</a:t>
            </a:r>
          </a:p>
        </p:txBody>
      </p:sp>
      <p:pic>
        <p:nvPicPr>
          <p:cNvPr id="4" name="Graphic 3">
            <a:extLst>
              <a:ext uri="{FF2B5EF4-FFF2-40B4-BE49-F238E27FC236}">
                <a16:creationId xmlns:a16="http://schemas.microsoft.com/office/drawing/2014/main" id="{1AFE542C-8ECE-F9C9-8F96-80B2751FAA98}"/>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7328" t="12162" r="1499" b="12843"/>
          <a:stretch/>
        </p:blipFill>
        <p:spPr>
          <a:xfrm>
            <a:off x="90711" y="6207919"/>
            <a:ext cx="1215582" cy="563804"/>
          </a:xfrm>
          <a:prstGeom prst="rect">
            <a:avLst/>
          </a:prstGeom>
        </p:spPr>
      </p:pic>
      <p:sp>
        <p:nvSpPr>
          <p:cNvPr id="2" name="Rectangle 1">
            <a:extLst>
              <a:ext uri="{FF2B5EF4-FFF2-40B4-BE49-F238E27FC236}">
                <a16:creationId xmlns:a16="http://schemas.microsoft.com/office/drawing/2014/main" id="{D971DFFD-2455-676B-AE64-9BFFC5437EDC}"/>
              </a:ext>
            </a:extLst>
          </p:cNvPr>
          <p:cNvSpPr/>
          <p:nvPr userDrawn="1"/>
        </p:nvSpPr>
        <p:spPr bwMode="auto">
          <a:xfrm>
            <a:off x="242888" y="242888"/>
            <a:ext cx="11704637" cy="584835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GB" sz="9600" kern="0">
                <a:solidFill>
                  <a:schemeClr val="bg1"/>
                </a:solidFill>
              </a:rPr>
              <a:t>Do not use </a:t>
            </a:r>
            <a:br>
              <a:rPr lang="en-GB" sz="9600" kern="0">
                <a:solidFill>
                  <a:schemeClr val="bg1"/>
                </a:solidFill>
              </a:rPr>
            </a:br>
            <a:r>
              <a:rPr lang="en-GB" sz="9600" kern="0">
                <a:solidFill>
                  <a:schemeClr val="bg1"/>
                </a:solidFill>
              </a:rPr>
              <a:t>layouts that appear </a:t>
            </a:r>
            <a:br>
              <a:rPr lang="en-GB" sz="9600" kern="0">
                <a:solidFill>
                  <a:schemeClr val="bg1"/>
                </a:solidFill>
              </a:rPr>
            </a:br>
            <a:r>
              <a:rPr lang="en-GB" sz="9600" kern="0">
                <a:solidFill>
                  <a:schemeClr val="bg1"/>
                </a:solidFill>
              </a:rPr>
              <a:t>after this point</a:t>
            </a:r>
          </a:p>
        </p:txBody>
      </p:sp>
      <p:pic>
        <p:nvPicPr>
          <p:cNvPr id="3" name="Graphic 2">
            <a:extLst>
              <a:ext uri="{FF2B5EF4-FFF2-40B4-BE49-F238E27FC236}">
                <a16:creationId xmlns:a16="http://schemas.microsoft.com/office/drawing/2014/main" id="{49D3E439-CEEB-5A25-B0DB-B35AA868A58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7328" t="12162" r="1499" b="12843"/>
          <a:stretch/>
        </p:blipFill>
        <p:spPr>
          <a:xfrm>
            <a:off x="90711" y="6207919"/>
            <a:ext cx="1215582" cy="563804"/>
          </a:xfrm>
          <a:prstGeom prst="rect">
            <a:avLst/>
          </a:prstGeom>
        </p:spPr>
      </p:pic>
    </p:spTree>
    <p:extLst>
      <p:ext uri="{BB962C8B-B14F-4D97-AF65-F5344CB8AC3E}">
        <p14:creationId xmlns:p14="http://schemas.microsoft.com/office/powerpoint/2010/main" val="32110221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1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cap="none">
                <a:solidFill>
                  <a:schemeClr val="tx1"/>
                </a:solidFill>
              </a:defRPr>
            </a:lvl1pPr>
          </a:lstStyle>
          <a:p>
            <a:r>
              <a:rPr lang="en-US"/>
              <a:t>1 Column + Content</a:t>
            </a:r>
          </a:p>
        </p:txBody>
      </p:sp>
      <p:sp>
        <p:nvSpPr>
          <p:cNvPr id="11" name="Content Placeholder 10"/>
          <p:cNvSpPr>
            <a:spLocks noGrp="1"/>
          </p:cNvSpPr>
          <p:nvPr>
            <p:ph sz="quarter" idx="10" hasCustomPrompt="1"/>
          </p:nvPr>
        </p:nvSpPr>
        <p:spPr>
          <a:xfrm>
            <a:off x="419100" y="1127125"/>
            <a:ext cx="11353800" cy="1692771"/>
          </a:xfrm>
          <a:prstGeom prst="rect">
            <a:avLst/>
          </a:prstGeom>
        </p:spPr>
        <p:txBody>
          <a:bodyPr/>
          <a:lstStyle>
            <a:lvl1pPr>
              <a:spcBef>
                <a:spcPts val="0"/>
              </a:spcBef>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custDataLst>
      <p:tags r:id="rId1"/>
    </p:custDataLst>
    <p:extLst>
      <p:ext uri="{BB962C8B-B14F-4D97-AF65-F5344CB8AC3E}">
        <p14:creationId xmlns:p14="http://schemas.microsoft.com/office/powerpoint/2010/main" val="263275376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3.svg"/><Relationship Id="rId21" Type="http://schemas.openxmlformats.org/officeDocument/2006/relationships/slideLayout" Target="../slideLayouts/slideLayout21.xml"/><Relationship Id="rId34" Type="http://schemas.openxmlformats.org/officeDocument/2006/relationships/tags" Target="../tags/tag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38"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ags" Target="../tags/tag2.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3" Type="http://schemas.openxmlformats.org/officeDocument/2006/relationships/slideLayout" Target="../slideLayouts/slideLayout35.xml"/><Relationship Id="rId21" Type="http://schemas.openxmlformats.org/officeDocument/2006/relationships/slideLayout" Target="../slideLayouts/slideLayout53.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slideLayout" Target="../slideLayouts/slideLayout52.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image" Target="../media/image16.png"/><Relationship Id="rId10" Type="http://schemas.openxmlformats.org/officeDocument/2006/relationships/slideLayout" Target="../slideLayouts/slideLayout42.xml"/><Relationship Id="rId19" Type="http://schemas.openxmlformats.org/officeDocument/2006/relationships/slideLayout" Target="../slideLayouts/slideLayout51.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66.xml"/><Relationship Id="rId18" Type="http://schemas.openxmlformats.org/officeDocument/2006/relationships/slideLayout" Target="../slideLayouts/slideLayout71.xml"/><Relationship Id="rId26" Type="http://schemas.openxmlformats.org/officeDocument/2006/relationships/slideLayout" Target="../slideLayouts/slideLayout79.xml"/><Relationship Id="rId21" Type="http://schemas.openxmlformats.org/officeDocument/2006/relationships/slideLayout" Target="../slideLayouts/slideLayout74.xml"/><Relationship Id="rId34" Type="http://schemas.openxmlformats.org/officeDocument/2006/relationships/tags" Target="../tags/tag21.xml"/><Relationship Id="rId7" Type="http://schemas.openxmlformats.org/officeDocument/2006/relationships/slideLayout" Target="../slideLayouts/slideLayout60.xml"/><Relationship Id="rId12" Type="http://schemas.openxmlformats.org/officeDocument/2006/relationships/slideLayout" Target="../slideLayouts/slideLayout65.xml"/><Relationship Id="rId17" Type="http://schemas.openxmlformats.org/officeDocument/2006/relationships/slideLayout" Target="../slideLayouts/slideLayout70.xml"/><Relationship Id="rId25" Type="http://schemas.openxmlformats.org/officeDocument/2006/relationships/slideLayout" Target="../slideLayouts/slideLayout78.xml"/><Relationship Id="rId33" Type="http://schemas.openxmlformats.org/officeDocument/2006/relationships/tags" Target="../tags/tag20.xml"/><Relationship Id="rId38" Type="http://schemas.openxmlformats.org/officeDocument/2006/relationships/image" Target="../media/image3.svg"/><Relationship Id="rId2" Type="http://schemas.openxmlformats.org/officeDocument/2006/relationships/slideLayout" Target="../slideLayouts/slideLayout55.xml"/><Relationship Id="rId16" Type="http://schemas.openxmlformats.org/officeDocument/2006/relationships/slideLayout" Target="../slideLayouts/slideLayout69.xml"/><Relationship Id="rId20" Type="http://schemas.openxmlformats.org/officeDocument/2006/relationships/slideLayout" Target="../slideLayouts/slideLayout73.xml"/><Relationship Id="rId29" Type="http://schemas.openxmlformats.org/officeDocument/2006/relationships/slideLayout" Target="../slideLayouts/slideLayout82.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24" Type="http://schemas.openxmlformats.org/officeDocument/2006/relationships/slideLayout" Target="../slideLayouts/slideLayout77.xml"/><Relationship Id="rId32" Type="http://schemas.openxmlformats.org/officeDocument/2006/relationships/theme" Target="../theme/theme3.xml"/><Relationship Id="rId37" Type="http://schemas.openxmlformats.org/officeDocument/2006/relationships/image" Target="../media/image2.png"/><Relationship Id="rId5" Type="http://schemas.openxmlformats.org/officeDocument/2006/relationships/slideLayout" Target="../slideLayouts/slideLayout58.xml"/><Relationship Id="rId15" Type="http://schemas.openxmlformats.org/officeDocument/2006/relationships/slideLayout" Target="../slideLayouts/slideLayout68.xml"/><Relationship Id="rId23" Type="http://schemas.openxmlformats.org/officeDocument/2006/relationships/slideLayout" Target="../slideLayouts/slideLayout76.xml"/><Relationship Id="rId28" Type="http://schemas.openxmlformats.org/officeDocument/2006/relationships/slideLayout" Target="../slideLayouts/slideLayout81.xml"/><Relationship Id="rId36" Type="http://schemas.openxmlformats.org/officeDocument/2006/relationships/image" Target="../media/image1.emf"/><Relationship Id="rId10" Type="http://schemas.openxmlformats.org/officeDocument/2006/relationships/slideLayout" Target="../slideLayouts/slideLayout63.xml"/><Relationship Id="rId19" Type="http://schemas.openxmlformats.org/officeDocument/2006/relationships/slideLayout" Target="../slideLayouts/slideLayout72.xml"/><Relationship Id="rId31" Type="http://schemas.openxmlformats.org/officeDocument/2006/relationships/slideLayout" Target="../slideLayouts/slideLayout84.xml"/><Relationship Id="rId4" Type="http://schemas.openxmlformats.org/officeDocument/2006/relationships/slideLayout" Target="../slideLayouts/slideLayout57.xml"/><Relationship Id="rId9" Type="http://schemas.openxmlformats.org/officeDocument/2006/relationships/slideLayout" Target="../slideLayouts/slideLayout62.xml"/><Relationship Id="rId14" Type="http://schemas.openxmlformats.org/officeDocument/2006/relationships/slideLayout" Target="../slideLayouts/slideLayout67.xml"/><Relationship Id="rId22" Type="http://schemas.openxmlformats.org/officeDocument/2006/relationships/slideLayout" Target="../slideLayouts/slideLayout75.xml"/><Relationship Id="rId27" Type="http://schemas.openxmlformats.org/officeDocument/2006/relationships/slideLayout" Target="../slideLayouts/slideLayout80.xml"/><Relationship Id="rId30" Type="http://schemas.openxmlformats.org/officeDocument/2006/relationships/slideLayout" Target="../slideLayouts/slideLayout83.xml"/><Relationship Id="rId35" Type="http://schemas.openxmlformats.org/officeDocument/2006/relationships/oleObject" Target="../embeddings/oleObject1.bin"/><Relationship Id="rId8" Type="http://schemas.openxmlformats.org/officeDocument/2006/relationships/slideLayout" Target="../slideLayouts/slideLayout61.xml"/><Relationship Id="rId3"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2280360-3C6D-A798-8CAC-A26D562C3683}"/>
              </a:ext>
            </a:extLst>
          </p:cNvPr>
          <p:cNvGraphicFramePr>
            <a:graphicFrameLocks noChangeAspect="1"/>
          </p:cNvGraphicFramePr>
          <p:nvPr>
            <p:custDataLst>
              <p:tags r:id="rId34"/>
            </p:custDataLst>
            <p:extLst>
              <p:ext uri="{D42A27DB-BD31-4B8C-83A1-F6EECF244321}">
                <p14:modId xmlns:p14="http://schemas.microsoft.com/office/powerpoint/2010/main" val="9662590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6" imgW="425" imgH="424" progId="TCLayout.ActiveDocument.1">
                  <p:embed/>
                </p:oleObj>
              </mc:Choice>
              <mc:Fallback>
                <p:oleObj name="think-cell Slide" r:id="rId36" imgW="425" imgH="424" progId="TCLayout.ActiveDocument.1">
                  <p:embed/>
                  <p:pic>
                    <p:nvPicPr>
                      <p:cNvPr id="3" name="Object 2" hidden="1">
                        <a:extLst>
                          <a:ext uri="{FF2B5EF4-FFF2-40B4-BE49-F238E27FC236}">
                            <a16:creationId xmlns:a16="http://schemas.microsoft.com/office/drawing/2014/main" id="{92280360-3C6D-A798-8CAC-A26D562C3683}"/>
                          </a:ext>
                        </a:extLst>
                      </p:cNvPr>
                      <p:cNvPicPr/>
                      <p:nvPr/>
                    </p:nvPicPr>
                    <p:blipFill>
                      <a:blip r:embed="rId37"/>
                      <a:stretch>
                        <a:fillRect/>
                      </a:stretch>
                    </p:blipFill>
                    <p:spPr>
                      <a:xfrm>
                        <a:off x="1588" y="1588"/>
                        <a:ext cx="1588" cy="1588"/>
                      </a:xfrm>
                      <a:prstGeom prst="rect">
                        <a:avLst/>
                      </a:prstGeom>
                    </p:spPr>
                  </p:pic>
                </p:oleObj>
              </mc:Fallback>
            </mc:AlternateContent>
          </a:graphicData>
        </a:graphic>
      </p:graphicFrame>
      <p:sp>
        <p:nvSpPr>
          <p:cNvPr id="5" name="Footer Placeholder 4"/>
          <p:cNvSpPr>
            <a:spLocks noGrp="1"/>
          </p:cNvSpPr>
          <p:nvPr>
            <p:ph type="ftr" sz="quarter" idx="3"/>
          </p:nvPr>
        </p:nvSpPr>
        <p:spPr>
          <a:xfrm>
            <a:off x="4017963" y="6343650"/>
            <a:ext cx="5600700" cy="269875"/>
          </a:xfrm>
          <a:prstGeom prst="rect">
            <a:avLst/>
          </a:prstGeom>
        </p:spPr>
        <p:txBody>
          <a:bodyPr vert="horz" lIns="0" tIns="0" rIns="0" bIns="0" rtlCol="0" anchor="b" anchorCtr="0">
            <a:noAutofit/>
          </a:bodyPr>
          <a:lstStyle>
            <a:lvl1pPr algn="l">
              <a:defRPr sz="1200">
                <a:solidFill>
                  <a:schemeClr val="tx1"/>
                </a:solidFill>
              </a:defRPr>
            </a:lvl1pPr>
          </a:lstStyle>
          <a:p>
            <a:endParaRPr lang="en-GB"/>
          </a:p>
        </p:txBody>
      </p:sp>
      <p:sp>
        <p:nvSpPr>
          <p:cNvPr id="6" name="Slide Number Placeholder 5"/>
          <p:cNvSpPr>
            <a:spLocks noGrp="1"/>
          </p:cNvSpPr>
          <p:nvPr>
            <p:ph type="sldNum" sz="quarter" idx="4"/>
          </p:nvPr>
        </p:nvSpPr>
        <p:spPr>
          <a:xfrm>
            <a:off x="365125" y="6343650"/>
            <a:ext cx="540000" cy="269875"/>
          </a:xfrm>
          <a:prstGeom prst="rect">
            <a:avLst/>
          </a:prstGeom>
        </p:spPr>
        <p:txBody>
          <a:bodyPr vert="horz" lIns="0" tIns="0" rIns="0" bIns="0" rtlCol="0" anchor="b" anchorCtr="0">
            <a:noAutofit/>
          </a:bodyPr>
          <a:lstStyle>
            <a:lvl1pPr algn="l">
              <a:defRPr sz="1000">
                <a:solidFill>
                  <a:schemeClr val="tx1"/>
                </a:solidFill>
              </a:defRPr>
            </a:lvl1pPr>
          </a:lstStyle>
          <a:p>
            <a:fld id="{9F9F533D-B52E-4A2F-BF72-0ADD2D94BD75}" type="slidenum">
              <a:rPr lang="en-GB" smtClean="0"/>
              <a:pPr/>
              <a:t>‹#›</a:t>
            </a:fld>
            <a:endParaRPr lang="en-GB"/>
          </a:p>
        </p:txBody>
      </p:sp>
      <p:sp>
        <p:nvSpPr>
          <p:cNvPr id="4" name="Title Placeholder 3"/>
          <p:cNvSpPr>
            <a:spLocks noGrp="1"/>
          </p:cNvSpPr>
          <p:nvPr>
            <p:ph type="title"/>
          </p:nvPr>
        </p:nvSpPr>
        <p:spPr>
          <a:xfrm>
            <a:off x="365125" y="242888"/>
            <a:ext cx="11460163" cy="430887"/>
          </a:xfrm>
          <a:prstGeom prst="rect">
            <a:avLst/>
          </a:prstGeom>
        </p:spPr>
        <p:txBody>
          <a:bodyPr vert="horz" lIns="0" tIns="0" rIns="0" bIns="0" rtlCol="0" anchor="b" anchorCtr="0">
            <a:noAutofit/>
          </a:bodyPr>
          <a:lstStyle/>
          <a:p>
            <a:r>
              <a:rPr lang="en-GB"/>
              <a:t>Click to enter slide title</a:t>
            </a:r>
          </a:p>
        </p:txBody>
      </p:sp>
      <p:sp>
        <p:nvSpPr>
          <p:cNvPr id="7" name="Date Placeholder 6"/>
          <p:cNvSpPr>
            <a:spLocks noGrp="1"/>
          </p:cNvSpPr>
          <p:nvPr>
            <p:ph type="dt" sz="half" idx="2"/>
          </p:nvPr>
        </p:nvSpPr>
        <p:spPr>
          <a:xfrm>
            <a:off x="931069" y="6343650"/>
            <a:ext cx="2776537" cy="269875"/>
          </a:xfrm>
          <a:prstGeom prst="rect">
            <a:avLst/>
          </a:prstGeom>
        </p:spPr>
        <p:txBody>
          <a:bodyPr vert="horz" lIns="0" tIns="0" rIns="0" bIns="0" rtlCol="0" anchor="b" anchorCtr="0">
            <a:noAutofit/>
          </a:bodyPr>
          <a:lstStyle>
            <a:lvl1pPr algn="l">
              <a:defRPr sz="1000">
                <a:solidFill>
                  <a:schemeClr val="tx1"/>
                </a:solidFill>
              </a:defRPr>
            </a:lvl1pPr>
          </a:lstStyle>
          <a:p>
            <a:fld id="{346B58B4-0D72-4C8B-9355-854FB5782278}" type="datetime4">
              <a:rPr lang="en-GB" smtClean="0"/>
              <a:pPr/>
              <a:t>22 July 2025</a:t>
            </a:fld>
            <a:endParaRPr lang="en-GB"/>
          </a:p>
        </p:txBody>
      </p:sp>
      <p:sp>
        <p:nvSpPr>
          <p:cNvPr id="8" name="Text Placeholder 2">
            <a:extLst>
              <a:ext uri="{FF2B5EF4-FFF2-40B4-BE49-F238E27FC236}">
                <a16:creationId xmlns:a16="http://schemas.microsoft.com/office/drawing/2014/main" id="{BBC2AD35-7761-4742-BEF1-3D0CAD2E1DED}"/>
              </a:ext>
            </a:extLst>
          </p:cNvPr>
          <p:cNvSpPr>
            <a:spLocks noGrp="1"/>
          </p:cNvSpPr>
          <p:nvPr>
            <p:ph type="body" idx="1"/>
          </p:nvPr>
        </p:nvSpPr>
        <p:spPr>
          <a:xfrm>
            <a:off x="365125" y="1303338"/>
            <a:ext cx="11460163" cy="4787899"/>
          </a:xfrm>
          <a:prstGeom prst="rect">
            <a:avLst/>
          </a:prstGeom>
        </p:spPr>
        <p:txBody>
          <a:bodyPr vert="horz" lIns="36000" tIns="36000" rIns="36000" bIns="36000" rtlCol="0">
            <a:noAutofit/>
          </a:bodyPr>
          <a:lstStyle/>
          <a:p>
            <a:pPr lvl="0"/>
            <a:r>
              <a:rPr lang="en-GB"/>
              <a:t>Click to enter text content.</a:t>
            </a:r>
            <a:br>
              <a:rPr lang="en-GB"/>
            </a:br>
            <a:r>
              <a:rPr lang="en-GB"/>
              <a:t>To increase bullet level, select your text &gt; press ‘Tab’.</a:t>
            </a:r>
            <a:br>
              <a:rPr lang="en-GB"/>
            </a:br>
            <a:r>
              <a:rPr lang="en-GB"/>
              <a:t>To decrease bullet level, select your text &gt; press ‘Shift’ + ‘Tab’.</a:t>
            </a:r>
            <a:br>
              <a:rPr lang="en-GB"/>
            </a:br>
            <a:r>
              <a:rPr lang="en-GB"/>
              <a:t>To remove bullet levels, select your text &gt; right click &gt; press ‘bullets’.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a:p>
            <a:pPr lvl="4"/>
            <a:endParaRPr lang="en-GB"/>
          </a:p>
        </p:txBody>
      </p:sp>
      <p:graphicFrame>
        <p:nvGraphicFramePr>
          <p:cNvPr id="2" name="Object 1" hidden="1">
            <a:extLst>
              <a:ext uri="{FF2B5EF4-FFF2-40B4-BE49-F238E27FC236}">
                <a16:creationId xmlns:a16="http://schemas.microsoft.com/office/drawing/2014/main" id="{68282CB4-0FD8-B104-9321-BA11F0350884}"/>
              </a:ext>
            </a:extLst>
          </p:cNvPr>
          <p:cNvGraphicFramePr>
            <a:graphicFrameLocks noChangeAspect="1"/>
          </p:cNvGraphicFramePr>
          <p:nvPr userDrawn="1">
            <p:custDataLst>
              <p:tags r:id="rId35"/>
            </p:custDataLst>
            <p:extLst>
              <p:ext uri="{D42A27DB-BD31-4B8C-83A1-F6EECF244321}">
                <p14:modId xmlns:p14="http://schemas.microsoft.com/office/powerpoint/2010/main" val="9662590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6" imgW="425" imgH="424" progId="TCLayout.ActiveDocument.1">
                  <p:embed/>
                </p:oleObj>
              </mc:Choice>
              <mc:Fallback>
                <p:oleObj name="think-cell Slide" r:id="rId36" imgW="425" imgH="424" progId="TCLayout.ActiveDocument.1">
                  <p:embed/>
                  <p:pic>
                    <p:nvPicPr>
                      <p:cNvPr id="2" name="Object 1" hidden="1">
                        <a:extLst>
                          <a:ext uri="{FF2B5EF4-FFF2-40B4-BE49-F238E27FC236}">
                            <a16:creationId xmlns:a16="http://schemas.microsoft.com/office/drawing/2014/main" id="{68282CB4-0FD8-B104-9321-BA11F0350884}"/>
                          </a:ext>
                        </a:extLst>
                      </p:cNvPr>
                      <p:cNvPicPr/>
                      <p:nvPr/>
                    </p:nvPicPr>
                    <p:blipFill>
                      <a:blip r:embed="rId37"/>
                      <a:stretch>
                        <a:fillRect/>
                      </a:stretch>
                    </p:blipFill>
                    <p:spPr>
                      <a:xfrm>
                        <a:off x="1588" y="1588"/>
                        <a:ext cx="1588" cy="1588"/>
                      </a:xfrm>
                      <a:prstGeom prst="rect">
                        <a:avLst/>
                      </a:prstGeom>
                    </p:spPr>
                  </p:pic>
                </p:oleObj>
              </mc:Fallback>
            </mc:AlternateContent>
          </a:graphicData>
        </a:graphic>
      </p:graphicFrame>
      <p:pic>
        <p:nvPicPr>
          <p:cNvPr id="9" name="Graphic 8">
            <a:extLst>
              <a:ext uri="{FF2B5EF4-FFF2-40B4-BE49-F238E27FC236}">
                <a16:creationId xmlns:a16="http://schemas.microsoft.com/office/drawing/2014/main" id="{513F435A-26DB-9587-4A92-DAC0283A06EB}"/>
              </a:ext>
            </a:extLst>
          </p:cNvPr>
          <p:cNvPicPr>
            <a:picLocks noChangeAspect="1"/>
          </p:cNvPicPr>
          <p:nvPr userDrawn="1"/>
        </p:nvPicPr>
        <p:blipFill>
          <a:blip r:embed="rId38" cstate="print">
            <a:extLst>
              <a:ext uri="{28A0092B-C50C-407E-A947-70E740481C1C}">
                <a14:useLocalDpi xmlns:a14="http://schemas.microsoft.com/office/drawing/2010/main"/>
              </a:ext>
              <a:ext uri="{96DAC541-7B7A-43D3-8B79-37D633B846F1}">
                <asvg:svgBlip xmlns:asvg="http://schemas.microsoft.com/office/drawing/2016/SVG/main" r:embed="rId39"/>
              </a:ext>
            </a:extLst>
          </a:blip>
          <a:stretch>
            <a:fillRect/>
          </a:stretch>
        </p:blipFill>
        <p:spPr>
          <a:xfrm>
            <a:off x="11004551" y="6354213"/>
            <a:ext cx="820737" cy="247406"/>
          </a:xfrm>
          <a:prstGeom prst="rect">
            <a:avLst/>
          </a:prstGeom>
        </p:spPr>
      </p:pic>
    </p:spTree>
    <p:extLst>
      <p:ext uri="{BB962C8B-B14F-4D97-AF65-F5344CB8AC3E}">
        <p14:creationId xmlns:p14="http://schemas.microsoft.com/office/powerpoint/2010/main" val="22375184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Lst>
  <p:hf hdr="0" ftr="0"/>
  <p:txStyles>
    <p:titleStyle>
      <a:lvl1pPr algn="l" defTabSz="1219170" rtl="0" eaLnBrk="1" latinLnBrk="0" hangingPunct="1">
        <a:lnSpc>
          <a:spcPct val="100000"/>
        </a:lnSpc>
        <a:spcBef>
          <a:spcPct val="0"/>
        </a:spcBef>
        <a:buNone/>
        <a:defRPr sz="2800" b="1" kern="1200">
          <a:solidFill>
            <a:schemeClr val="tx2"/>
          </a:solidFill>
          <a:latin typeface="+mj-lt"/>
          <a:ea typeface="+mj-ea"/>
          <a:cs typeface="+mj-cs"/>
        </a:defRPr>
      </a:lvl1pPr>
    </p:titleStyle>
    <p:bodyStyle>
      <a:lvl1pPr marL="359991" indent="-359991" algn="l" defTabSz="1219170" rtl="0" eaLnBrk="1" latinLnBrk="0" hangingPunct="1">
        <a:spcBef>
          <a:spcPts val="300"/>
        </a:spcBef>
        <a:spcAft>
          <a:spcPts val="300"/>
        </a:spcAft>
        <a:buClr>
          <a:schemeClr val="tx2"/>
        </a:buClr>
        <a:buSzPct val="110000"/>
        <a:buFont typeface="Arial" panose="020B0604020202020204" pitchFamily="34" charset="0"/>
        <a:buChar char="•"/>
        <a:defRPr sz="2200" kern="1200">
          <a:solidFill>
            <a:schemeClr val="tx1"/>
          </a:solidFill>
          <a:latin typeface="+mn-lt"/>
          <a:ea typeface="+mn-ea"/>
          <a:cs typeface="+mn-cs"/>
        </a:defRPr>
      </a:lvl1pPr>
      <a:lvl2pPr marL="717533" indent="-359991" algn="l" defTabSz="1219170" rtl="0" eaLnBrk="1" latinLnBrk="0" hangingPunct="1">
        <a:spcBef>
          <a:spcPts val="300"/>
        </a:spcBef>
        <a:spcAft>
          <a:spcPts val="300"/>
        </a:spcAft>
        <a:buClr>
          <a:schemeClr val="tx1"/>
        </a:buClr>
        <a:buFont typeface="Arial" panose="020B0604020202020204" pitchFamily="34" charset="0"/>
        <a:buChar char="­"/>
        <a:defRPr sz="2000" kern="1200">
          <a:solidFill>
            <a:schemeClr val="tx1"/>
          </a:solidFill>
          <a:latin typeface="+mn-lt"/>
          <a:ea typeface="+mn-ea"/>
          <a:cs typeface="+mn-cs"/>
        </a:defRPr>
      </a:lvl2pPr>
      <a:lvl3pPr marL="1079973" indent="-359991" algn="l" defTabSz="1219170" rtl="0" eaLnBrk="1" latinLnBrk="0" hangingPunct="1">
        <a:spcBef>
          <a:spcPts val="300"/>
        </a:spcBef>
        <a:spcAft>
          <a:spcPts val="300"/>
        </a:spcAft>
        <a:buClr>
          <a:schemeClr val="tx1"/>
        </a:buClr>
        <a:buFont typeface="Arial" panose="020B0604020202020204" pitchFamily="34" charset="0"/>
        <a:buChar char="­"/>
        <a:defRPr sz="1800" kern="1200">
          <a:solidFill>
            <a:schemeClr val="tx1"/>
          </a:solidFill>
          <a:latin typeface="+mn-lt"/>
          <a:ea typeface="+mn-ea"/>
          <a:cs typeface="+mn-cs"/>
        </a:defRPr>
      </a:lvl3pPr>
      <a:lvl4pPr marL="1441415" indent="-359991" algn="l" defTabSz="1219170" rtl="0" eaLnBrk="1" latinLnBrk="0" hangingPunct="1">
        <a:spcBef>
          <a:spcPts val="300"/>
        </a:spcBef>
        <a:spcAft>
          <a:spcPts val="300"/>
        </a:spcAft>
        <a:buClr>
          <a:schemeClr val="tx1"/>
        </a:buClr>
        <a:buFont typeface="Arial" panose="020B0604020202020204" pitchFamily="34" charset="0"/>
        <a:buChar char="­"/>
        <a:defRPr sz="1600" kern="1200">
          <a:solidFill>
            <a:schemeClr val="tx1"/>
          </a:solidFill>
          <a:latin typeface="+mn-lt"/>
          <a:ea typeface="+mn-ea"/>
          <a:cs typeface="+mn-cs"/>
        </a:defRPr>
      </a:lvl4pPr>
      <a:lvl5pPr marL="1799955" indent="-359991" algn="l" defTabSz="1219170" rtl="0" eaLnBrk="1" latinLnBrk="0" hangingPunct="1">
        <a:spcBef>
          <a:spcPts val="300"/>
        </a:spcBef>
        <a:spcAft>
          <a:spcPts val="300"/>
        </a:spcAft>
        <a:buClr>
          <a:schemeClr val="tx1"/>
        </a:buClr>
        <a:buFont typeface="Arial" panose="020B0604020202020204" pitchFamily="34" charset="0"/>
        <a:buChar char="­"/>
        <a:defRPr sz="14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28">
          <p15:clr>
            <a:srgbClr val="A6A6A6"/>
          </p15:clr>
        </p15:guide>
        <p15:guide id="29" pos="7680">
          <p15:clr>
            <a:srgbClr val="A6A6A6"/>
          </p15:clr>
        </p15:guide>
        <p15:guide id="30" pos="230">
          <p15:clr>
            <a:srgbClr val="A6A6A6"/>
          </p15:clr>
        </p15:guide>
        <p15:guide id="31" pos="1301">
          <p15:clr>
            <a:srgbClr val="A6A6A6"/>
          </p15:clr>
        </p15:guide>
        <p15:guide id="32" pos="1461">
          <p15:clr>
            <a:srgbClr val="A6A6A6"/>
          </p15:clr>
        </p15:guide>
        <p15:guide id="33" pos="2531">
          <p15:clr>
            <a:srgbClr val="A6A6A6"/>
          </p15:clr>
        </p15:guide>
        <p15:guide id="34" pos="2690">
          <p15:clr>
            <a:srgbClr val="A6A6A6"/>
          </p15:clr>
        </p15:guide>
        <p15:guide id="35" pos="3759">
          <p15:clr>
            <a:srgbClr val="A6A6A6"/>
          </p15:clr>
        </p15:guide>
        <p15:guide id="36" pos="3920">
          <p15:clr>
            <a:srgbClr val="A6A6A6"/>
          </p15:clr>
        </p15:guide>
        <p15:guide id="37" pos="4989">
          <p15:clr>
            <a:srgbClr val="A6A6A6"/>
          </p15:clr>
        </p15:guide>
        <p15:guide id="38" pos="5148">
          <p15:clr>
            <a:srgbClr val="A6A6A6"/>
          </p15:clr>
        </p15:guide>
        <p15:guide id="39" pos="6218">
          <p15:clr>
            <a:srgbClr val="A6A6A6"/>
          </p15:clr>
        </p15:guide>
        <p15:guide id="40" pos="6378">
          <p15:clr>
            <a:srgbClr val="A6A6A6"/>
          </p15:clr>
        </p15:guide>
        <p15:guide id="41" pos="7449">
          <p15:clr>
            <a:srgbClr val="A6A6A6"/>
          </p15:clr>
        </p15:guide>
        <p15:guide id="42" orient="horz">
          <p15:clr>
            <a:srgbClr val="A6A6A6"/>
          </p15:clr>
        </p15:guide>
        <p15:guide id="43" orient="horz" pos="4315">
          <p15:clr>
            <a:srgbClr val="A6A6A6"/>
          </p15:clr>
        </p15:guide>
        <p15:guide id="44" orient="horz" pos="153">
          <p15:clr>
            <a:srgbClr val="A6A6A6"/>
          </p15:clr>
        </p15:guide>
        <p15:guide id="45" orient="horz" pos="686">
          <p15:clr>
            <a:srgbClr val="A6A6A6"/>
          </p15:clr>
        </p15:guide>
        <p15:guide id="46" orient="horz" pos="821">
          <p15:clr>
            <a:srgbClr val="A6A6A6"/>
          </p15:clr>
        </p15:guide>
        <p15:guide id="47" orient="horz" pos="1323">
          <p15:clr>
            <a:srgbClr val="A6A6A6"/>
          </p15:clr>
        </p15:guide>
        <p15:guide id="48" orient="horz" pos="2330">
          <p15:clr>
            <a:srgbClr val="A6A6A6"/>
          </p15:clr>
        </p15:guide>
        <p15:guide id="49" orient="horz" pos="3335">
          <p15:clr>
            <a:srgbClr val="A6A6A6"/>
          </p15:clr>
        </p15:guide>
        <p15:guide id="50" orient="horz" pos="3837">
          <p15:clr>
            <a:srgbClr val="A6A6A6"/>
          </p15:clr>
        </p15:guide>
        <p15:guide id="51" orient="horz" pos="4166">
          <p15:clr>
            <a:srgbClr val="A6A6A6"/>
          </p15:clr>
        </p15:guide>
        <p15:guide id="52" orient="horz" pos="1827">
          <p15:clr>
            <a:srgbClr val="A4A3A4"/>
          </p15:clr>
        </p15:guide>
        <p15:guide id="53" orient="horz" pos="2832">
          <p15:clr>
            <a:srgbClr val="A4A3A4"/>
          </p15:clr>
        </p15:guide>
        <p15:guide id="54" orient="horz" pos="3996">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478869" y="6272002"/>
            <a:ext cx="3420032" cy="365125"/>
          </a:xfrm>
          <a:prstGeom prst="rect">
            <a:avLst/>
          </a:prstGeom>
        </p:spPr>
        <p:txBody>
          <a:bodyPr vert="horz" lIns="0" tIns="0" rIns="0" bIns="0" rtlCol="0" anchor="t" anchorCtr="0"/>
          <a:lstStyle>
            <a:lvl1pPr algn="l">
              <a:defRPr sz="1067">
                <a:solidFill>
                  <a:schemeClr val="tx1"/>
                </a:solidFill>
              </a:defRPr>
            </a:lvl1pPr>
          </a:lstStyle>
          <a:p>
            <a:r>
              <a:rPr lang="en-GB"/>
              <a:t>16x9 core template</a:t>
            </a:r>
          </a:p>
        </p:txBody>
      </p:sp>
      <p:sp>
        <p:nvSpPr>
          <p:cNvPr id="6" name="Slide Number Placeholder 5"/>
          <p:cNvSpPr>
            <a:spLocks noGrp="1"/>
          </p:cNvSpPr>
          <p:nvPr>
            <p:ph type="sldNum" sz="quarter" idx="4"/>
          </p:nvPr>
        </p:nvSpPr>
        <p:spPr>
          <a:xfrm>
            <a:off x="10604039" y="6272002"/>
            <a:ext cx="1106831" cy="365125"/>
          </a:xfrm>
          <a:prstGeom prst="rect">
            <a:avLst/>
          </a:prstGeom>
        </p:spPr>
        <p:txBody>
          <a:bodyPr vert="horz" lIns="72000" tIns="0" rIns="0" bIns="0" rtlCol="0" anchor="t" anchorCtr="0"/>
          <a:lstStyle>
            <a:lvl1pPr algn="r">
              <a:defRPr sz="1067">
                <a:solidFill>
                  <a:schemeClr val="tx1"/>
                </a:solidFill>
              </a:defRPr>
            </a:lvl1pPr>
          </a:lstStyle>
          <a:p>
            <a:fld id="{9F9F533D-B52E-4A2F-BF72-0ADD2D94BD75}" type="slidenum">
              <a:rPr lang="en-GB" smtClean="0"/>
              <a:pPr/>
              <a:t>‹#›</a:t>
            </a:fld>
            <a:endParaRPr lang="en-GB"/>
          </a:p>
        </p:txBody>
      </p:sp>
      <p:sp>
        <p:nvSpPr>
          <p:cNvPr id="4" name="Title Placeholder 3"/>
          <p:cNvSpPr>
            <a:spLocks noGrp="1"/>
          </p:cNvSpPr>
          <p:nvPr>
            <p:ph type="title"/>
          </p:nvPr>
        </p:nvSpPr>
        <p:spPr>
          <a:xfrm>
            <a:off x="478870" y="384852"/>
            <a:ext cx="10102852" cy="451405"/>
          </a:xfrm>
          <a:prstGeom prst="rect">
            <a:avLst/>
          </a:prstGeom>
        </p:spPr>
        <p:txBody>
          <a:bodyPr vert="horz" lIns="0" tIns="0" rIns="0" bIns="0" rtlCol="0" anchor="t" anchorCtr="0">
            <a:spAutoFit/>
          </a:bodyPr>
          <a:lstStyle/>
          <a:p>
            <a:r>
              <a:rPr lang="en-US"/>
              <a:t>Click to edit Master heading style</a:t>
            </a:r>
            <a:endParaRPr lang="en-GB"/>
          </a:p>
        </p:txBody>
      </p:sp>
      <p:sp>
        <p:nvSpPr>
          <p:cNvPr id="7" name="Date Placeholder 6"/>
          <p:cNvSpPr>
            <a:spLocks noGrp="1"/>
          </p:cNvSpPr>
          <p:nvPr>
            <p:ph type="dt" sz="half" idx="2"/>
          </p:nvPr>
        </p:nvSpPr>
        <p:spPr>
          <a:xfrm>
            <a:off x="3980329" y="6272002"/>
            <a:ext cx="4219640" cy="365125"/>
          </a:xfrm>
          <a:prstGeom prst="rect">
            <a:avLst/>
          </a:prstGeom>
        </p:spPr>
        <p:txBody>
          <a:bodyPr vert="horz" lIns="72000" tIns="0" rIns="72000" bIns="0" rtlCol="0" anchor="t" anchorCtr="1"/>
          <a:lstStyle>
            <a:lvl1pPr algn="l">
              <a:defRPr sz="1067">
                <a:solidFill>
                  <a:schemeClr val="tx1"/>
                </a:solidFill>
              </a:defRPr>
            </a:lvl1pPr>
          </a:lstStyle>
          <a:p>
            <a:pPr algn="ctr"/>
            <a:r>
              <a:rPr lang="en-US"/>
              <a:t>Insert your date / confidentiality text here</a:t>
            </a:r>
            <a:endParaRPr lang="en-GB"/>
          </a:p>
        </p:txBody>
      </p:sp>
      <p:cxnSp>
        <p:nvCxnSpPr>
          <p:cNvPr id="10" name="Straight Connector 9"/>
          <p:cNvCxnSpPr/>
          <p:nvPr userDrawn="1"/>
        </p:nvCxnSpPr>
        <p:spPr>
          <a:xfrm>
            <a:off x="478869" y="6132244"/>
            <a:ext cx="1123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a:off x="478869" y="1438055"/>
            <a:ext cx="11232000"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pic>
        <p:nvPicPr>
          <p:cNvPr id="13" name="Picture 12"/>
          <p:cNvPicPr>
            <a:picLocks noChangeAspect="1"/>
          </p:cNvPicPr>
          <p:nvPr userDrawn="1"/>
        </p:nvPicPr>
        <p:blipFill>
          <a:blip r:embed="rId23" cstate="print">
            <a:extLst>
              <a:ext uri="{28A0092B-C50C-407E-A947-70E740481C1C}">
                <a14:useLocalDpi xmlns:a14="http://schemas.microsoft.com/office/drawing/2010/main" val="0"/>
              </a:ext>
            </a:extLst>
          </a:blip>
          <a:stretch>
            <a:fillRect/>
          </a:stretch>
        </p:blipFill>
        <p:spPr>
          <a:xfrm>
            <a:off x="10842378" y="316146"/>
            <a:ext cx="999577" cy="959319"/>
          </a:xfrm>
          <a:prstGeom prst="rect">
            <a:avLst/>
          </a:prstGeom>
        </p:spPr>
      </p:pic>
    </p:spTree>
    <p:extLst>
      <p:ext uri="{BB962C8B-B14F-4D97-AF65-F5344CB8AC3E}">
        <p14:creationId xmlns:p14="http://schemas.microsoft.com/office/powerpoint/2010/main" val="2052336744"/>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 id="2147483709" r:id="rId16"/>
    <p:sldLayoutId id="2147483710" r:id="rId17"/>
    <p:sldLayoutId id="2147483711" r:id="rId18"/>
    <p:sldLayoutId id="2147483712" r:id="rId19"/>
    <p:sldLayoutId id="2147483713" r:id="rId20"/>
    <p:sldLayoutId id="2147483714" r:id="rId21"/>
  </p:sldLayoutIdLst>
  <p:hf hdr="0"/>
  <p:txStyles>
    <p:titleStyle>
      <a:lvl1pPr algn="l" defTabSz="1219170" rtl="0" eaLnBrk="1" latinLnBrk="0" hangingPunct="1">
        <a:lnSpc>
          <a:spcPct val="100000"/>
        </a:lnSpc>
        <a:spcBef>
          <a:spcPct val="0"/>
        </a:spcBef>
        <a:buNone/>
        <a:defRPr sz="2933" b="1" kern="1200">
          <a:solidFill>
            <a:schemeClr val="bg2"/>
          </a:solidFill>
          <a:latin typeface="+mj-lt"/>
          <a:ea typeface="+mj-ea"/>
          <a:cs typeface="+mj-cs"/>
        </a:defRPr>
      </a:lvl1pPr>
    </p:titleStyle>
    <p:bodyStyle>
      <a:lvl1pPr marL="359991" indent="-359991" algn="l" defTabSz="1219170" rtl="0" eaLnBrk="1" latinLnBrk="0" hangingPunct="1">
        <a:spcBef>
          <a:spcPts val="0"/>
        </a:spcBef>
        <a:spcAft>
          <a:spcPts val="800"/>
        </a:spcAft>
        <a:buClr>
          <a:schemeClr val="tx1"/>
        </a:buClr>
        <a:buFont typeface="Arial" pitchFamily="34" charset="0"/>
        <a:buChar char="–"/>
        <a:defRPr sz="2133" kern="1200">
          <a:solidFill>
            <a:schemeClr val="tx1"/>
          </a:solidFill>
          <a:latin typeface="+mn-lt"/>
          <a:ea typeface="+mn-ea"/>
          <a:cs typeface="+mn-cs"/>
        </a:defRPr>
      </a:lvl1pPr>
      <a:lvl2pPr marL="717533" indent="-359991" algn="l" defTabSz="1219170" rtl="0" eaLnBrk="1" latinLnBrk="0" hangingPunct="1">
        <a:spcBef>
          <a:spcPts val="0"/>
        </a:spcBef>
        <a:spcAft>
          <a:spcPts val="800"/>
        </a:spcAft>
        <a:buFont typeface="Arial" pitchFamily="34" charset="0"/>
        <a:buChar char="–"/>
        <a:defRPr sz="1867" kern="1200">
          <a:solidFill>
            <a:schemeClr val="tx1"/>
          </a:solidFill>
          <a:latin typeface="+mn-lt"/>
          <a:ea typeface="+mn-ea"/>
          <a:cs typeface="+mn-cs"/>
        </a:defRPr>
      </a:lvl2pPr>
      <a:lvl3pPr marL="1079973" indent="-359991" algn="l" defTabSz="1219170" rtl="0" eaLnBrk="1" latinLnBrk="0" hangingPunct="1">
        <a:spcBef>
          <a:spcPts val="0"/>
        </a:spcBef>
        <a:spcAft>
          <a:spcPts val="800"/>
        </a:spcAft>
        <a:buFont typeface="Arial" pitchFamily="34" charset="0"/>
        <a:buChar char="–"/>
        <a:defRPr sz="1600" kern="1200">
          <a:solidFill>
            <a:schemeClr val="tx1"/>
          </a:solidFill>
          <a:latin typeface="+mn-lt"/>
          <a:ea typeface="+mn-ea"/>
          <a:cs typeface="+mn-cs"/>
        </a:defRPr>
      </a:lvl3pPr>
      <a:lvl4pPr marL="1441415" indent="-359991" algn="l" defTabSz="1219170" rtl="0" eaLnBrk="1" latinLnBrk="0" hangingPunct="1">
        <a:spcBef>
          <a:spcPts val="0"/>
        </a:spcBef>
        <a:spcAft>
          <a:spcPts val="800"/>
        </a:spcAft>
        <a:buFont typeface="Arial" pitchFamily="34" charset="0"/>
        <a:buChar char="–"/>
        <a:defRPr sz="1600" kern="1200">
          <a:solidFill>
            <a:schemeClr val="tx1"/>
          </a:solidFill>
          <a:latin typeface="+mn-lt"/>
          <a:ea typeface="+mn-ea"/>
          <a:cs typeface="+mn-cs"/>
        </a:defRPr>
      </a:lvl4pPr>
      <a:lvl5pPr marL="1799955" indent="-359991" algn="l" defTabSz="1219170" rtl="0" eaLnBrk="1" latinLnBrk="0" hangingPunct="1">
        <a:spcBef>
          <a:spcPts val="0"/>
        </a:spcBef>
        <a:spcAft>
          <a:spcPts val="800"/>
        </a:spcAft>
        <a:buFont typeface="Arial" pitchFamily="34" charset="0"/>
        <a:buChar char="–"/>
        <a:defRPr sz="1600" b="0" kern="1200">
          <a:solidFill>
            <a:schemeClr val="tx1"/>
          </a:solidFill>
          <a:latin typeface="+mn-lt"/>
          <a:ea typeface="+mn-ea"/>
          <a:cs typeface="+mn-cs"/>
        </a:defRPr>
      </a:lvl5pPr>
      <a:lvl6pPr marL="2159946" indent="-359991" algn="l" defTabSz="1219170" rtl="0" eaLnBrk="1" latinLnBrk="0" hangingPunct="1">
        <a:spcBef>
          <a:spcPts val="0"/>
        </a:spcBef>
        <a:spcAft>
          <a:spcPts val="800"/>
        </a:spcAft>
        <a:buFont typeface="Arial" pitchFamily="34" charset="0"/>
        <a:buChar char="–"/>
        <a:defRPr sz="1600" kern="1200">
          <a:solidFill>
            <a:schemeClr val="tx1"/>
          </a:solidFill>
          <a:latin typeface="+mn-lt"/>
          <a:ea typeface="+mn-ea"/>
          <a:cs typeface="+mn-cs"/>
        </a:defRPr>
      </a:lvl6pPr>
      <a:lvl7pPr marL="2399940" indent="-359991" algn="l" defTabSz="1219170" rtl="0" eaLnBrk="1" latinLnBrk="0" hangingPunct="1">
        <a:spcBef>
          <a:spcPts val="0"/>
        </a:spcBef>
        <a:spcAft>
          <a:spcPts val="800"/>
        </a:spcAft>
        <a:buFont typeface="Arial" pitchFamily="34" charset="0"/>
        <a:buChar char="–"/>
        <a:defRPr sz="1600" kern="1200">
          <a:solidFill>
            <a:schemeClr val="tx1"/>
          </a:solidFill>
          <a:latin typeface="+mn-lt"/>
          <a:ea typeface="+mn-ea"/>
          <a:cs typeface="+mn-cs"/>
        </a:defRPr>
      </a:lvl7pPr>
      <a:lvl8pPr marL="2759931" indent="-359991" algn="l" defTabSz="1219170" rtl="0" eaLnBrk="1" latinLnBrk="0" hangingPunct="1">
        <a:spcBef>
          <a:spcPts val="0"/>
        </a:spcBef>
        <a:spcAft>
          <a:spcPts val="800"/>
        </a:spcAft>
        <a:buFont typeface="Arial" pitchFamily="34" charset="0"/>
        <a:buChar char="–"/>
        <a:defRPr sz="1600" kern="1200">
          <a:solidFill>
            <a:schemeClr val="tx1"/>
          </a:solidFill>
          <a:latin typeface="+mn-lt"/>
          <a:ea typeface="+mn-ea"/>
          <a:cs typeface="+mn-cs"/>
        </a:defRPr>
      </a:lvl8pPr>
      <a:lvl9pPr marL="3119922" indent="-359991" algn="l" defTabSz="1219170" rtl="0" eaLnBrk="1" latinLnBrk="0" hangingPunct="1">
        <a:spcBef>
          <a:spcPts val="0"/>
        </a:spcBef>
        <a:spcAft>
          <a:spcPts val="800"/>
        </a:spcAft>
        <a:buFont typeface="Arial" pitchFamily="34" charset="0"/>
        <a:buChar char="–"/>
        <a:defRPr sz="16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2280360-3C6D-A798-8CAC-A26D562C3683}"/>
              </a:ext>
            </a:extLst>
          </p:cNvPr>
          <p:cNvGraphicFramePr>
            <a:graphicFrameLocks noChangeAspect="1"/>
          </p:cNvGraphicFramePr>
          <p:nvPr>
            <p:custDataLst>
              <p:tags r:id="rId33"/>
            </p:custDataLst>
            <p:extLst>
              <p:ext uri="{D42A27DB-BD31-4B8C-83A1-F6EECF244321}">
                <p14:modId xmlns:p14="http://schemas.microsoft.com/office/powerpoint/2010/main" val="9662590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5" imgW="425" imgH="424" progId="TCLayout.ActiveDocument.1">
                  <p:embed/>
                </p:oleObj>
              </mc:Choice>
              <mc:Fallback>
                <p:oleObj name="think-cell Slide" r:id="rId35" imgW="425" imgH="424" progId="TCLayout.ActiveDocument.1">
                  <p:embed/>
                  <p:pic>
                    <p:nvPicPr>
                      <p:cNvPr id="3" name="Object 2" hidden="1">
                        <a:extLst>
                          <a:ext uri="{FF2B5EF4-FFF2-40B4-BE49-F238E27FC236}">
                            <a16:creationId xmlns:a16="http://schemas.microsoft.com/office/drawing/2014/main" id="{92280360-3C6D-A798-8CAC-A26D562C3683}"/>
                          </a:ext>
                        </a:extLst>
                      </p:cNvPr>
                      <p:cNvPicPr/>
                      <p:nvPr/>
                    </p:nvPicPr>
                    <p:blipFill>
                      <a:blip r:embed="rId36"/>
                      <a:stretch>
                        <a:fillRect/>
                      </a:stretch>
                    </p:blipFill>
                    <p:spPr>
                      <a:xfrm>
                        <a:off x="1588" y="1588"/>
                        <a:ext cx="1588" cy="1588"/>
                      </a:xfrm>
                      <a:prstGeom prst="rect">
                        <a:avLst/>
                      </a:prstGeom>
                    </p:spPr>
                  </p:pic>
                </p:oleObj>
              </mc:Fallback>
            </mc:AlternateContent>
          </a:graphicData>
        </a:graphic>
      </p:graphicFrame>
      <p:sp>
        <p:nvSpPr>
          <p:cNvPr id="5" name="Footer Placeholder 4"/>
          <p:cNvSpPr>
            <a:spLocks noGrp="1"/>
          </p:cNvSpPr>
          <p:nvPr>
            <p:ph type="ftr" sz="quarter" idx="3"/>
          </p:nvPr>
        </p:nvSpPr>
        <p:spPr>
          <a:xfrm>
            <a:off x="4017963" y="6343650"/>
            <a:ext cx="5600700" cy="269875"/>
          </a:xfrm>
          <a:prstGeom prst="rect">
            <a:avLst/>
          </a:prstGeom>
        </p:spPr>
        <p:txBody>
          <a:bodyPr vert="horz" lIns="0" tIns="0" rIns="0" bIns="0" rtlCol="0" anchor="b" anchorCtr="0">
            <a:noAutofit/>
          </a:bodyPr>
          <a:lstStyle>
            <a:lvl1pPr algn="l">
              <a:defRPr sz="1200">
                <a:solidFill>
                  <a:schemeClr val="tx1"/>
                </a:solidFill>
              </a:defRPr>
            </a:lvl1pPr>
          </a:lstStyle>
          <a:p>
            <a:endParaRPr lang="en-GB"/>
          </a:p>
        </p:txBody>
      </p:sp>
      <p:sp>
        <p:nvSpPr>
          <p:cNvPr id="6" name="Slide Number Placeholder 5"/>
          <p:cNvSpPr>
            <a:spLocks noGrp="1"/>
          </p:cNvSpPr>
          <p:nvPr>
            <p:ph type="sldNum" sz="quarter" idx="4"/>
          </p:nvPr>
        </p:nvSpPr>
        <p:spPr>
          <a:xfrm>
            <a:off x="365125" y="6343650"/>
            <a:ext cx="540000" cy="269875"/>
          </a:xfrm>
          <a:prstGeom prst="rect">
            <a:avLst/>
          </a:prstGeom>
        </p:spPr>
        <p:txBody>
          <a:bodyPr vert="horz" lIns="0" tIns="0" rIns="0" bIns="0" rtlCol="0" anchor="b" anchorCtr="0">
            <a:noAutofit/>
          </a:bodyPr>
          <a:lstStyle>
            <a:lvl1pPr algn="l">
              <a:defRPr sz="1000">
                <a:solidFill>
                  <a:schemeClr val="tx1"/>
                </a:solidFill>
              </a:defRPr>
            </a:lvl1pPr>
          </a:lstStyle>
          <a:p>
            <a:fld id="{9F9F533D-B52E-4A2F-BF72-0ADD2D94BD75}" type="slidenum">
              <a:rPr lang="en-GB" smtClean="0"/>
              <a:pPr/>
              <a:t>‹#›</a:t>
            </a:fld>
            <a:endParaRPr lang="en-GB"/>
          </a:p>
        </p:txBody>
      </p:sp>
      <p:sp>
        <p:nvSpPr>
          <p:cNvPr id="4" name="Title Placeholder 3"/>
          <p:cNvSpPr>
            <a:spLocks noGrp="1"/>
          </p:cNvSpPr>
          <p:nvPr>
            <p:ph type="title"/>
          </p:nvPr>
        </p:nvSpPr>
        <p:spPr>
          <a:xfrm>
            <a:off x="365125" y="242888"/>
            <a:ext cx="11460163" cy="430887"/>
          </a:xfrm>
          <a:prstGeom prst="rect">
            <a:avLst/>
          </a:prstGeom>
        </p:spPr>
        <p:txBody>
          <a:bodyPr vert="horz" lIns="0" tIns="0" rIns="0" bIns="0" rtlCol="0" anchor="b" anchorCtr="0">
            <a:noAutofit/>
          </a:bodyPr>
          <a:lstStyle/>
          <a:p>
            <a:r>
              <a:rPr lang="en-GB"/>
              <a:t>Click to enter slide title</a:t>
            </a:r>
          </a:p>
        </p:txBody>
      </p:sp>
      <p:sp>
        <p:nvSpPr>
          <p:cNvPr id="7" name="Date Placeholder 6"/>
          <p:cNvSpPr>
            <a:spLocks noGrp="1"/>
          </p:cNvSpPr>
          <p:nvPr>
            <p:ph type="dt" sz="half" idx="2"/>
          </p:nvPr>
        </p:nvSpPr>
        <p:spPr>
          <a:xfrm>
            <a:off x="931069" y="6343650"/>
            <a:ext cx="2776537" cy="269875"/>
          </a:xfrm>
          <a:prstGeom prst="rect">
            <a:avLst/>
          </a:prstGeom>
        </p:spPr>
        <p:txBody>
          <a:bodyPr vert="horz" lIns="0" tIns="0" rIns="0" bIns="0" rtlCol="0" anchor="b" anchorCtr="0">
            <a:noAutofit/>
          </a:bodyPr>
          <a:lstStyle>
            <a:lvl1pPr algn="l">
              <a:defRPr sz="1000">
                <a:solidFill>
                  <a:schemeClr val="tx1"/>
                </a:solidFill>
              </a:defRPr>
            </a:lvl1pPr>
          </a:lstStyle>
          <a:p>
            <a:fld id="{346B58B4-0D72-4C8B-9355-854FB5782278}" type="datetime4">
              <a:rPr lang="en-GB" smtClean="0"/>
              <a:pPr/>
              <a:t>22 July 2025</a:t>
            </a:fld>
            <a:endParaRPr lang="en-GB"/>
          </a:p>
        </p:txBody>
      </p:sp>
      <p:sp>
        <p:nvSpPr>
          <p:cNvPr id="8" name="Text Placeholder 2">
            <a:extLst>
              <a:ext uri="{FF2B5EF4-FFF2-40B4-BE49-F238E27FC236}">
                <a16:creationId xmlns:a16="http://schemas.microsoft.com/office/drawing/2014/main" id="{BBC2AD35-7761-4742-BEF1-3D0CAD2E1DED}"/>
              </a:ext>
            </a:extLst>
          </p:cNvPr>
          <p:cNvSpPr>
            <a:spLocks noGrp="1"/>
          </p:cNvSpPr>
          <p:nvPr>
            <p:ph type="body" idx="1"/>
          </p:nvPr>
        </p:nvSpPr>
        <p:spPr>
          <a:xfrm>
            <a:off x="365125" y="1303338"/>
            <a:ext cx="11460163" cy="4787899"/>
          </a:xfrm>
          <a:prstGeom prst="rect">
            <a:avLst/>
          </a:prstGeom>
        </p:spPr>
        <p:txBody>
          <a:bodyPr vert="horz" lIns="36000" tIns="36000" rIns="36000" bIns="36000" rtlCol="0">
            <a:noAutofit/>
          </a:bodyPr>
          <a:lstStyle/>
          <a:p>
            <a:pPr lvl="0"/>
            <a:r>
              <a:rPr lang="en-GB"/>
              <a:t>Click to enter text content.</a:t>
            </a:r>
            <a:br>
              <a:rPr lang="en-GB"/>
            </a:br>
            <a:r>
              <a:rPr lang="en-GB"/>
              <a:t>To increase bullet level, select your text &gt; press ‘Tab’.</a:t>
            </a:r>
            <a:br>
              <a:rPr lang="en-GB"/>
            </a:br>
            <a:r>
              <a:rPr lang="en-GB"/>
              <a:t>To decrease bullet level, select your text &gt; press ‘Shift’ + ‘Tab’.</a:t>
            </a:r>
            <a:br>
              <a:rPr lang="en-GB"/>
            </a:br>
            <a:r>
              <a:rPr lang="en-GB"/>
              <a:t>To remove bullet levels, select your text &gt; right click &gt; press ‘bullets’.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a:p>
            <a:pPr lvl="4"/>
            <a:endParaRPr lang="en-GB"/>
          </a:p>
        </p:txBody>
      </p:sp>
      <p:graphicFrame>
        <p:nvGraphicFramePr>
          <p:cNvPr id="2" name="Object 1" hidden="1">
            <a:extLst>
              <a:ext uri="{FF2B5EF4-FFF2-40B4-BE49-F238E27FC236}">
                <a16:creationId xmlns:a16="http://schemas.microsoft.com/office/drawing/2014/main" id="{68282CB4-0FD8-B104-9321-BA11F0350884}"/>
              </a:ext>
            </a:extLst>
          </p:cNvPr>
          <p:cNvGraphicFramePr>
            <a:graphicFrameLocks noChangeAspect="1"/>
          </p:cNvGraphicFramePr>
          <p:nvPr userDrawn="1">
            <p:custDataLst>
              <p:tags r:id="rId34"/>
            </p:custDataLst>
            <p:extLst>
              <p:ext uri="{D42A27DB-BD31-4B8C-83A1-F6EECF244321}">
                <p14:modId xmlns:p14="http://schemas.microsoft.com/office/powerpoint/2010/main" val="9662590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5" imgW="425" imgH="424" progId="TCLayout.ActiveDocument.1">
                  <p:embed/>
                </p:oleObj>
              </mc:Choice>
              <mc:Fallback>
                <p:oleObj name="think-cell Slide" r:id="rId35" imgW="425" imgH="424" progId="TCLayout.ActiveDocument.1">
                  <p:embed/>
                  <p:pic>
                    <p:nvPicPr>
                      <p:cNvPr id="2" name="Object 1" hidden="1">
                        <a:extLst>
                          <a:ext uri="{FF2B5EF4-FFF2-40B4-BE49-F238E27FC236}">
                            <a16:creationId xmlns:a16="http://schemas.microsoft.com/office/drawing/2014/main" id="{68282CB4-0FD8-B104-9321-BA11F0350884}"/>
                          </a:ext>
                        </a:extLst>
                      </p:cNvPr>
                      <p:cNvPicPr/>
                      <p:nvPr/>
                    </p:nvPicPr>
                    <p:blipFill>
                      <a:blip r:embed="rId36"/>
                      <a:stretch>
                        <a:fillRect/>
                      </a:stretch>
                    </p:blipFill>
                    <p:spPr>
                      <a:xfrm>
                        <a:off x="1588" y="1588"/>
                        <a:ext cx="1588" cy="1588"/>
                      </a:xfrm>
                      <a:prstGeom prst="rect">
                        <a:avLst/>
                      </a:prstGeom>
                    </p:spPr>
                  </p:pic>
                </p:oleObj>
              </mc:Fallback>
            </mc:AlternateContent>
          </a:graphicData>
        </a:graphic>
      </p:graphicFrame>
      <p:pic>
        <p:nvPicPr>
          <p:cNvPr id="9" name="Graphic 8">
            <a:extLst>
              <a:ext uri="{FF2B5EF4-FFF2-40B4-BE49-F238E27FC236}">
                <a16:creationId xmlns:a16="http://schemas.microsoft.com/office/drawing/2014/main" id="{513F435A-26DB-9587-4A92-DAC0283A06EB}"/>
              </a:ext>
            </a:extLst>
          </p:cNvPr>
          <p:cNvPicPr>
            <a:picLocks noChangeAspect="1"/>
          </p:cNvPicPr>
          <p:nvPr userDrawn="1"/>
        </p:nvPicPr>
        <p:blipFill>
          <a:blip r:embed="rId37" cstate="print">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11004551" y="6354213"/>
            <a:ext cx="820737" cy="247406"/>
          </a:xfrm>
          <a:prstGeom prst="rect">
            <a:avLst/>
          </a:prstGeom>
        </p:spPr>
      </p:pic>
    </p:spTree>
    <p:extLst>
      <p:ext uri="{BB962C8B-B14F-4D97-AF65-F5344CB8AC3E}">
        <p14:creationId xmlns:p14="http://schemas.microsoft.com/office/powerpoint/2010/main" val="2835076438"/>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 id="2147483734" r:id="rId19"/>
    <p:sldLayoutId id="2147483735" r:id="rId20"/>
    <p:sldLayoutId id="2147483736" r:id="rId21"/>
    <p:sldLayoutId id="2147483737" r:id="rId22"/>
    <p:sldLayoutId id="2147483738" r:id="rId23"/>
    <p:sldLayoutId id="2147483739" r:id="rId24"/>
    <p:sldLayoutId id="2147483740" r:id="rId25"/>
    <p:sldLayoutId id="2147483741" r:id="rId26"/>
    <p:sldLayoutId id="2147483742" r:id="rId27"/>
    <p:sldLayoutId id="2147483743" r:id="rId28"/>
    <p:sldLayoutId id="2147483744" r:id="rId29"/>
    <p:sldLayoutId id="2147483745" r:id="rId30"/>
    <p:sldLayoutId id="2147483746" r:id="rId31"/>
  </p:sldLayoutIdLst>
  <p:hf hdr="0" ftr="0"/>
  <p:txStyles>
    <p:titleStyle>
      <a:lvl1pPr algn="l" defTabSz="1219170" rtl="0" eaLnBrk="1" latinLnBrk="0" hangingPunct="1">
        <a:lnSpc>
          <a:spcPct val="100000"/>
        </a:lnSpc>
        <a:spcBef>
          <a:spcPct val="0"/>
        </a:spcBef>
        <a:buNone/>
        <a:defRPr sz="2800" b="1" kern="1200">
          <a:solidFill>
            <a:schemeClr val="tx2"/>
          </a:solidFill>
          <a:latin typeface="+mj-lt"/>
          <a:ea typeface="+mj-ea"/>
          <a:cs typeface="+mj-cs"/>
        </a:defRPr>
      </a:lvl1pPr>
    </p:titleStyle>
    <p:bodyStyle>
      <a:lvl1pPr marL="359991" indent="-359991" algn="l" defTabSz="1219170" rtl="0" eaLnBrk="1" latinLnBrk="0" hangingPunct="1">
        <a:spcBef>
          <a:spcPts val="300"/>
        </a:spcBef>
        <a:spcAft>
          <a:spcPts val="300"/>
        </a:spcAft>
        <a:buClr>
          <a:schemeClr val="tx2"/>
        </a:buClr>
        <a:buSzPct val="110000"/>
        <a:buFont typeface="Arial" panose="020B0604020202020204" pitchFamily="34" charset="0"/>
        <a:buChar char="•"/>
        <a:defRPr sz="2200" kern="1200">
          <a:solidFill>
            <a:schemeClr val="tx1"/>
          </a:solidFill>
          <a:latin typeface="+mn-lt"/>
          <a:ea typeface="+mn-ea"/>
          <a:cs typeface="+mn-cs"/>
        </a:defRPr>
      </a:lvl1pPr>
      <a:lvl2pPr marL="717533" indent="-359991" algn="l" defTabSz="1219170" rtl="0" eaLnBrk="1" latinLnBrk="0" hangingPunct="1">
        <a:spcBef>
          <a:spcPts val="300"/>
        </a:spcBef>
        <a:spcAft>
          <a:spcPts val="300"/>
        </a:spcAft>
        <a:buClr>
          <a:schemeClr val="tx1"/>
        </a:buClr>
        <a:buFont typeface="Arial" panose="020B0604020202020204" pitchFamily="34" charset="0"/>
        <a:buChar char="­"/>
        <a:defRPr sz="2000" kern="1200">
          <a:solidFill>
            <a:schemeClr val="tx1"/>
          </a:solidFill>
          <a:latin typeface="+mn-lt"/>
          <a:ea typeface="+mn-ea"/>
          <a:cs typeface="+mn-cs"/>
        </a:defRPr>
      </a:lvl2pPr>
      <a:lvl3pPr marL="1079973" indent="-359991" algn="l" defTabSz="1219170" rtl="0" eaLnBrk="1" latinLnBrk="0" hangingPunct="1">
        <a:spcBef>
          <a:spcPts val="300"/>
        </a:spcBef>
        <a:spcAft>
          <a:spcPts val="300"/>
        </a:spcAft>
        <a:buClr>
          <a:schemeClr val="tx1"/>
        </a:buClr>
        <a:buFont typeface="Arial" panose="020B0604020202020204" pitchFamily="34" charset="0"/>
        <a:buChar char="­"/>
        <a:defRPr sz="1800" kern="1200">
          <a:solidFill>
            <a:schemeClr val="tx1"/>
          </a:solidFill>
          <a:latin typeface="+mn-lt"/>
          <a:ea typeface="+mn-ea"/>
          <a:cs typeface="+mn-cs"/>
        </a:defRPr>
      </a:lvl3pPr>
      <a:lvl4pPr marL="1441415" indent="-359991" algn="l" defTabSz="1219170" rtl="0" eaLnBrk="1" latinLnBrk="0" hangingPunct="1">
        <a:spcBef>
          <a:spcPts val="300"/>
        </a:spcBef>
        <a:spcAft>
          <a:spcPts val="300"/>
        </a:spcAft>
        <a:buClr>
          <a:schemeClr val="tx1"/>
        </a:buClr>
        <a:buFont typeface="Arial" panose="020B0604020202020204" pitchFamily="34" charset="0"/>
        <a:buChar char="­"/>
        <a:defRPr sz="1600" kern="1200">
          <a:solidFill>
            <a:schemeClr val="tx1"/>
          </a:solidFill>
          <a:latin typeface="+mn-lt"/>
          <a:ea typeface="+mn-ea"/>
          <a:cs typeface="+mn-cs"/>
        </a:defRPr>
      </a:lvl4pPr>
      <a:lvl5pPr marL="1799955" indent="-359991" algn="l" defTabSz="1219170" rtl="0" eaLnBrk="1" latinLnBrk="0" hangingPunct="1">
        <a:spcBef>
          <a:spcPts val="300"/>
        </a:spcBef>
        <a:spcAft>
          <a:spcPts val="300"/>
        </a:spcAft>
        <a:buClr>
          <a:schemeClr val="tx1"/>
        </a:buClr>
        <a:buFont typeface="Arial" panose="020B0604020202020204" pitchFamily="34" charset="0"/>
        <a:buChar char="­"/>
        <a:defRPr sz="14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28">
          <p15:clr>
            <a:srgbClr val="A6A6A6"/>
          </p15:clr>
        </p15:guide>
        <p15:guide id="29" pos="7680">
          <p15:clr>
            <a:srgbClr val="A6A6A6"/>
          </p15:clr>
        </p15:guide>
        <p15:guide id="30" pos="230">
          <p15:clr>
            <a:srgbClr val="A6A6A6"/>
          </p15:clr>
        </p15:guide>
        <p15:guide id="31" pos="1301">
          <p15:clr>
            <a:srgbClr val="A6A6A6"/>
          </p15:clr>
        </p15:guide>
        <p15:guide id="32" pos="1461">
          <p15:clr>
            <a:srgbClr val="A6A6A6"/>
          </p15:clr>
        </p15:guide>
        <p15:guide id="33" pos="2531">
          <p15:clr>
            <a:srgbClr val="A6A6A6"/>
          </p15:clr>
        </p15:guide>
        <p15:guide id="34" pos="2690">
          <p15:clr>
            <a:srgbClr val="A6A6A6"/>
          </p15:clr>
        </p15:guide>
        <p15:guide id="35" pos="3759">
          <p15:clr>
            <a:srgbClr val="A6A6A6"/>
          </p15:clr>
        </p15:guide>
        <p15:guide id="36" pos="3920">
          <p15:clr>
            <a:srgbClr val="A6A6A6"/>
          </p15:clr>
        </p15:guide>
        <p15:guide id="37" pos="4989">
          <p15:clr>
            <a:srgbClr val="A6A6A6"/>
          </p15:clr>
        </p15:guide>
        <p15:guide id="38" pos="5148">
          <p15:clr>
            <a:srgbClr val="A6A6A6"/>
          </p15:clr>
        </p15:guide>
        <p15:guide id="39" pos="6218">
          <p15:clr>
            <a:srgbClr val="A6A6A6"/>
          </p15:clr>
        </p15:guide>
        <p15:guide id="40" pos="6378">
          <p15:clr>
            <a:srgbClr val="A6A6A6"/>
          </p15:clr>
        </p15:guide>
        <p15:guide id="41" pos="7449">
          <p15:clr>
            <a:srgbClr val="A6A6A6"/>
          </p15:clr>
        </p15:guide>
        <p15:guide id="42" orient="horz">
          <p15:clr>
            <a:srgbClr val="A6A6A6"/>
          </p15:clr>
        </p15:guide>
        <p15:guide id="43" orient="horz" pos="4315">
          <p15:clr>
            <a:srgbClr val="A6A6A6"/>
          </p15:clr>
        </p15:guide>
        <p15:guide id="44" orient="horz" pos="153">
          <p15:clr>
            <a:srgbClr val="A6A6A6"/>
          </p15:clr>
        </p15:guide>
        <p15:guide id="45" orient="horz" pos="686">
          <p15:clr>
            <a:srgbClr val="A6A6A6"/>
          </p15:clr>
        </p15:guide>
        <p15:guide id="46" orient="horz" pos="821">
          <p15:clr>
            <a:srgbClr val="A6A6A6"/>
          </p15:clr>
        </p15:guide>
        <p15:guide id="47" orient="horz" pos="1323">
          <p15:clr>
            <a:srgbClr val="A6A6A6"/>
          </p15:clr>
        </p15:guide>
        <p15:guide id="48" orient="horz" pos="2330">
          <p15:clr>
            <a:srgbClr val="A6A6A6"/>
          </p15:clr>
        </p15:guide>
        <p15:guide id="49" orient="horz" pos="3335">
          <p15:clr>
            <a:srgbClr val="A6A6A6"/>
          </p15:clr>
        </p15:guide>
        <p15:guide id="50" orient="horz" pos="3837">
          <p15:clr>
            <a:srgbClr val="A6A6A6"/>
          </p15:clr>
        </p15:guide>
        <p15:guide id="51" orient="horz" pos="4166">
          <p15:clr>
            <a:srgbClr val="A6A6A6"/>
          </p15:clr>
        </p15:guide>
        <p15:guide id="52" orient="horz" pos="1827">
          <p15:clr>
            <a:srgbClr val="A4A3A4"/>
          </p15:clr>
        </p15:guide>
        <p15:guide id="53" orient="horz" pos="2832">
          <p15:clr>
            <a:srgbClr val="A4A3A4"/>
          </p15:clr>
        </p15:guide>
        <p15:guide id="54" orient="horz" pos="3996">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1.xml"/></Relationships>
</file>

<file path=ppt/slides/_rels/slide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77.xml"/><Relationship Id="rId4" Type="http://schemas.openxmlformats.org/officeDocument/2006/relationships/image" Target="../media/image24.png"/></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3.xml"/><Relationship Id="rId7" Type="http://schemas.openxmlformats.org/officeDocument/2006/relationships/diagramColors" Target="../diagrams/colors1.xml"/><Relationship Id="rId12" Type="http://schemas.openxmlformats.org/officeDocument/2006/relationships/image" Target="../media/image29.png"/><Relationship Id="rId2" Type="http://schemas.openxmlformats.org/officeDocument/2006/relationships/slideLayout" Target="../slideLayouts/slideLayout59.xml"/><Relationship Id="rId1" Type="http://schemas.openxmlformats.org/officeDocument/2006/relationships/tags" Target="../tags/tag40.xml"/><Relationship Id="rId6" Type="http://schemas.openxmlformats.org/officeDocument/2006/relationships/diagramQuickStyle" Target="../diagrams/quickStyle1.xml"/><Relationship Id="rId11" Type="http://schemas.openxmlformats.org/officeDocument/2006/relationships/image" Target="../media/image28.png"/><Relationship Id="rId5" Type="http://schemas.openxmlformats.org/officeDocument/2006/relationships/diagramLayout" Target="../diagrams/layout1.xml"/><Relationship Id="rId10" Type="http://schemas.openxmlformats.org/officeDocument/2006/relationships/image" Target="../media/image27.png"/><Relationship Id="rId4" Type="http://schemas.openxmlformats.org/officeDocument/2006/relationships/diagramData" Target="../diagrams/data1.xml"/><Relationship Id="rId9" Type="http://schemas.openxmlformats.org/officeDocument/2006/relationships/image" Target="../media/image26.png"/></Relationships>
</file>

<file path=ppt/slides/_rels/slide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77.xml"/><Relationship Id="rId5" Type="http://schemas.openxmlformats.org/officeDocument/2006/relationships/image" Target="../media/image25.jpeg"/><Relationship Id="rId4" Type="http://schemas.openxmlformats.org/officeDocument/2006/relationships/image" Target="../media/image31.png"/></Relationships>
</file>

<file path=ppt/slides/_rels/slide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60.xml"/></Relationships>
</file>

<file path=ppt/slides/_rels/slide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60.xml"/></Relationships>
</file>

<file path=ppt/slides/_rels/slide7.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notesSlide" Target="../notesSlides/notesSlide7.xml"/><Relationship Id="rId7" Type="http://schemas.openxmlformats.org/officeDocument/2006/relationships/image" Target="../media/image37.svg"/><Relationship Id="rId2" Type="http://schemas.openxmlformats.org/officeDocument/2006/relationships/slideLayout" Target="../slideLayouts/slideLayout84.xml"/><Relationship Id="rId1" Type="http://schemas.openxmlformats.org/officeDocument/2006/relationships/tags" Target="../tags/tag42.xml"/><Relationship Id="rId6" Type="http://schemas.openxmlformats.org/officeDocument/2006/relationships/image" Target="../media/image36.png"/><Relationship Id="rId5" Type="http://schemas.openxmlformats.org/officeDocument/2006/relationships/image" Target="../media/image35.svg"/><Relationship Id="rId4" Type="http://schemas.openxmlformats.org/officeDocument/2006/relationships/image" Target="../media/image34.png"/><Relationship Id="rId9" Type="http://schemas.openxmlformats.org/officeDocument/2006/relationships/image" Target="../media/image39.sv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4.xml"/><Relationship Id="rId1" Type="http://schemas.openxmlformats.org/officeDocument/2006/relationships/tags" Target="../tags/tag43.xml"/><Relationship Id="rId5" Type="http://schemas.openxmlformats.org/officeDocument/2006/relationships/image" Target="../media/image41.svg"/><Relationship Id="rId4" Type="http://schemas.openxmlformats.org/officeDocument/2006/relationships/image" Target="../media/image40.png"/></Relationships>
</file>

<file path=ppt/slides/_rels/slide9.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notesSlide" Target="../notesSlides/notesSlide9.xml"/><Relationship Id="rId1" Type="http://schemas.openxmlformats.org/officeDocument/2006/relationships/slideLayout" Target="../slideLayouts/slideLayout59.xml"/></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xml"/><Relationship Id="rId1" Type="http://schemas.openxmlformats.org/officeDocument/2006/relationships/slideLayout" Target="../slideLayouts/slideLayout60.xml"/><Relationship Id="rId4" Type="http://schemas.openxmlformats.org/officeDocument/2006/relationships/image" Target="../media/image44.svg"/></Relationships>
</file>

<file path=ppt/slides/_rels/slide11.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77.xml"/><Relationship Id="rId5" Type="http://schemas.openxmlformats.org/officeDocument/2006/relationships/image" Target="../media/image44.svg"/><Relationship Id="rId4" Type="http://schemas.openxmlformats.org/officeDocument/2006/relationships/image" Target="../media/image4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44.svg"/><Relationship Id="rId2" Type="http://schemas.openxmlformats.org/officeDocument/2006/relationships/slideLayout" Target="../slideLayouts/slideLayout84.xml"/><Relationship Id="rId1" Type="http://schemas.openxmlformats.org/officeDocument/2006/relationships/tags" Target="../tags/tag44.xml"/><Relationship Id="rId6" Type="http://schemas.openxmlformats.org/officeDocument/2006/relationships/image" Target="../media/image43.png"/><Relationship Id="rId5" Type="http://schemas.openxmlformats.org/officeDocument/2006/relationships/image" Target="../media/image41.svg"/><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7.xml"/><Relationship Id="rId1" Type="http://schemas.openxmlformats.org/officeDocument/2006/relationships/tags" Target="../tags/tag45.xml"/><Relationship Id="rId4" Type="http://schemas.openxmlformats.org/officeDocument/2006/relationships/image" Target="../media/image45.png"/></Relationships>
</file>

<file path=ppt/slides/_rels/slide1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3.xml"/><Relationship Id="rId1" Type="http://schemas.openxmlformats.org/officeDocument/2006/relationships/slideLayout" Target="../slideLayouts/slideLayout64.xml"/></Relationships>
</file>

<file path=ppt/slides/_rels/slide15.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notesSlide" Target="../notesSlides/notesSlide14.xml"/><Relationship Id="rId7" Type="http://schemas.openxmlformats.org/officeDocument/2006/relationships/image" Target="../media/image50.svg"/><Relationship Id="rId2" Type="http://schemas.openxmlformats.org/officeDocument/2006/relationships/slideLayout" Target="../slideLayouts/slideLayout84.xml"/><Relationship Id="rId1" Type="http://schemas.openxmlformats.org/officeDocument/2006/relationships/tags" Target="../tags/tag46.xml"/><Relationship Id="rId6" Type="http://schemas.openxmlformats.org/officeDocument/2006/relationships/image" Target="../media/image49.png"/><Relationship Id="rId5" Type="http://schemas.openxmlformats.org/officeDocument/2006/relationships/image" Target="../media/image48.svg"/><Relationship Id="rId10" Type="http://schemas.openxmlformats.org/officeDocument/2006/relationships/image" Target="../media/image29.png"/><Relationship Id="rId4" Type="http://schemas.openxmlformats.org/officeDocument/2006/relationships/image" Target="../media/image47.png"/><Relationship Id="rId9" Type="http://schemas.openxmlformats.org/officeDocument/2006/relationships/image" Target="../media/image52.svg"/></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53.emf"/><Relationship Id="rId1" Type="http://schemas.openxmlformats.org/officeDocument/2006/relationships/slideLayout" Target="../slideLayouts/slideLayout59.xml"/><Relationship Id="rId4" Type="http://schemas.openxmlformats.org/officeDocument/2006/relationships/image" Target="../media/image44.sv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7.xml"/><Relationship Id="rId1" Type="http://schemas.openxmlformats.org/officeDocument/2006/relationships/tags" Target="../tags/tag47.xml"/><Relationship Id="rId4" Type="http://schemas.openxmlformats.org/officeDocument/2006/relationships/image" Target="../media/image54.png"/></Relationships>
</file>

<file path=ppt/slides/_rels/slide1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notesSlide" Target="../notesSlides/notesSlide16.xml"/><Relationship Id="rId7" Type="http://schemas.openxmlformats.org/officeDocument/2006/relationships/image" Target="../media/image58.svg"/><Relationship Id="rId2" Type="http://schemas.openxmlformats.org/officeDocument/2006/relationships/slideLayout" Target="../slideLayouts/slideLayout84.xml"/><Relationship Id="rId1" Type="http://schemas.openxmlformats.org/officeDocument/2006/relationships/tags" Target="../tags/tag48.xml"/><Relationship Id="rId6" Type="http://schemas.openxmlformats.org/officeDocument/2006/relationships/image" Target="../media/image57.png"/><Relationship Id="rId5" Type="http://schemas.openxmlformats.org/officeDocument/2006/relationships/image" Target="../media/image56.svg"/><Relationship Id="rId4" Type="http://schemas.openxmlformats.org/officeDocument/2006/relationships/image" Target="../media/image55.png"/></Relationships>
</file>

<file path=ppt/slides/_rels/slide19.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notesSlide" Target="../notesSlides/notesSlide17.xml"/><Relationship Id="rId1" Type="http://schemas.openxmlformats.org/officeDocument/2006/relationships/slideLayout" Target="../slideLayouts/slideLayout60.xml"/><Relationship Id="rId4" Type="http://schemas.openxmlformats.org/officeDocument/2006/relationships/image" Target="../media/image60.jpe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60.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9.xml"/><Relationship Id="rId1" Type="http://schemas.openxmlformats.org/officeDocument/2006/relationships/tags" Target="../tags/tag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C28FD-7889-43D1-B257-D07916F7515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E5C5944-FF5D-9D6A-B51C-1F1C59430602}"/>
              </a:ext>
            </a:extLst>
          </p:cNvPr>
          <p:cNvSpPr>
            <a:spLocks noGrp="1"/>
          </p:cNvSpPr>
          <p:nvPr>
            <p:ph type="title"/>
          </p:nvPr>
        </p:nvSpPr>
        <p:spPr/>
        <p:txBody>
          <a:bodyPr/>
          <a:lstStyle/>
          <a:p>
            <a:r>
              <a:rPr lang="en-SG" dirty="0"/>
              <a:t>Challenger Rep Module</a:t>
            </a:r>
            <a:endParaRPr lang="en-US" dirty="0"/>
          </a:p>
        </p:txBody>
      </p:sp>
      <p:sp>
        <p:nvSpPr>
          <p:cNvPr id="6" name="Subtitle 5">
            <a:extLst>
              <a:ext uri="{FF2B5EF4-FFF2-40B4-BE49-F238E27FC236}">
                <a16:creationId xmlns:a16="http://schemas.microsoft.com/office/drawing/2014/main" id="{0670D512-0A45-4680-BBBA-B56876EDDC31}"/>
              </a:ext>
            </a:extLst>
          </p:cNvPr>
          <p:cNvSpPr>
            <a:spLocks noGrp="1"/>
          </p:cNvSpPr>
          <p:nvPr>
            <p:ph type="subTitle" idx="1"/>
          </p:nvPr>
        </p:nvSpPr>
        <p:spPr>
          <a:xfrm>
            <a:off x="365125" y="4583234"/>
            <a:ext cx="9533255" cy="948886"/>
          </a:xfrm>
        </p:spPr>
        <p:txBody>
          <a:bodyPr/>
          <a:lstStyle/>
          <a:p>
            <a:r>
              <a:rPr lang="en-US" dirty="0"/>
              <a:t>Shifting Trelegy Reps towards becoming </a:t>
            </a:r>
            <a:r>
              <a:rPr lang="en-US" b="1" u="sng" dirty="0"/>
              <a:t>Challenger </a:t>
            </a:r>
            <a:r>
              <a:rPr lang="en-US" dirty="0"/>
              <a:t>Reps using CES data</a:t>
            </a:r>
          </a:p>
          <a:p>
            <a:endParaRPr lang="en-US" dirty="0"/>
          </a:p>
        </p:txBody>
      </p:sp>
    </p:spTree>
    <p:extLst>
      <p:ext uri="{BB962C8B-B14F-4D97-AF65-F5344CB8AC3E}">
        <p14:creationId xmlns:p14="http://schemas.microsoft.com/office/powerpoint/2010/main" val="10420687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9A330E2-20AF-FE9A-F988-2882C79FB371}"/>
              </a:ext>
            </a:extLst>
          </p:cNvPr>
          <p:cNvSpPr>
            <a:spLocks noGrp="1"/>
          </p:cNvSpPr>
          <p:nvPr>
            <p:ph type="body" sz="quarter" idx="13"/>
          </p:nvPr>
        </p:nvSpPr>
        <p:spPr>
          <a:xfrm>
            <a:off x="495076" y="5970910"/>
            <a:ext cx="3772124" cy="269875"/>
          </a:xfrm>
        </p:spPr>
        <p:txBody>
          <a:bodyPr/>
          <a:lstStyle/>
          <a:p>
            <a:r>
              <a:rPr lang="en-PH" sz="1000"/>
              <a:t>*Challenger  Performance Optimization  Inc. Research </a:t>
            </a:r>
          </a:p>
        </p:txBody>
      </p:sp>
      <p:sp>
        <p:nvSpPr>
          <p:cNvPr id="7" name="Title 1">
            <a:extLst>
              <a:ext uri="{FF2B5EF4-FFF2-40B4-BE49-F238E27FC236}">
                <a16:creationId xmlns:a16="http://schemas.microsoft.com/office/drawing/2014/main" id="{AF0CD04F-BCC3-A9A5-9100-1C322A789535}"/>
              </a:ext>
            </a:extLst>
          </p:cNvPr>
          <p:cNvSpPr txBox="1">
            <a:spLocks/>
          </p:cNvSpPr>
          <p:nvPr/>
        </p:nvSpPr>
        <p:spPr>
          <a:xfrm>
            <a:off x="420624" y="482252"/>
            <a:ext cx="6533243" cy="443198"/>
          </a:xfrm>
          <a:prstGeom prst="rect">
            <a:avLst/>
          </a:prstGeom>
        </p:spPr>
        <p:txBody>
          <a:bodyPr vert="horz" lIns="0" tIns="0" rIns="0" bIns="0" rtlCol="0" anchor="b" anchorCtr="0">
            <a:noAutofit/>
          </a:bodyPr>
          <a:lstStyle>
            <a:lvl1pPr algn="l" defTabSz="1219170" rtl="0" eaLnBrk="1" latinLnBrk="0" hangingPunct="1">
              <a:lnSpc>
                <a:spcPct val="100000"/>
              </a:lnSpc>
              <a:spcBef>
                <a:spcPct val="0"/>
              </a:spcBef>
              <a:buNone/>
              <a:defRPr sz="2800" b="1" kern="1200">
                <a:solidFill>
                  <a:schemeClr val="tx2"/>
                </a:solidFill>
                <a:latin typeface="+mj-lt"/>
                <a:ea typeface="+mj-ea"/>
                <a:cs typeface="+mj-cs"/>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a:ln>
                  <a:noFill/>
                </a:ln>
                <a:solidFill>
                  <a:srgbClr val="F36633"/>
                </a:solidFill>
                <a:effectLst/>
                <a:uLnTx/>
                <a:uFillTx/>
                <a:latin typeface="GSK Precision Light"/>
                <a:ea typeface="+mj-ea"/>
                <a:cs typeface="Arial"/>
              </a:rPr>
              <a:t>Voice of the Customer*</a:t>
            </a:r>
          </a:p>
        </p:txBody>
      </p:sp>
      <p:sp>
        <p:nvSpPr>
          <p:cNvPr id="8" name="Rectangle 7">
            <a:extLst>
              <a:ext uri="{FF2B5EF4-FFF2-40B4-BE49-F238E27FC236}">
                <a16:creationId xmlns:a16="http://schemas.microsoft.com/office/drawing/2014/main" id="{4681FF4A-A0D7-2F7F-1125-D9FD437AAE6A}"/>
              </a:ext>
            </a:extLst>
          </p:cNvPr>
          <p:cNvSpPr/>
          <p:nvPr/>
        </p:nvSpPr>
        <p:spPr>
          <a:xfrm>
            <a:off x="432599" y="1479842"/>
            <a:ext cx="5001986" cy="4442242"/>
          </a:xfrm>
          <a:prstGeom prst="rect">
            <a:avLst/>
          </a:prstGeom>
          <a:noFill/>
        </p:spPr>
        <p:txBody>
          <a:bodyPr wrap="square" lIns="0" tIns="0" rIns="0" bIns="0">
            <a:spAutoFit/>
          </a:bodyPr>
          <a:lstStyle/>
          <a:p>
            <a:pPr marL="0" marR="0" lvl="0" indent="0" algn="l" defTabSz="1097280" rtl="0" eaLnBrk="1" fontAlgn="auto" latinLnBrk="0" hangingPunct="1">
              <a:lnSpc>
                <a:spcPct val="100000"/>
              </a:lnSpc>
              <a:spcBef>
                <a:spcPts val="0"/>
              </a:spcBef>
              <a:spcAft>
                <a:spcPts val="2880"/>
              </a:spcAft>
              <a:buClrTx/>
              <a:buSzTx/>
              <a:buFontTx/>
              <a:buNone/>
              <a:tabLst/>
              <a:defRPr/>
            </a:pPr>
            <a:r>
              <a:rPr kumimoji="0" lang="en-US" sz="2400" b="0" i="0" u="none" strike="noStrike" kern="0" cap="none" spc="0" normalizeH="0" baseline="0" noProof="0">
                <a:ln>
                  <a:noFill/>
                </a:ln>
                <a:solidFill>
                  <a:srgbClr val="000000"/>
                </a:solidFill>
                <a:effectLst/>
                <a:uLnTx/>
                <a:uFillTx/>
                <a:latin typeface="GSK Precision Light"/>
                <a:ea typeface="Times New Roman"/>
                <a:cs typeface="Times New Roman"/>
              </a:rPr>
              <a:t>I value sales professionals who…</a:t>
            </a:r>
          </a:p>
          <a:p>
            <a:pPr marL="1025525" marR="0" lvl="2" indent="-342900" algn="l" defTabSz="1097280" rtl="0" eaLnBrk="1" fontAlgn="auto" latinLnBrk="0" hangingPunct="1">
              <a:lnSpc>
                <a:spcPct val="100000"/>
              </a:lnSpc>
              <a:spcBef>
                <a:spcPts val="0"/>
              </a:spcBef>
              <a:spcAft>
                <a:spcPts val="2880"/>
              </a:spcAft>
              <a:buClrTx/>
              <a:buSzTx/>
              <a:buFont typeface="Wingdings" panose="05000000000000000000" pitchFamily="2" charset="2"/>
              <a:buChar char="ü"/>
              <a:tabLst/>
              <a:defRPr/>
            </a:pPr>
            <a:r>
              <a:rPr kumimoji="0" lang="en-US" sz="2400" b="0" i="0" u="none" strike="noStrike" kern="0" cap="none" spc="0" normalizeH="0" baseline="0" noProof="0">
                <a:ln>
                  <a:noFill/>
                </a:ln>
                <a:solidFill>
                  <a:srgbClr val="000000"/>
                </a:solidFill>
                <a:effectLst/>
                <a:uLnTx/>
                <a:uFillTx/>
                <a:latin typeface="GSK Precision Light"/>
                <a:ea typeface="Times New Roman"/>
                <a:cs typeface="Times New Roman"/>
              </a:rPr>
              <a:t>Offer me unique, valuable perspectives on my market</a:t>
            </a:r>
          </a:p>
          <a:p>
            <a:pPr marL="1025525" marR="0" lvl="2" indent="-342900" algn="l" defTabSz="1097280" rtl="0" eaLnBrk="1" fontAlgn="auto" latinLnBrk="0" hangingPunct="1">
              <a:lnSpc>
                <a:spcPct val="100000"/>
              </a:lnSpc>
              <a:spcBef>
                <a:spcPts val="0"/>
              </a:spcBef>
              <a:spcAft>
                <a:spcPts val="2880"/>
              </a:spcAft>
              <a:buClrTx/>
              <a:buSzTx/>
              <a:buFont typeface="Wingdings" panose="05000000000000000000" pitchFamily="2" charset="2"/>
              <a:buChar char="ü"/>
              <a:tabLst/>
              <a:defRPr/>
            </a:pPr>
            <a:r>
              <a:rPr kumimoji="0" lang="en-US" sz="2400" b="0" i="0" u="none" strike="noStrike" kern="0" cap="none" spc="0" normalizeH="0" baseline="0" noProof="0">
                <a:ln>
                  <a:noFill/>
                </a:ln>
                <a:solidFill>
                  <a:srgbClr val="000000"/>
                </a:solidFill>
                <a:effectLst/>
                <a:uLnTx/>
                <a:uFillTx/>
                <a:latin typeface="GSK Precision Light"/>
                <a:ea typeface="Times New Roman"/>
                <a:cs typeface="Times New Roman"/>
              </a:rPr>
              <a:t>Help me navigate alternatives</a:t>
            </a:r>
          </a:p>
          <a:p>
            <a:pPr marL="1025525" marR="0" lvl="2" indent="-342900" algn="l" defTabSz="1097280" rtl="0" eaLnBrk="1" fontAlgn="auto" latinLnBrk="0" hangingPunct="1">
              <a:lnSpc>
                <a:spcPct val="100000"/>
              </a:lnSpc>
              <a:spcBef>
                <a:spcPts val="0"/>
              </a:spcBef>
              <a:spcAft>
                <a:spcPts val="2880"/>
              </a:spcAft>
              <a:buClrTx/>
              <a:buSzTx/>
              <a:buFont typeface="Wingdings" panose="05000000000000000000" pitchFamily="2" charset="2"/>
              <a:buChar char="ü"/>
              <a:tabLst/>
              <a:defRPr/>
            </a:pPr>
            <a:r>
              <a:rPr kumimoji="0" lang="en-US" sz="2400" b="0" i="0" u="none" strike="noStrike" kern="0" cap="none" spc="0" normalizeH="0" baseline="0" noProof="0">
                <a:ln>
                  <a:noFill/>
                </a:ln>
                <a:solidFill>
                  <a:srgbClr val="000000"/>
                </a:solidFill>
                <a:effectLst/>
                <a:uLnTx/>
                <a:uFillTx/>
                <a:latin typeface="GSK Precision Light"/>
                <a:ea typeface="Times New Roman"/>
                <a:cs typeface="Times New Roman"/>
              </a:rPr>
              <a:t>Help me avoid potential risks</a:t>
            </a:r>
          </a:p>
          <a:p>
            <a:pPr marL="1025525" marR="0" lvl="2" indent="-342900" algn="l" defTabSz="1097280" rtl="0" eaLnBrk="1" fontAlgn="auto" latinLnBrk="0" hangingPunct="1">
              <a:lnSpc>
                <a:spcPct val="100000"/>
              </a:lnSpc>
              <a:spcBef>
                <a:spcPts val="0"/>
              </a:spcBef>
              <a:spcAft>
                <a:spcPts val="2880"/>
              </a:spcAft>
              <a:buClrTx/>
              <a:buSzTx/>
              <a:buFont typeface="Wingdings" panose="05000000000000000000" pitchFamily="2" charset="2"/>
              <a:buChar char="ü"/>
              <a:tabLst/>
              <a:defRPr/>
            </a:pPr>
            <a:r>
              <a:rPr kumimoji="0" lang="en-US" sz="2400" b="0" i="0" u="none" strike="noStrike" kern="0" cap="none" spc="0" normalizeH="0" baseline="0" noProof="0">
                <a:ln>
                  <a:noFill/>
                </a:ln>
                <a:solidFill>
                  <a:srgbClr val="000000"/>
                </a:solidFill>
                <a:effectLst/>
                <a:uLnTx/>
                <a:uFillTx/>
                <a:latin typeface="GSK Precision Light"/>
                <a:ea typeface="Times New Roman"/>
                <a:cs typeface="Times New Roman"/>
              </a:rPr>
              <a:t>Educate me on new issues and outcomes</a:t>
            </a:r>
          </a:p>
        </p:txBody>
      </p:sp>
      <p:sp>
        <p:nvSpPr>
          <p:cNvPr id="9" name="Title 1">
            <a:extLst>
              <a:ext uri="{FF2B5EF4-FFF2-40B4-BE49-F238E27FC236}">
                <a16:creationId xmlns:a16="http://schemas.microsoft.com/office/drawing/2014/main" id="{7AC25E20-C6F5-FDED-4D83-BA1AD76A9EA5}"/>
              </a:ext>
            </a:extLst>
          </p:cNvPr>
          <p:cNvSpPr>
            <a:spLocks noGrp="1"/>
          </p:cNvSpPr>
          <p:nvPr>
            <p:ph type="title"/>
          </p:nvPr>
        </p:nvSpPr>
        <p:spPr>
          <a:xfrm>
            <a:off x="6757416" y="482252"/>
            <a:ext cx="4696968" cy="443198"/>
          </a:xfrm>
        </p:spPr>
        <p:txBody>
          <a:bodyPr/>
          <a:lstStyle/>
          <a:p>
            <a:pPr algn="ctr"/>
            <a:r>
              <a:rPr lang="en-US"/>
              <a:t>How </a:t>
            </a:r>
            <a:r>
              <a:rPr lang="en-US" i="1"/>
              <a:t>Challengers</a:t>
            </a:r>
            <a:r>
              <a:rPr lang="en-US"/>
              <a:t> Win</a:t>
            </a:r>
          </a:p>
        </p:txBody>
      </p:sp>
      <p:pic>
        <p:nvPicPr>
          <p:cNvPr id="11" name="Picture 10">
            <a:extLst>
              <a:ext uri="{FF2B5EF4-FFF2-40B4-BE49-F238E27FC236}">
                <a16:creationId xmlns:a16="http://schemas.microsoft.com/office/drawing/2014/main" id="{81B33345-13C0-FF40-634D-753AD09F981B}"/>
              </a:ext>
            </a:extLst>
          </p:cNvPr>
          <p:cNvPicPr>
            <a:picLocks noChangeAspect="1"/>
          </p:cNvPicPr>
          <p:nvPr/>
        </p:nvPicPr>
        <p:blipFill>
          <a:blip r:embed="rId3"/>
          <a:srcRect/>
          <a:stretch/>
        </p:blipFill>
        <p:spPr>
          <a:xfrm>
            <a:off x="6900559" y="1193386"/>
            <a:ext cx="4234914" cy="4234914"/>
          </a:xfrm>
          <a:prstGeom prst="rect">
            <a:avLst/>
          </a:prstGeom>
        </p:spPr>
      </p:pic>
      <p:sp>
        <p:nvSpPr>
          <p:cNvPr id="12" name="TextBox 11">
            <a:extLst>
              <a:ext uri="{FF2B5EF4-FFF2-40B4-BE49-F238E27FC236}">
                <a16:creationId xmlns:a16="http://schemas.microsoft.com/office/drawing/2014/main" id="{49FEB6A9-C731-EAF7-B881-A62544FCE20A}"/>
              </a:ext>
            </a:extLst>
          </p:cNvPr>
          <p:cNvSpPr txBox="1"/>
          <p:nvPr/>
        </p:nvSpPr>
        <p:spPr>
          <a:xfrm>
            <a:off x="8068959" y="3347021"/>
            <a:ext cx="1905000" cy="49244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GSK Precision Light"/>
                <a:ea typeface="+mn-ea"/>
                <a:cs typeface="Arial"/>
              </a:rPr>
              <a:t>Constructive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GSK Precision Light"/>
                <a:ea typeface="+mn-ea"/>
                <a:cs typeface="Arial"/>
              </a:rPr>
              <a:t>Tension</a:t>
            </a:r>
          </a:p>
        </p:txBody>
      </p:sp>
      <p:sp>
        <p:nvSpPr>
          <p:cNvPr id="13" name="TextBox 12">
            <a:extLst>
              <a:ext uri="{FF2B5EF4-FFF2-40B4-BE49-F238E27FC236}">
                <a16:creationId xmlns:a16="http://schemas.microsoft.com/office/drawing/2014/main" id="{A7795339-C9D2-251C-01CF-D3416FF2A5EC}"/>
              </a:ext>
            </a:extLst>
          </p:cNvPr>
          <p:cNvSpPr txBox="1"/>
          <p:nvPr/>
        </p:nvSpPr>
        <p:spPr>
          <a:xfrm>
            <a:off x="8073136" y="5057777"/>
            <a:ext cx="1905000"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GSK Precision Light"/>
                <a:ea typeface="+mn-ea"/>
                <a:cs typeface="Arial"/>
              </a:rPr>
              <a:t>Tailor</a:t>
            </a:r>
          </a:p>
        </p:txBody>
      </p:sp>
      <p:sp>
        <p:nvSpPr>
          <p:cNvPr id="14" name="TextBox 13">
            <a:extLst>
              <a:ext uri="{FF2B5EF4-FFF2-40B4-BE49-F238E27FC236}">
                <a16:creationId xmlns:a16="http://schemas.microsoft.com/office/drawing/2014/main" id="{86512DAF-BFB8-2EB0-E83C-F6561E832779}"/>
              </a:ext>
            </a:extLst>
          </p:cNvPr>
          <p:cNvSpPr txBox="1"/>
          <p:nvPr/>
        </p:nvSpPr>
        <p:spPr>
          <a:xfrm>
            <a:off x="6757416" y="2749820"/>
            <a:ext cx="1905000"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GSK Precision Light"/>
                <a:ea typeface="+mn-ea"/>
                <a:cs typeface="Arial"/>
              </a:rPr>
              <a:t>Teach</a:t>
            </a:r>
          </a:p>
        </p:txBody>
      </p:sp>
      <p:sp>
        <p:nvSpPr>
          <p:cNvPr id="15" name="TextBox 14">
            <a:extLst>
              <a:ext uri="{FF2B5EF4-FFF2-40B4-BE49-F238E27FC236}">
                <a16:creationId xmlns:a16="http://schemas.microsoft.com/office/drawing/2014/main" id="{58F2F638-F425-30EC-D221-8816A7659452}"/>
              </a:ext>
            </a:extLst>
          </p:cNvPr>
          <p:cNvSpPr txBox="1"/>
          <p:nvPr/>
        </p:nvSpPr>
        <p:spPr>
          <a:xfrm>
            <a:off x="9907016" y="3100799"/>
            <a:ext cx="1154063" cy="49244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GSK Precision Light"/>
                <a:ea typeface="+mn-ea"/>
                <a:cs typeface="Arial"/>
              </a:rPr>
              <a:t>Take Control</a:t>
            </a:r>
          </a:p>
        </p:txBody>
      </p:sp>
      <p:sp>
        <p:nvSpPr>
          <p:cNvPr id="18" name="Rectangle: Rounded Corners 8">
            <a:extLst>
              <a:ext uri="{FF2B5EF4-FFF2-40B4-BE49-F238E27FC236}">
                <a16:creationId xmlns:a16="http://schemas.microsoft.com/office/drawing/2014/main" id="{F1B0A0AC-564A-2202-1617-0734E9441461}"/>
              </a:ext>
            </a:extLst>
          </p:cNvPr>
          <p:cNvSpPr/>
          <p:nvPr/>
        </p:nvSpPr>
        <p:spPr>
          <a:xfrm>
            <a:off x="8484396" y="5754185"/>
            <a:ext cx="3615958" cy="973201"/>
          </a:xfrm>
          <a:prstGeom prst="roundRect">
            <a:avLst>
              <a:gd name="adj" fmla="val 7426"/>
            </a:avLst>
          </a:prstGeom>
          <a:solidFill>
            <a:srgbClr val="9F2563"/>
          </a:solidFill>
          <a:ln/>
        </p:spPr>
        <p:style>
          <a:lnRef idx="2">
            <a:schemeClr val="accent1"/>
          </a:lnRef>
          <a:fillRef idx="1">
            <a:schemeClr val="lt1"/>
          </a:fillRef>
          <a:effectRef idx="0">
            <a:schemeClr val="accent1"/>
          </a:effectRef>
          <a:fontRef idx="minor">
            <a:schemeClr val="dk1"/>
          </a:fontRef>
        </p:style>
        <p:txBody>
          <a:bodyPr lIns="219456" tIns="219456" rIns="219456" bIns="219456"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Graphik Regular" panose="020B0503030202060203" pitchFamily="34" charset="0"/>
                <a:ea typeface="+mn-ea"/>
                <a:cs typeface="Arial"/>
              </a:rPr>
              <a:t>Shift behavior to compel the customer to take action</a:t>
            </a:r>
          </a:p>
        </p:txBody>
      </p:sp>
      <p:pic>
        <p:nvPicPr>
          <p:cNvPr id="19" name="Picture 18">
            <a:extLst>
              <a:ext uri="{FF2B5EF4-FFF2-40B4-BE49-F238E27FC236}">
                <a16:creationId xmlns:a16="http://schemas.microsoft.com/office/drawing/2014/main" id="{C4130AF4-17C6-21C6-D091-4953E73BD492}"/>
              </a:ext>
            </a:extLst>
          </p:cNvPr>
          <p:cNvPicPr>
            <a:picLocks noChangeAspect="1"/>
          </p:cNvPicPr>
          <p:nvPr/>
        </p:nvPicPr>
        <p:blipFill>
          <a:blip r:embed="rId4"/>
          <a:srcRect/>
          <a:stretch/>
        </p:blipFill>
        <p:spPr>
          <a:xfrm>
            <a:off x="5638102" y="5757525"/>
            <a:ext cx="2739185" cy="975360"/>
          </a:xfrm>
          <a:prstGeom prst="rect">
            <a:avLst/>
          </a:prstGeom>
        </p:spPr>
      </p:pic>
      <p:sp>
        <p:nvSpPr>
          <p:cNvPr id="20" name="TextBox 19">
            <a:extLst>
              <a:ext uri="{FF2B5EF4-FFF2-40B4-BE49-F238E27FC236}">
                <a16:creationId xmlns:a16="http://schemas.microsoft.com/office/drawing/2014/main" id="{D3FD7498-86CF-8CC4-07DA-ABFD3CBF52C2}"/>
              </a:ext>
            </a:extLst>
          </p:cNvPr>
          <p:cNvSpPr txBox="1"/>
          <p:nvPr/>
        </p:nvSpPr>
        <p:spPr>
          <a:xfrm>
            <a:off x="6564688" y="5892032"/>
            <a:ext cx="1905000" cy="706347"/>
          </a:xfrm>
          <a:prstGeom prst="rect">
            <a:avLst/>
          </a:prstGeom>
          <a:noFill/>
        </p:spPr>
        <p:txBody>
          <a:bodyPr wrap="square" lIns="0" tIns="0" rIns="0" bIns="0" rtlCol="0">
            <a:spAutoFit/>
          </a:body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SK Precision Light"/>
                <a:ea typeface="+mn-ea"/>
                <a:cs typeface="Arial"/>
              </a:rPr>
              <a:t>Build</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SK Precision Light"/>
                <a:ea typeface="+mn-ea"/>
                <a:cs typeface="Arial"/>
              </a:rPr>
              <a:t>Constructive Tension</a:t>
            </a:r>
          </a:p>
        </p:txBody>
      </p:sp>
    </p:spTree>
    <p:extLst>
      <p:ext uri="{BB962C8B-B14F-4D97-AF65-F5344CB8AC3E}">
        <p14:creationId xmlns:p14="http://schemas.microsoft.com/office/powerpoint/2010/main" val="3481200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childTnLst>
                          </p:cTn>
                        </p:par>
                        <p:par>
                          <p:cTn id="27" fill="hold">
                            <p:stCondLst>
                              <p:cond delay="1000"/>
                            </p:stCondLst>
                            <p:childTnLst>
                              <p:par>
                                <p:cTn id="28" presetID="10"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childTnLst>
                          </p:cTn>
                        </p:par>
                        <p:par>
                          <p:cTn id="31" fill="hold">
                            <p:stCondLst>
                              <p:cond delay="1500"/>
                            </p:stCondLst>
                            <p:childTnLst>
                              <p:par>
                                <p:cTn id="32" presetID="10" presetClass="entr" presetSubtype="0" fill="hold" nodeType="after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3" grpId="0"/>
      <p:bldP spid="14" grpId="0"/>
      <p:bldP spid="15" grpId="0"/>
      <p:bldP spid="18" grpId="0" animBg="1"/>
      <p:bldP spid="2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042B80F-9C07-420D-A478-1BB72328EB61}"/>
              </a:ext>
            </a:extLst>
          </p:cNvPr>
          <p:cNvSpPr>
            <a:spLocks noGrp="1"/>
          </p:cNvSpPr>
          <p:nvPr>
            <p:ph type="body" sz="quarter" idx="18"/>
          </p:nvPr>
        </p:nvSpPr>
        <p:spPr>
          <a:xfrm>
            <a:off x="255397" y="6194774"/>
            <a:ext cx="11460164" cy="298800"/>
          </a:xfrm>
        </p:spPr>
        <p:txBody>
          <a:bodyPr/>
          <a:lstStyle/>
          <a:p>
            <a:pPr marL="0" indent="0">
              <a:buNone/>
            </a:pPr>
            <a:r>
              <a:rPr lang="en-GB"/>
              <a:t>      </a:t>
            </a:r>
          </a:p>
          <a:p>
            <a:pPr marL="0" indent="0">
              <a:buNone/>
            </a:pPr>
            <a:endParaRPr lang="en-GB"/>
          </a:p>
          <a:p>
            <a:pPr marL="0" indent="0">
              <a:buNone/>
            </a:pPr>
            <a:r>
              <a:rPr lang="en-GB"/>
              <a:t>       </a:t>
            </a:r>
            <a:endParaRPr lang="en-GB" sz="2400"/>
          </a:p>
        </p:txBody>
      </p:sp>
      <p:sp>
        <p:nvSpPr>
          <p:cNvPr id="2" name="Title 1"/>
          <p:cNvSpPr>
            <a:spLocks noGrp="1"/>
          </p:cNvSpPr>
          <p:nvPr>
            <p:ph type="title"/>
          </p:nvPr>
        </p:nvSpPr>
        <p:spPr/>
        <p:txBody>
          <a:bodyPr>
            <a:normAutofit/>
          </a:bodyPr>
          <a:lstStyle/>
          <a:p>
            <a:r>
              <a:rPr lang="en-US"/>
              <a:t>Challenge The Status Quo</a:t>
            </a:r>
          </a:p>
        </p:txBody>
      </p:sp>
      <p:graphicFrame>
        <p:nvGraphicFramePr>
          <p:cNvPr id="4" name="Diagram 3">
            <a:extLst>
              <a:ext uri="{FF2B5EF4-FFF2-40B4-BE49-F238E27FC236}">
                <a16:creationId xmlns:a16="http://schemas.microsoft.com/office/drawing/2014/main" id="{5C88991A-3841-4D93-862E-4A291C5B5778}"/>
              </a:ext>
            </a:extLst>
          </p:cNvPr>
          <p:cNvGraphicFramePr/>
          <p:nvPr/>
        </p:nvGraphicFramePr>
        <p:xfrm>
          <a:off x="4347985" y="46561"/>
          <a:ext cx="8648699" cy="197839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9" name="TextBox 8"/>
          <p:cNvSpPr txBox="1"/>
          <p:nvPr/>
        </p:nvSpPr>
        <p:spPr>
          <a:xfrm>
            <a:off x="4844472" y="4118317"/>
            <a:ext cx="1673856"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GSK Precision Light"/>
                <a:ea typeface="+mn-ea"/>
                <a:cs typeface="Arial"/>
              </a:rPr>
              <a:t>Dial of Tension</a:t>
            </a:r>
          </a:p>
        </p:txBody>
      </p:sp>
      <p:sp>
        <p:nvSpPr>
          <p:cNvPr id="11" name="TextBox 10"/>
          <p:cNvSpPr txBox="1"/>
          <p:nvPr/>
        </p:nvSpPr>
        <p:spPr>
          <a:xfrm>
            <a:off x="4224855" y="4658109"/>
            <a:ext cx="1343111" cy="10772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GSK Precision Light"/>
                <a:ea typeface="+mn-ea"/>
                <a:cs typeface="Arial"/>
              </a:rPr>
              <a:t>No tension</a:t>
            </a:r>
          </a:p>
          <a:p>
            <a:pPr marL="174621" marR="0" lvl="0" indent="-17462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white"/>
                </a:solidFill>
                <a:effectLst/>
                <a:uLnTx/>
                <a:uFillTx/>
                <a:latin typeface="GSK Precision Light"/>
                <a:ea typeface="+mn-ea"/>
                <a:cs typeface="Arial"/>
              </a:rPr>
              <a:t>Relaxed</a:t>
            </a:r>
          </a:p>
          <a:p>
            <a:pPr marL="174621" marR="0" lvl="0" indent="-17462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white"/>
                </a:solidFill>
                <a:effectLst/>
                <a:uLnTx/>
                <a:uFillTx/>
                <a:latin typeface="GSK Precision Light"/>
                <a:ea typeface="+mn-ea"/>
                <a:cs typeface="Arial"/>
              </a:rPr>
              <a:t>No need </a:t>
            </a:r>
            <a:br>
              <a:rPr kumimoji="0" lang="en-US" sz="1600" b="0" i="0" u="none" strike="noStrike" kern="1200" cap="none" spc="0" normalizeH="0" baseline="0" noProof="0">
                <a:ln>
                  <a:noFill/>
                </a:ln>
                <a:solidFill>
                  <a:prstClr val="white"/>
                </a:solidFill>
                <a:effectLst/>
                <a:uLnTx/>
                <a:uFillTx/>
                <a:latin typeface="GSK Precision Light"/>
                <a:ea typeface="+mn-ea"/>
                <a:cs typeface="Arial"/>
              </a:rPr>
            </a:br>
            <a:r>
              <a:rPr kumimoji="0" lang="en-US" sz="1600" b="0" i="0" u="none" strike="noStrike" kern="1200" cap="none" spc="0" normalizeH="0" baseline="0" noProof="0">
                <a:ln>
                  <a:noFill/>
                </a:ln>
                <a:solidFill>
                  <a:prstClr val="white"/>
                </a:solidFill>
                <a:effectLst/>
                <a:uLnTx/>
                <a:uFillTx/>
                <a:latin typeface="GSK Precision Light"/>
                <a:ea typeface="+mn-ea"/>
                <a:cs typeface="Arial"/>
              </a:rPr>
              <a:t>for action</a:t>
            </a:r>
          </a:p>
        </p:txBody>
      </p:sp>
      <p:sp>
        <p:nvSpPr>
          <p:cNvPr id="13" name="TextBox 12"/>
          <p:cNvSpPr txBox="1"/>
          <p:nvPr/>
        </p:nvSpPr>
        <p:spPr>
          <a:xfrm>
            <a:off x="6538722" y="4658108"/>
            <a:ext cx="1371601"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GSK Precision Light"/>
                <a:ea typeface="+mn-ea"/>
                <a:cs typeface="Arial"/>
              </a:rPr>
              <a:t>Tension</a:t>
            </a:r>
          </a:p>
          <a:p>
            <a:pPr marL="174621" marR="0" lvl="0" indent="-17462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white"/>
                </a:solidFill>
                <a:effectLst/>
                <a:uLnTx/>
                <a:uFillTx/>
                <a:latin typeface="GSK Precision Light"/>
                <a:ea typeface="+mn-ea"/>
                <a:cs typeface="Arial"/>
              </a:rPr>
              <a:t>Stressed</a:t>
            </a:r>
          </a:p>
          <a:p>
            <a:pPr marL="174621" marR="0" lvl="0" indent="-17462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white"/>
                </a:solidFill>
                <a:effectLst/>
                <a:uLnTx/>
                <a:uFillTx/>
                <a:latin typeface="GSK Precision Light"/>
                <a:ea typeface="+mn-ea"/>
                <a:cs typeface="Arial"/>
              </a:rPr>
              <a:t>Shut down </a:t>
            </a:r>
          </a:p>
          <a:p>
            <a:pPr marL="174621" marR="0" lvl="0" indent="-17462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white"/>
                </a:solidFill>
                <a:effectLst/>
                <a:uLnTx/>
                <a:uFillTx/>
                <a:latin typeface="GSK Precision Light"/>
                <a:ea typeface="+mn-ea"/>
                <a:cs typeface="Arial"/>
              </a:rPr>
              <a:t>Refuse action</a:t>
            </a:r>
          </a:p>
        </p:txBody>
      </p:sp>
      <p:sp>
        <p:nvSpPr>
          <p:cNvPr id="3" name="Rectangle 2">
            <a:extLst>
              <a:ext uri="{FF2B5EF4-FFF2-40B4-BE49-F238E27FC236}">
                <a16:creationId xmlns:a16="http://schemas.microsoft.com/office/drawing/2014/main" id="{F966E063-F674-48DC-BD4E-2488FF6FA3C9}"/>
              </a:ext>
            </a:extLst>
          </p:cNvPr>
          <p:cNvSpPr/>
          <p:nvPr/>
        </p:nvSpPr>
        <p:spPr>
          <a:xfrm>
            <a:off x="289301" y="619773"/>
            <a:ext cx="4264309"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srgbClr val="000000"/>
                </a:solidFill>
                <a:effectLst/>
                <a:uLnTx/>
                <a:uFillTx/>
                <a:latin typeface="GSK Precision Light"/>
                <a:ea typeface="+mn-ea"/>
                <a:cs typeface="Arial"/>
              </a:rPr>
              <a:t>Creating Constructive Tension</a:t>
            </a:r>
          </a:p>
        </p:txBody>
      </p:sp>
      <p:sp>
        <p:nvSpPr>
          <p:cNvPr id="6" name="TextBox 5">
            <a:extLst>
              <a:ext uri="{FF2B5EF4-FFF2-40B4-BE49-F238E27FC236}">
                <a16:creationId xmlns:a16="http://schemas.microsoft.com/office/drawing/2014/main" id="{EFDEDFCE-CA2E-2A07-6DC2-9C6733EE231F}"/>
              </a:ext>
            </a:extLst>
          </p:cNvPr>
          <p:cNvSpPr txBox="1"/>
          <p:nvPr/>
        </p:nvSpPr>
        <p:spPr>
          <a:xfrm rot="17566490">
            <a:off x="2122397" y="2893600"/>
            <a:ext cx="3885473" cy="1015244"/>
          </a:xfrm>
          <a:prstGeom prst="ellipse">
            <a:avLst/>
          </a:prstGeom>
          <a:noFill/>
        </p:spPr>
        <p:txBody>
          <a:bodyPr wrap="square" lIns="0" tIns="0" rIns="0" bIns="0" rtlCol="0">
            <a:prstTxWarp prst="textArchUp">
              <a:avLst>
                <a:gd name="adj" fmla="val 12260533"/>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GSK Precision Light"/>
                <a:ea typeface="+mn-ea"/>
                <a:cs typeface="Arial"/>
              </a:rPr>
              <a:t>No Tension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GSK Precision Light"/>
                <a:ea typeface="+mn-ea"/>
                <a:cs typeface="Arial"/>
              </a:rPr>
              <a:t>(Passive)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8" name="TextBox 7">
            <a:extLst>
              <a:ext uri="{FF2B5EF4-FFF2-40B4-BE49-F238E27FC236}">
                <a16:creationId xmlns:a16="http://schemas.microsoft.com/office/drawing/2014/main" id="{5389A83C-92C0-5467-E00A-2AD3B8DE0258}"/>
              </a:ext>
            </a:extLst>
          </p:cNvPr>
          <p:cNvSpPr txBox="1"/>
          <p:nvPr/>
        </p:nvSpPr>
        <p:spPr>
          <a:xfrm>
            <a:off x="3506845" y="1578365"/>
            <a:ext cx="4292867" cy="738664"/>
          </a:xfrm>
          <a:prstGeom prst="rect">
            <a:avLst/>
          </a:prstGeom>
          <a:noFill/>
        </p:spPr>
        <p:txBody>
          <a:bodyPr wrap="square" lIns="0" tIns="0" rIns="0" bIns="0" rtlCol="0">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GSK Precision Light"/>
                <a:ea typeface="+mn-ea"/>
                <a:cs typeface="Arial"/>
              </a:rPr>
              <a:t>Constructive Tension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GSK Precision Light"/>
                <a:ea typeface="+mn-ea"/>
                <a:cs typeface="Arial"/>
              </a:rPr>
              <a:t>(Assertive)</a:t>
            </a:r>
          </a:p>
        </p:txBody>
      </p:sp>
      <p:sp>
        <p:nvSpPr>
          <p:cNvPr id="10" name="TextBox 9">
            <a:extLst>
              <a:ext uri="{FF2B5EF4-FFF2-40B4-BE49-F238E27FC236}">
                <a16:creationId xmlns:a16="http://schemas.microsoft.com/office/drawing/2014/main" id="{950242CE-BB35-E553-CDA8-DBE218A62D47}"/>
              </a:ext>
            </a:extLst>
          </p:cNvPr>
          <p:cNvSpPr txBox="1"/>
          <p:nvPr/>
        </p:nvSpPr>
        <p:spPr>
          <a:xfrm rot="3978578">
            <a:off x="5723025" y="2774944"/>
            <a:ext cx="3885473" cy="996792"/>
          </a:xfrm>
          <a:prstGeom prst="ellipse">
            <a:avLst/>
          </a:prstGeom>
          <a:noFill/>
        </p:spPr>
        <p:txBody>
          <a:bodyPr wrap="square" lIns="0" tIns="0" rIns="0" bIns="0" rtlCol="0">
            <a:prstTxWarp prst="textArchUp">
              <a:avLst>
                <a:gd name="adj" fmla="val 12260533"/>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GSK Precision Light"/>
                <a:ea typeface="+mn-ea"/>
                <a:cs typeface="Arial"/>
              </a:rPr>
              <a:t>Too Much Tension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GSK Precision Light"/>
                <a:ea typeface="+mn-ea"/>
                <a:cs typeface="Arial"/>
              </a:rPr>
              <a:t>(Aggressive)</a:t>
            </a:r>
          </a:p>
        </p:txBody>
      </p:sp>
      <p:pic>
        <p:nvPicPr>
          <p:cNvPr id="14" name="Picture 13">
            <a:extLst>
              <a:ext uri="{FF2B5EF4-FFF2-40B4-BE49-F238E27FC236}">
                <a16:creationId xmlns:a16="http://schemas.microsoft.com/office/drawing/2014/main" id="{C6D78F6E-A1A9-2FFE-4FF3-9F161208F311}"/>
              </a:ext>
            </a:extLst>
          </p:cNvPr>
          <p:cNvPicPr>
            <a:picLocks noChangeAspect="1"/>
          </p:cNvPicPr>
          <p:nvPr/>
        </p:nvPicPr>
        <p:blipFill>
          <a:blip r:embed="rId9"/>
          <a:srcRect/>
          <a:stretch/>
        </p:blipFill>
        <p:spPr>
          <a:xfrm>
            <a:off x="3447245" y="1723390"/>
            <a:ext cx="4412068" cy="2391056"/>
          </a:xfrm>
          <a:prstGeom prst="rect">
            <a:avLst/>
          </a:prstGeom>
        </p:spPr>
      </p:pic>
      <p:sp>
        <p:nvSpPr>
          <p:cNvPr id="15" name="Rectangle 14">
            <a:extLst>
              <a:ext uri="{FF2B5EF4-FFF2-40B4-BE49-F238E27FC236}">
                <a16:creationId xmlns:a16="http://schemas.microsoft.com/office/drawing/2014/main" id="{90E490D4-0532-14A5-0FD6-7CF5588F429B}"/>
              </a:ext>
            </a:extLst>
          </p:cNvPr>
          <p:cNvSpPr/>
          <p:nvPr/>
        </p:nvSpPr>
        <p:spPr>
          <a:xfrm>
            <a:off x="121492" y="4109349"/>
            <a:ext cx="2721200" cy="2222147"/>
          </a:xfrm>
          <a:prstGeom prst="rect">
            <a:avLst/>
          </a:prstGeom>
        </p:spPr>
        <p:txBody>
          <a:bodyPr wrap="square" lIns="0" tIns="0" rIns="0" bIns="0">
            <a:spAutoFit/>
          </a:bodyPr>
          <a:lstStyle/>
          <a:p>
            <a:pPr marL="164592" marR="0" lvl="0" indent="-164592" algn="l" defTabSz="914400" rtl="0" eaLnBrk="1" fontAlgn="auto" latinLnBrk="0" hangingPunct="1">
              <a:lnSpc>
                <a:spcPct val="100000"/>
              </a:lnSpc>
              <a:spcBef>
                <a:spcPts val="0"/>
              </a:spcBef>
              <a:spcAft>
                <a:spcPts val="360"/>
              </a:spcAft>
              <a:buClr>
                <a:srgbClr val="E21860"/>
              </a:buClr>
              <a:buSzTx/>
              <a:buFont typeface="Arial" panose="020B0604020202020204" pitchFamily="34" charset="0"/>
              <a:buChar char="•"/>
              <a:tabLst/>
              <a:defRPr/>
            </a:pPr>
            <a:r>
              <a:rPr kumimoji="0" lang="en-US" sz="1680" b="0" i="0" u="none" strike="noStrike" kern="1200" cap="none" spc="0" normalizeH="0" baseline="0" noProof="0">
                <a:ln>
                  <a:noFill/>
                </a:ln>
                <a:solidFill>
                  <a:srgbClr val="000000"/>
                </a:solidFill>
                <a:effectLst/>
                <a:uLnTx/>
                <a:uFillTx/>
                <a:latin typeface="GSK Precision Light"/>
                <a:ea typeface="Calibri"/>
                <a:cs typeface="Times New Roman"/>
              </a:rPr>
              <a:t>Relaxed</a:t>
            </a:r>
          </a:p>
          <a:p>
            <a:pPr marL="164592" marR="0" lvl="0" indent="-164592" algn="l" defTabSz="914400" rtl="0" eaLnBrk="1" fontAlgn="auto" latinLnBrk="0" hangingPunct="1">
              <a:lnSpc>
                <a:spcPct val="100000"/>
              </a:lnSpc>
              <a:spcBef>
                <a:spcPts val="0"/>
              </a:spcBef>
              <a:spcAft>
                <a:spcPts val="360"/>
              </a:spcAft>
              <a:buClr>
                <a:srgbClr val="E21860"/>
              </a:buClr>
              <a:buSzTx/>
              <a:buFont typeface="Arial" panose="020B0604020202020204" pitchFamily="34" charset="0"/>
              <a:buChar char="•"/>
              <a:tabLst/>
              <a:defRPr/>
            </a:pPr>
            <a:r>
              <a:rPr kumimoji="0" lang="en-US" sz="1680" b="0" i="0" u="none" strike="noStrike" kern="1200" cap="none" spc="0" normalizeH="0" baseline="0" noProof="0">
                <a:ln>
                  <a:noFill/>
                </a:ln>
                <a:solidFill>
                  <a:srgbClr val="000000"/>
                </a:solidFill>
                <a:effectLst/>
                <a:uLnTx/>
                <a:uFillTx/>
                <a:latin typeface="GSK Precision Light"/>
                <a:ea typeface="Calibri"/>
                <a:cs typeface="Times New Roman"/>
              </a:rPr>
              <a:t>Leaning back in chair, at ease</a:t>
            </a:r>
          </a:p>
          <a:p>
            <a:pPr marL="164592" marR="0" lvl="0" indent="-164592" algn="l" defTabSz="914400" rtl="0" eaLnBrk="1" fontAlgn="auto" latinLnBrk="0" hangingPunct="1">
              <a:lnSpc>
                <a:spcPct val="100000"/>
              </a:lnSpc>
              <a:spcBef>
                <a:spcPts val="0"/>
              </a:spcBef>
              <a:spcAft>
                <a:spcPts val="360"/>
              </a:spcAft>
              <a:buClr>
                <a:srgbClr val="E21860"/>
              </a:buClr>
              <a:buSzTx/>
              <a:buFont typeface="Arial" panose="020B0604020202020204" pitchFamily="34" charset="0"/>
              <a:buChar char="•"/>
              <a:tabLst/>
              <a:defRPr/>
            </a:pPr>
            <a:r>
              <a:rPr kumimoji="0" lang="en-US" sz="1680" b="0" i="0" u="none" strike="noStrike" kern="1200" cap="none" spc="0" normalizeH="0" baseline="0" noProof="0">
                <a:ln>
                  <a:noFill/>
                </a:ln>
                <a:solidFill>
                  <a:srgbClr val="000000"/>
                </a:solidFill>
                <a:effectLst/>
                <a:uLnTx/>
                <a:uFillTx/>
                <a:latin typeface="GSK Precision Light"/>
                <a:ea typeface="Calibri"/>
                <a:cs typeface="Times New Roman"/>
              </a:rPr>
              <a:t>Nonchalance (like information is old news or the customer doesn’t feel like they have a problem)</a:t>
            </a:r>
          </a:p>
          <a:p>
            <a:pPr marL="164592" marR="0" lvl="0" indent="-164592" algn="l" defTabSz="914400" rtl="0" eaLnBrk="1" fontAlgn="auto" latinLnBrk="0" hangingPunct="1">
              <a:lnSpc>
                <a:spcPct val="100000"/>
              </a:lnSpc>
              <a:spcBef>
                <a:spcPts val="0"/>
              </a:spcBef>
              <a:spcAft>
                <a:spcPts val="360"/>
              </a:spcAft>
              <a:buClr>
                <a:srgbClr val="E21860"/>
              </a:buClr>
              <a:buSzTx/>
              <a:buFont typeface="Arial" panose="020B0604020202020204" pitchFamily="34" charset="0"/>
              <a:buChar char="•"/>
              <a:tabLst/>
              <a:defRPr/>
            </a:pPr>
            <a:r>
              <a:rPr kumimoji="0" lang="en-US" sz="1680" b="1" i="0" u="none" strike="noStrike" kern="1200" cap="none" spc="0" normalizeH="0" baseline="0" noProof="0">
                <a:ln>
                  <a:noFill/>
                </a:ln>
                <a:solidFill>
                  <a:srgbClr val="000000"/>
                </a:solidFill>
                <a:effectLst/>
                <a:uLnTx/>
                <a:uFillTx/>
                <a:latin typeface="GSK Precision Light"/>
                <a:ea typeface="Calibri"/>
                <a:cs typeface="Times New Roman"/>
              </a:rPr>
              <a:t>No need for action</a:t>
            </a:r>
          </a:p>
        </p:txBody>
      </p:sp>
      <p:pic>
        <p:nvPicPr>
          <p:cNvPr id="17" name="Picture 16">
            <a:extLst>
              <a:ext uri="{FF2B5EF4-FFF2-40B4-BE49-F238E27FC236}">
                <a16:creationId xmlns:a16="http://schemas.microsoft.com/office/drawing/2014/main" id="{CB44E3B7-67BC-5D14-D447-05F6CFA23713}"/>
              </a:ext>
            </a:extLst>
          </p:cNvPr>
          <p:cNvPicPr>
            <a:picLocks noChangeAspect="1"/>
          </p:cNvPicPr>
          <p:nvPr/>
        </p:nvPicPr>
        <p:blipFill>
          <a:blip r:embed="rId10"/>
          <a:srcRect/>
          <a:stretch/>
        </p:blipFill>
        <p:spPr>
          <a:xfrm>
            <a:off x="962824" y="3679734"/>
            <a:ext cx="659792" cy="364435"/>
          </a:xfrm>
          <a:prstGeom prst="rect">
            <a:avLst/>
          </a:prstGeom>
        </p:spPr>
      </p:pic>
      <p:sp>
        <p:nvSpPr>
          <p:cNvPr id="18" name="Rectangle 17">
            <a:extLst>
              <a:ext uri="{FF2B5EF4-FFF2-40B4-BE49-F238E27FC236}">
                <a16:creationId xmlns:a16="http://schemas.microsoft.com/office/drawing/2014/main" id="{C700CF85-9E05-B137-70CE-68F0C5495454}"/>
              </a:ext>
            </a:extLst>
          </p:cNvPr>
          <p:cNvSpPr/>
          <p:nvPr/>
        </p:nvSpPr>
        <p:spPr>
          <a:xfrm>
            <a:off x="9242359" y="4299521"/>
            <a:ext cx="3055907" cy="1705082"/>
          </a:xfrm>
          <a:prstGeom prst="rect">
            <a:avLst/>
          </a:prstGeom>
        </p:spPr>
        <p:txBody>
          <a:bodyPr wrap="square" lIns="0" tIns="0" rIns="0" bIns="0">
            <a:spAutoFit/>
          </a:bodyPr>
          <a:lstStyle/>
          <a:p>
            <a:pPr marL="164592" marR="0" lvl="0" indent="-164592" algn="l" defTabSz="914400" rtl="0" eaLnBrk="1" fontAlgn="auto" latinLnBrk="0" hangingPunct="1">
              <a:lnSpc>
                <a:spcPct val="100000"/>
              </a:lnSpc>
              <a:spcBef>
                <a:spcPts val="0"/>
              </a:spcBef>
              <a:spcAft>
                <a:spcPts val="360"/>
              </a:spcAft>
              <a:buClr>
                <a:srgbClr val="E21860"/>
              </a:buClr>
              <a:buSzTx/>
              <a:buFont typeface="Arial" panose="020B0604020202020204" pitchFamily="34" charset="0"/>
              <a:buChar char="•"/>
              <a:tabLst/>
              <a:defRPr/>
            </a:pPr>
            <a:r>
              <a:rPr kumimoji="0" lang="en-US" sz="1680" b="0" i="0" u="none" strike="noStrike" kern="1200" cap="none" spc="0" normalizeH="0" baseline="0" noProof="0">
                <a:ln>
                  <a:noFill/>
                </a:ln>
                <a:solidFill>
                  <a:srgbClr val="000000"/>
                </a:solidFill>
                <a:effectLst/>
                <a:uLnTx/>
                <a:uFillTx/>
                <a:latin typeface="GSK Precision Light"/>
                <a:ea typeface="Calibri"/>
                <a:cs typeface="Times New Roman"/>
              </a:rPr>
              <a:t>Stressed</a:t>
            </a:r>
          </a:p>
          <a:p>
            <a:pPr marL="164592" marR="0" lvl="0" indent="-164592" algn="l" defTabSz="914400" rtl="0" eaLnBrk="1" fontAlgn="auto" latinLnBrk="0" hangingPunct="1">
              <a:lnSpc>
                <a:spcPct val="100000"/>
              </a:lnSpc>
              <a:spcBef>
                <a:spcPts val="0"/>
              </a:spcBef>
              <a:spcAft>
                <a:spcPts val="360"/>
              </a:spcAft>
              <a:buClr>
                <a:srgbClr val="E21860"/>
              </a:buClr>
              <a:buSzTx/>
              <a:buFont typeface="Arial" panose="020B0604020202020204" pitchFamily="34" charset="0"/>
              <a:buChar char="•"/>
              <a:tabLst/>
              <a:defRPr/>
            </a:pPr>
            <a:r>
              <a:rPr kumimoji="0" lang="en-US" sz="1680" b="0" i="0" u="none" strike="noStrike" kern="1200" cap="none" spc="0" normalizeH="0" baseline="0" noProof="0">
                <a:ln>
                  <a:noFill/>
                </a:ln>
                <a:solidFill>
                  <a:srgbClr val="000000"/>
                </a:solidFill>
                <a:effectLst/>
                <a:uLnTx/>
                <a:uFillTx/>
                <a:latin typeface="GSK Precision Light"/>
                <a:ea typeface="Calibri"/>
                <a:cs typeface="Times New Roman"/>
              </a:rPr>
              <a:t>Arms crossed, shut down</a:t>
            </a:r>
          </a:p>
          <a:p>
            <a:pPr marL="164592" marR="0" lvl="0" indent="-164592" algn="l" defTabSz="914400" rtl="0" eaLnBrk="1" fontAlgn="auto" latinLnBrk="0" hangingPunct="1">
              <a:lnSpc>
                <a:spcPct val="100000"/>
              </a:lnSpc>
              <a:spcBef>
                <a:spcPts val="0"/>
              </a:spcBef>
              <a:spcAft>
                <a:spcPts val="360"/>
              </a:spcAft>
              <a:buClr>
                <a:srgbClr val="E21860"/>
              </a:buClr>
              <a:buSzTx/>
              <a:buFont typeface="Arial" panose="020B0604020202020204" pitchFamily="34" charset="0"/>
              <a:buChar char="•"/>
              <a:tabLst/>
              <a:defRPr/>
            </a:pPr>
            <a:r>
              <a:rPr kumimoji="0" lang="en-US" sz="1680" b="0" i="0" u="none" strike="noStrike" kern="1200" cap="none" spc="0" normalizeH="0" baseline="0" noProof="0">
                <a:ln>
                  <a:noFill/>
                </a:ln>
                <a:solidFill>
                  <a:srgbClr val="000000"/>
                </a:solidFill>
                <a:effectLst/>
                <a:uLnTx/>
                <a:uFillTx/>
                <a:latin typeface="GSK Precision Light"/>
                <a:ea typeface="Calibri"/>
                <a:cs typeface="Times New Roman"/>
              </a:rPr>
              <a:t>Sounding defensive, heightened tone of voice</a:t>
            </a:r>
          </a:p>
          <a:p>
            <a:pPr marL="164592" marR="0" lvl="0" indent="-164592" algn="l" defTabSz="914400" rtl="0" eaLnBrk="1" fontAlgn="auto" latinLnBrk="0" hangingPunct="1">
              <a:lnSpc>
                <a:spcPct val="100000"/>
              </a:lnSpc>
              <a:spcBef>
                <a:spcPts val="0"/>
              </a:spcBef>
              <a:spcAft>
                <a:spcPts val="360"/>
              </a:spcAft>
              <a:buClr>
                <a:srgbClr val="E21860"/>
              </a:buClr>
              <a:buSzTx/>
              <a:buFont typeface="Arial" panose="020B0604020202020204" pitchFamily="34" charset="0"/>
              <a:buChar char="•"/>
              <a:tabLst/>
              <a:defRPr/>
            </a:pPr>
            <a:r>
              <a:rPr kumimoji="0" lang="en-US" sz="1680" b="1" i="0" u="none" strike="noStrike" kern="1200" cap="none" spc="0" normalizeH="0" baseline="0" noProof="0">
                <a:ln>
                  <a:noFill/>
                </a:ln>
                <a:solidFill>
                  <a:srgbClr val="000000"/>
                </a:solidFill>
                <a:effectLst/>
                <a:uLnTx/>
                <a:uFillTx/>
                <a:latin typeface="GSK Precision Light"/>
                <a:ea typeface="Calibri"/>
                <a:cs typeface="Times New Roman"/>
              </a:rPr>
              <a:t>Refuses action, </a:t>
            </a:r>
            <a:r>
              <a:rPr kumimoji="0" lang="en-US" sz="1680" b="0" i="0" u="none" strike="noStrike" kern="1200" cap="none" spc="0" normalizeH="0" baseline="0" noProof="0">
                <a:ln>
                  <a:noFill/>
                </a:ln>
                <a:solidFill>
                  <a:srgbClr val="000000"/>
                </a:solidFill>
                <a:effectLst/>
                <a:uLnTx/>
                <a:uFillTx/>
                <a:latin typeface="GSK Precision Light"/>
                <a:ea typeface="Calibri"/>
                <a:cs typeface="Times New Roman"/>
              </a:rPr>
              <a:t>questions </a:t>
            </a:r>
            <a:br>
              <a:rPr kumimoji="0" lang="en-US" sz="1680" b="0" i="0" u="none" strike="noStrike" kern="1200" cap="none" spc="0" normalizeH="0" baseline="0" noProof="0">
                <a:ln>
                  <a:noFill/>
                </a:ln>
                <a:solidFill>
                  <a:srgbClr val="000000"/>
                </a:solidFill>
                <a:effectLst/>
                <a:uLnTx/>
                <a:uFillTx/>
                <a:latin typeface="GSK Precision Light"/>
                <a:ea typeface="Calibri"/>
                <a:cs typeface="Times New Roman"/>
              </a:rPr>
            </a:br>
            <a:r>
              <a:rPr kumimoji="0" lang="en-US" sz="1680" b="0" i="0" u="none" strike="noStrike" kern="1200" cap="none" spc="0" normalizeH="0" baseline="0" noProof="0">
                <a:ln>
                  <a:noFill/>
                </a:ln>
                <a:solidFill>
                  <a:srgbClr val="000000"/>
                </a:solidFill>
                <a:effectLst/>
                <a:uLnTx/>
                <a:uFillTx/>
                <a:latin typeface="GSK Precision Light"/>
                <a:ea typeface="Calibri"/>
                <a:cs typeface="Times New Roman"/>
              </a:rPr>
              <a:t>seller’s intentions</a:t>
            </a:r>
          </a:p>
        </p:txBody>
      </p:sp>
      <p:pic>
        <p:nvPicPr>
          <p:cNvPr id="20" name="Picture 19">
            <a:extLst>
              <a:ext uri="{FF2B5EF4-FFF2-40B4-BE49-F238E27FC236}">
                <a16:creationId xmlns:a16="http://schemas.microsoft.com/office/drawing/2014/main" id="{26710D3B-63E1-A5FC-9CE6-16273D0E2FB7}"/>
              </a:ext>
            </a:extLst>
          </p:cNvPr>
          <p:cNvPicPr>
            <a:picLocks noChangeAspect="1"/>
          </p:cNvPicPr>
          <p:nvPr/>
        </p:nvPicPr>
        <p:blipFill>
          <a:blip r:embed="rId11"/>
          <a:srcRect/>
          <a:stretch/>
        </p:blipFill>
        <p:spPr>
          <a:xfrm>
            <a:off x="10063871" y="3698898"/>
            <a:ext cx="590560" cy="370900"/>
          </a:xfrm>
          <a:prstGeom prst="rect">
            <a:avLst/>
          </a:prstGeom>
        </p:spPr>
      </p:pic>
      <p:sp>
        <p:nvSpPr>
          <p:cNvPr id="21" name="Rectangle 20">
            <a:extLst>
              <a:ext uri="{FF2B5EF4-FFF2-40B4-BE49-F238E27FC236}">
                <a16:creationId xmlns:a16="http://schemas.microsoft.com/office/drawing/2014/main" id="{D9B3FB31-BDBE-FE9F-2AFC-9DF6EA88782E}"/>
              </a:ext>
            </a:extLst>
          </p:cNvPr>
          <p:cNvSpPr/>
          <p:nvPr/>
        </p:nvSpPr>
        <p:spPr>
          <a:xfrm>
            <a:off x="4347985" y="4984226"/>
            <a:ext cx="5561509" cy="1705082"/>
          </a:xfrm>
          <a:prstGeom prst="rect">
            <a:avLst/>
          </a:prstGeom>
        </p:spPr>
        <p:txBody>
          <a:bodyPr wrap="square" lIns="0" tIns="0" rIns="0" bIns="0">
            <a:spAutoFit/>
          </a:bodyPr>
          <a:lstStyle/>
          <a:p>
            <a:pPr marL="164592" marR="0" lvl="0" indent="-164592" algn="l" defTabSz="914400" rtl="0" eaLnBrk="1" fontAlgn="auto" latinLnBrk="0" hangingPunct="1">
              <a:lnSpc>
                <a:spcPct val="100000"/>
              </a:lnSpc>
              <a:spcBef>
                <a:spcPts val="0"/>
              </a:spcBef>
              <a:spcAft>
                <a:spcPts val="360"/>
              </a:spcAft>
              <a:buClr>
                <a:srgbClr val="E21860"/>
              </a:buClr>
              <a:buSzTx/>
              <a:buFont typeface="Arial" panose="020B0604020202020204" pitchFamily="34" charset="0"/>
              <a:buChar char="•"/>
              <a:tabLst/>
              <a:defRPr/>
            </a:pPr>
            <a:r>
              <a:rPr kumimoji="0" lang="en-US" sz="1680" b="0" i="0" u="none" strike="noStrike" kern="1200" cap="none" spc="0" normalizeH="0" baseline="0" noProof="0">
                <a:ln>
                  <a:noFill/>
                </a:ln>
                <a:solidFill>
                  <a:srgbClr val="000000"/>
                </a:solidFill>
                <a:effectLst/>
                <a:uLnTx/>
                <a:uFillTx/>
                <a:latin typeface="GSK Precision Light"/>
                <a:ea typeface="Calibri"/>
                <a:cs typeface="Times New Roman"/>
              </a:rPr>
              <a:t>Intrigued</a:t>
            </a:r>
          </a:p>
          <a:p>
            <a:pPr marL="164592" marR="0" lvl="0" indent="-164592" algn="l" defTabSz="914400" rtl="0" eaLnBrk="1" fontAlgn="auto" latinLnBrk="0" hangingPunct="1">
              <a:lnSpc>
                <a:spcPct val="100000"/>
              </a:lnSpc>
              <a:spcBef>
                <a:spcPts val="0"/>
              </a:spcBef>
              <a:spcAft>
                <a:spcPts val="360"/>
              </a:spcAft>
              <a:buClr>
                <a:srgbClr val="E21860"/>
              </a:buClr>
              <a:buSzTx/>
              <a:buFont typeface="Arial" panose="020B0604020202020204" pitchFamily="34" charset="0"/>
              <a:buChar char="•"/>
              <a:tabLst/>
              <a:defRPr/>
            </a:pPr>
            <a:r>
              <a:rPr kumimoji="0" lang="en-US" sz="1680" b="0" i="0" u="none" strike="noStrike" kern="1200" cap="none" spc="0" normalizeH="0" baseline="0" noProof="0">
                <a:ln>
                  <a:noFill/>
                </a:ln>
                <a:solidFill>
                  <a:srgbClr val="000000"/>
                </a:solidFill>
                <a:effectLst/>
                <a:uLnTx/>
                <a:uFillTx/>
                <a:latin typeface="GSK Precision Light"/>
                <a:ea typeface="Calibri"/>
                <a:cs typeface="Times New Roman"/>
              </a:rPr>
              <a:t>Leaning forward in chair, </a:t>
            </a:r>
            <a:br>
              <a:rPr kumimoji="0" lang="en-US" sz="1680" b="0" i="0" u="none" strike="noStrike" kern="1200" cap="none" spc="0" normalizeH="0" baseline="0" noProof="0">
                <a:ln>
                  <a:noFill/>
                </a:ln>
                <a:solidFill>
                  <a:srgbClr val="000000"/>
                </a:solidFill>
                <a:effectLst/>
                <a:uLnTx/>
                <a:uFillTx/>
                <a:latin typeface="GSK Precision Light"/>
                <a:ea typeface="Calibri"/>
                <a:cs typeface="Times New Roman"/>
              </a:rPr>
            </a:br>
            <a:r>
              <a:rPr kumimoji="0" lang="en-US" sz="1680" b="0" i="0" u="none" strike="noStrike" kern="1200" cap="none" spc="0" normalizeH="0" baseline="0" noProof="0">
                <a:ln>
                  <a:noFill/>
                </a:ln>
                <a:solidFill>
                  <a:srgbClr val="000000"/>
                </a:solidFill>
                <a:effectLst/>
                <a:uLnTx/>
                <a:uFillTx/>
                <a:latin typeface="GSK Precision Light"/>
                <a:ea typeface="Calibri"/>
                <a:cs typeface="Times New Roman"/>
              </a:rPr>
              <a:t>appears engaged</a:t>
            </a:r>
          </a:p>
          <a:p>
            <a:pPr marL="164592" marR="0" lvl="0" indent="-164592" algn="l" defTabSz="914400" rtl="0" eaLnBrk="1" fontAlgn="auto" latinLnBrk="0" hangingPunct="1">
              <a:lnSpc>
                <a:spcPct val="100000"/>
              </a:lnSpc>
              <a:spcBef>
                <a:spcPts val="0"/>
              </a:spcBef>
              <a:spcAft>
                <a:spcPts val="360"/>
              </a:spcAft>
              <a:buClr>
                <a:srgbClr val="E21860"/>
              </a:buClr>
              <a:buSzTx/>
              <a:buFont typeface="Arial" panose="020B0604020202020204" pitchFamily="34" charset="0"/>
              <a:buChar char="•"/>
              <a:tabLst/>
              <a:defRPr/>
            </a:pPr>
            <a:r>
              <a:rPr kumimoji="0" lang="en-US" sz="1680" b="0" i="0" u="none" strike="noStrike" kern="1200" cap="none" spc="0" normalizeH="0" baseline="0" noProof="0">
                <a:ln>
                  <a:noFill/>
                </a:ln>
                <a:solidFill>
                  <a:srgbClr val="000000"/>
                </a:solidFill>
                <a:effectLst/>
                <a:uLnTx/>
                <a:uFillTx/>
                <a:latin typeface="GSK Precision Light"/>
                <a:ea typeface="Calibri"/>
                <a:cs typeface="Times New Roman"/>
              </a:rPr>
              <a:t>Asking lots of questions, may </a:t>
            </a:r>
            <a:br>
              <a:rPr kumimoji="0" lang="en-US" sz="1680" b="0" i="0" u="none" strike="noStrike" kern="1200" cap="none" spc="0" normalizeH="0" baseline="0" noProof="0">
                <a:ln>
                  <a:noFill/>
                </a:ln>
                <a:solidFill>
                  <a:srgbClr val="000000"/>
                </a:solidFill>
                <a:effectLst/>
                <a:uLnTx/>
                <a:uFillTx/>
                <a:latin typeface="GSK Precision Light"/>
                <a:ea typeface="Calibri"/>
                <a:cs typeface="Times New Roman"/>
              </a:rPr>
            </a:br>
            <a:r>
              <a:rPr kumimoji="0" lang="en-US" sz="1680" b="0" i="0" u="none" strike="noStrike" kern="1200" cap="none" spc="0" normalizeH="0" baseline="0" noProof="0">
                <a:ln>
                  <a:noFill/>
                </a:ln>
                <a:solidFill>
                  <a:srgbClr val="000000"/>
                </a:solidFill>
                <a:effectLst/>
                <a:uLnTx/>
                <a:uFillTx/>
                <a:latin typeface="GSK Precision Light"/>
                <a:ea typeface="Calibri"/>
                <a:cs typeface="Times New Roman"/>
              </a:rPr>
              <a:t>even seem skeptical (because gears are turning)</a:t>
            </a:r>
          </a:p>
          <a:p>
            <a:pPr marL="164592" marR="0" lvl="0" indent="-164592" algn="l" defTabSz="914400" rtl="0" eaLnBrk="1" fontAlgn="auto" latinLnBrk="0" hangingPunct="1">
              <a:lnSpc>
                <a:spcPct val="100000"/>
              </a:lnSpc>
              <a:spcBef>
                <a:spcPts val="0"/>
              </a:spcBef>
              <a:spcAft>
                <a:spcPts val="360"/>
              </a:spcAft>
              <a:buClr>
                <a:srgbClr val="E21860"/>
              </a:buClr>
              <a:buSzTx/>
              <a:buFont typeface="Arial" panose="020B0604020202020204" pitchFamily="34" charset="0"/>
              <a:buChar char="•"/>
              <a:tabLst/>
              <a:defRPr/>
            </a:pPr>
            <a:r>
              <a:rPr kumimoji="0" lang="en-US" sz="1680" b="1" i="0" u="none" strike="noStrike" kern="1200" cap="none" spc="0" normalizeH="0" baseline="0" noProof="0">
                <a:ln>
                  <a:noFill/>
                </a:ln>
                <a:solidFill>
                  <a:srgbClr val="000000"/>
                </a:solidFill>
                <a:effectLst/>
                <a:uLnTx/>
                <a:uFillTx/>
                <a:latin typeface="GSK Precision Light"/>
                <a:ea typeface="Calibri"/>
                <a:cs typeface="Times New Roman"/>
              </a:rPr>
              <a:t>Need for action</a:t>
            </a:r>
          </a:p>
        </p:txBody>
      </p:sp>
      <p:pic>
        <p:nvPicPr>
          <p:cNvPr id="23" name="Picture 22">
            <a:extLst>
              <a:ext uri="{FF2B5EF4-FFF2-40B4-BE49-F238E27FC236}">
                <a16:creationId xmlns:a16="http://schemas.microsoft.com/office/drawing/2014/main" id="{2492D254-11B0-67E8-6556-F19FA630F3BF}"/>
              </a:ext>
            </a:extLst>
          </p:cNvPr>
          <p:cNvPicPr>
            <a:picLocks noChangeAspect="1"/>
          </p:cNvPicPr>
          <p:nvPr/>
        </p:nvPicPr>
        <p:blipFill>
          <a:blip r:embed="rId12"/>
          <a:srcRect/>
          <a:stretch/>
        </p:blipFill>
        <p:spPr>
          <a:xfrm>
            <a:off x="5322961" y="4502136"/>
            <a:ext cx="722131" cy="398868"/>
          </a:xfrm>
          <a:prstGeom prst="rect">
            <a:avLst/>
          </a:prstGeom>
        </p:spPr>
      </p:pic>
    </p:spTree>
    <p:custDataLst>
      <p:tags r:id="rId1"/>
    </p:custDataLst>
    <p:extLst>
      <p:ext uri="{BB962C8B-B14F-4D97-AF65-F5344CB8AC3E}">
        <p14:creationId xmlns:p14="http://schemas.microsoft.com/office/powerpoint/2010/main" val="2830417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par>
                                <p:cTn id="26" presetID="10" presetClass="entr" presetSubtype="0" fill="hold"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500"/>
                                        <p:tgtEl>
                                          <p:spTgt spid="2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8" grpId="0"/>
      <p:bldP spid="2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8C88640E-8CCE-121A-6651-D3921B889582}"/>
              </a:ext>
            </a:extLst>
          </p:cNvPr>
          <p:cNvSpPr>
            <a:spLocks noGrp="1"/>
          </p:cNvSpPr>
          <p:nvPr>
            <p:ph type="body" sz="quarter" idx="13"/>
          </p:nvPr>
        </p:nvSpPr>
        <p:spPr/>
        <p:txBody>
          <a:bodyPr/>
          <a:lstStyle/>
          <a:p>
            <a:r>
              <a:rPr lang="en-PH"/>
              <a:t>PFSS/GSO : Patient Focused Scientific Selling / Good Selling Outcomes</a:t>
            </a:r>
          </a:p>
          <a:p>
            <a:r>
              <a:rPr lang="en-PH"/>
              <a:t>PCS : Patient Centric Selling Model</a:t>
            </a:r>
          </a:p>
        </p:txBody>
      </p:sp>
      <p:sp>
        <p:nvSpPr>
          <p:cNvPr id="157" name="Title 1">
            <a:extLst>
              <a:ext uri="{FF2B5EF4-FFF2-40B4-BE49-F238E27FC236}">
                <a16:creationId xmlns:a16="http://schemas.microsoft.com/office/drawing/2014/main" id="{B0460FEF-46AE-9AE6-385B-4A0C605EAEE2}"/>
              </a:ext>
            </a:extLst>
          </p:cNvPr>
          <p:cNvSpPr txBox="1">
            <a:spLocks/>
          </p:cNvSpPr>
          <p:nvPr/>
        </p:nvSpPr>
        <p:spPr>
          <a:xfrm>
            <a:off x="1093380" y="196323"/>
            <a:ext cx="4447884" cy="451405"/>
          </a:xfrm>
          <a:prstGeom prst="rect">
            <a:avLst/>
          </a:prstGeom>
        </p:spPr>
        <p:txBody>
          <a:bodyPr vert="horz" wrap="square" lIns="0" tIns="0" rIns="0" bIns="0" rtlCol="0" anchor="t" anchorCtr="0">
            <a:spAutoFit/>
          </a:bodyPr>
          <a:lstStyle>
            <a:lvl1pPr algn="l" defTabSz="1219170" rtl="0" eaLnBrk="1" latinLnBrk="0" hangingPunct="1">
              <a:lnSpc>
                <a:spcPct val="100000"/>
              </a:lnSpc>
              <a:spcBef>
                <a:spcPct val="0"/>
              </a:spcBef>
              <a:buNone/>
              <a:defRPr sz="2933" b="1" kern="1200">
                <a:solidFill>
                  <a:schemeClr val="bg2"/>
                </a:solidFill>
                <a:latin typeface="+mj-lt"/>
                <a:ea typeface="+mj-ea"/>
                <a:cs typeface="+mj-cs"/>
              </a:defRPr>
            </a:lvl1pPr>
          </a:lstStyle>
          <a:p>
            <a:pPr marL="0" marR="0" lvl="0" indent="0" algn="ctr" defTabSz="1219170" rtl="0" eaLnBrk="1" fontAlgn="auto" latinLnBrk="0" hangingPunct="1">
              <a:lnSpc>
                <a:spcPct val="100000"/>
              </a:lnSpc>
              <a:spcBef>
                <a:spcPct val="0"/>
              </a:spcBef>
              <a:spcAft>
                <a:spcPts val="0"/>
              </a:spcAft>
              <a:buClrTx/>
              <a:buSzTx/>
              <a:buFontTx/>
              <a:buNone/>
              <a:tabLst/>
              <a:defRPr/>
            </a:pPr>
            <a:r>
              <a:rPr kumimoji="0" lang="en-GB" sz="2933" b="1" i="0" u="none" strike="noStrike" kern="1200" cap="none" spc="0" normalizeH="0" baseline="0" noProof="0">
                <a:ln>
                  <a:noFill/>
                </a:ln>
                <a:solidFill>
                  <a:srgbClr val="F36633"/>
                </a:solidFill>
                <a:effectLst/>
                <a:uLnTx/>
                <a:uFillTx/>
                <a:latin typeface="Arial"/>
                <a:ea typeface="+mj-ea"/>
                <a:cs typeface="Arial"/>
              </a:rPr>
              <a:t>PFSS/GSO Model</a:t>
            </a:r>
            <a:endParaRPr kumimoji="0" lang="en-US" sz="2933" b="1" i="0" u="none" strike="noStrike" kern="1200" cap="none" spc="0" normalizeH="0" baseline="0" noProof="0">
              <a:ln>
                <a:noFill/>
              </a:ln>
              <a:solidFill>
                <a:srgbClr val="F36633"/>
              </a:solidFill>
              <a:effectLst/>
              <a:uLnTx/>
              <a:uFillTx/>
              <a:latin typeface="Arial"/>
              <a:ea typeface="+mj-ea"/>
              <a:cs typeface="Arial"/>
            </a:endParaRPr>
          </a:p>
        </p:txBody>
      </p:sp>
      <p:sp>
        <p:nvSpPr>
          <p:cNvPr id="158" name="Slide Number Placeholder 2">
            <a:extLst>
              <a:ext uri="{FF2B5EF4-FFF2-40B4-BE49-F238E27FC236}">
                <a16:creationId xmlns:a16="http://schemas.microsoft.com/office/drawing/2014/main" id="{85FAD3BB-ECBB-C99A-ED7B-E91A54CCCC72}"/>
              </a:ext>
            </a:extLst>
          </p:cNvPr>
          <p:cNvSpPr txBox="1">
            <a:spLocks/>
          </p:cNvSpPr>
          <p:nvPr/>
        </p:nvSpPr>
        <p:spPr>
          <a:xfrm>
            <a:off x="0" y="0"/>
            <a:ext cx="0" cy="0"/>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377" rtl="0" eaLnBrk="1" fontAlgn="auto" latinLnBrk="0" hangingPunct="1">
              <a:lnSpc>
                <a:spcPct val="100000"/>
              </a:lnSpc>
              <a:spcBef>
                <a:spcPts val="0"/>
              </a:spcBef>
              <a:spcAft>
                <a:spcPts val="0"/>
              </a:spcAft>
              <a:buClrTx/>
              <a:buSzTx/>
              <a:buFontTx/>
              <a:buNone/>
              <a:tabLst/>
              <a:defRPr/>
            </a:pPr>
            <a:fld id="{9F9F533D-B52E-4A2F-BF72-0ADD2D94BD75}" type="slidenum">
              <a:rPr kumimoji="0" lang="en-GB" sz="800" b="0" i="0" u="none" strike="noStrike" kern="1200" cap="none" spc="0" normalizeH="0" baseline="0" noProof="0" smtClean="0">
                <a:ln>
                  <a:noFill/>
                </a:ln>
                <a:solidFill>
                  <a:srgbClr val="9A8B7D"/>
                </a:solidFill>
                <a:effectLst/>
                <a:uLnTx/>
                <a:uFillTx/>
                <a:latin typeface="Arial"/>
                <a:ea typeface="+mn-ea"/>
                <a:cs typeface="Arial"/>
              </a:rPr>
              <a:pPr marL="0" marR="0" lvl="0" indent="0" algn="r" defTabSz="914377" rtl="0" eaLnBrk="1" fontAlgn="auto" latinLnBrk="0" hangingPunct="1">
                <a:lnSpc>
                  <a:spcPct val="100000"/>
                </a:lnSpc>
                <a:spcBef>
                  <a:spcPts val="0"/>
                </a:spcBef>
                <a:spcAft>
                  <a:spcPts val="0"/>
                </a:spcAft>
                <a:buClrTx/>
                <a:buSzTx/>
                <a:buFontTx/>
                <a:buNone/>
                <a:tabLst/>
                <a:defRPr/>
              </a:pPr>
              <a:t>4</a:t>
            </a:fld>
            <a:endParaRPr kumimoji="0" lang="en-GB" sz="800" b="0" i="0" u="none" strike="noStrike" kern="1200" cap="none" spc="0" normalizeH="0" baseline="0" noProof="0">
              <a:ln>
                <a:noFill/>
              </a:ln>
              <a:solidFill>
                <a:srgbClr val="9A8B7D"/>
              </a:solidFill>
              <a:effectLst/>
              <a:uLnTx/>
              <a:uFillTx/>
              <a:latin typeface="Arial"/>
              <a:ea typeface="+mn-ea"/>
              <a:cs typeface="Arial"/>
            </a:endParaRPr>
          </a:p>
        </p:txBody>
      </p:sp>
      <p:pic>
        <p:nvPicPr>
          <p:cNvPr id="201" name="Picture 200">
            <a:extLst>
              <a:ext uri="{FF2B5EF4-FFF2-40B4-BE49-F238E27FC236}">
                <a16:creationId xmlns:a16="http://schemas.microsoft.com/office/drawing/2014/main" id="{B711D06A-EE8A-CCCD-3DCC-A2C236ACADF1}"/>
              </a:ext>
            </a:extLst>
          </p:cNvPr>
          <p:cNvPicPr>
            <a:picLocks noChangeAspect="1"/>
          </p:cNvPicPr>
          <p:nvPr/>
        </p:nvPicPr>
        <p:blipFill rotWithShape="1">
          <a:blip r:embed="rId3"/>
          <a:srcRect b="6385"/>
          <a:stretch/>
        </p:blipFill>
        <p:spPr>
          <a:xfrm>
            <a:off x="508164" y="1543151"/>
            <a:ext cx="5172862" cy="3465845"/>
          </a:xfrm>
          <a:prstGeom prst="rect">
            <a:avLst/>
          </a:prstGeom>
        </p:spPr>
      </p:pic>
      <p:pic>
        <p:nvPicPr>
          <p:cNvPr id="203" name="Picture 202">
            <a:extLst>
              <a:ext uri="{FF2B5EF4-FFF2-40B4-BE49-F238E27FC236}">
                <a16:creationId xmlns:a16="http://schemas.microsoft.com/office/drawing/2014/main" id="{D05545FB-5B96-F325-A346-6A9309D2B431}"/>
              </a:ext>
            </a:extLst>
          </p:cNvPr>
          <p:cNvPicPr>
            <a:picLocks noChangeAspect="1"/>
          </p:cNvPicPr>
          <p:nvPr/>
        </p:nvPicPr>
        <p:blipFill>
          <a:blip r:embed="rId4"/>
          <a:stretch>
            <a:fillRect/>
          </a:stretch>
        </p:blipFill>
        <p:spPr>
          <a:xfrm>
            <a:off x="6450262" y="1661991"/>
            <a:ext cx="3962457" cy="3452489"/>
          </a:xfrm>
          <a:prstGeom prst="rect">
            <a:avLst/>
          </a:prstGeom>
        </p:spPr>
      </p:pic>
      <p:sp>
        <p:nvSpPr>
          <p:cNvPr id="204" name="Title 1">
            <a:extLst>
              <a:ext uri="{FF2B5EF4-FFF2-40B4-BE49-F238E27FC236}">
                <a16:creationId xmlns:a16="http://schemas.microsoft.com/office/drawing/2014/main" id="{084C64AF-FC07-9656-3106-83450496D304}"/>
              </a:ext>
            </a:extLst>
          </p:cNvPr>
          <p:cNvSpPr txBox="1">
            <a:spLocks/>
          </p:cNvSpPr>
          <p:nvPr/>
        </p:nvSpPr>
        <p:spPr>
          <a:xfrm>
            <a:off x="6344708" y="272445"/>
            <a:ext cx="4447884" cy="451405"/>
          </a:xfrm>
          <a:prstGeom prst="rect">
            <a:avLst/>
          </a:prstGeom>
        </p:spPr>
        <p:txBody>
          <a:bodyPr vert="horz" wrap="square" lIns="0" tIns="0" rIns="0" bIns="0" rtlCol="0" anchor="t" anchorCtr="0">
            <a:spAutoFit/>
          </a:bodyPr>
          <a:lstStyle>
            <a:lvl1pPr algn="l" defTabSz="1219170" rtl="0" eaLnBrk="1" latinLnBrk="0" hangingPunct="1">
              <a:lnSpc>
                <a:spcPct val="100000"/>
              </a:lnSpc>
              <a:spcBef>
                <a:spcPct val="0"/>
              </a:spcBef>
              <a:buNone/>
              <a:defRPr sz="2933" b="1" kern="1200">
                <a:solidFill>
                  <a:schemeClr val="bg2"/>
                </a:solidFill>
                <a:latin typeface="+mj-lt"/>
                <a:ea typeface="+mj-ea"/>
                <a:cs typeface="+mj-cs"/>
              </a:defRPr>
            </a:lvl1pPr>
          </a:lstStyle>
          <a:p>
            <a:pPr marL="0" marR="0" lvl="0" indent="0" algn="ctr" defTabSz="1219170" rtl="0" eaLnBrk="1" fontAlgn="auto" latinLnBrk="0" hangingPunct="1">
              <a:lnSpc>
                <a:spcPct val="100000"/>
              </a:lnSpc>
              <a:spcBef>
                <a:spcPct val="0"/>
              </a:spcBef>
              <a:spcAft>
                <a:spcPts val="0"/>
              </a:spcAft>
              <a:buClrTx/>
              <a:buSzTx/>
              <a:buFontTx/>
              <a:buNone/>
              <a:tabLst/>
              <a:defRPr/>
            </a:pPr>
            <a:r>
              <a:rPr kumimoji="0" lang="en-GB" sz="2933" b="1" i="0" u="none" strike="noStrike" kern="1200" cap="none" spc="0" normalizeH="0" baseline="0" noProof="0">
                <a:ln>
                  <a:noFill/>
                </a:ln>
                <a:solidFill>
                  <a:srgbClr val="F36633"/>
                </a:solidFill>
                <a:effectLst/>
                <a:uLnTx/>
                <a:uFillTx/>
                <a:latin typeface="Arial"/>
                <a:ea typeface="+mj-ea"/>
                <a:cs typeface="Arial"/>
              </a:rPr>
              <a:t>PCS Model</a:t>
            </a:r>
            <a:endParaRPr kumimoji="0" lang="en-US" sz="2933" b="1" i="0" u="none" strike="noStrike" kern="1200" cap="none" spc="0" normalizeH="0" baseline="0" noProof="0">
              <a:ln>
                <a:noFill/>
              </a:ln>
              <a:solidFill>
                <a:srgbClr val="F36633"/>
              </a:solidFill>
              <a:effectLst/>
              <a:uLnTx/>
              <a:uFillTx/>
              <a:latin typeface="Arial"/>
              <a:ea typeface="+mj-ea"/>
              <a:cs typeface="Arial"/>
            </a:endParaRPr>
          </a:p>
        </p:txBody>
      </p:sp>
      <p:sp>
        <p:nvSpPr>
          <p:cNvPr id="198" name="Rectangle 197">
            <a:extLst>
              <a:ext uri="{FF2B5EF4-FFF2-40B4-BE49-F238E27FC236}">
                <a16:creationId xmlns:a16="http://schemas.microsoft.com/office/drawing/2014/main" id="{72CBF386-521B-CC68-D07F-8C73957D4C3A}"/>
              </a:ext>
            </a:extLst>
          </p:cNvPr>
          <p:cNvSpPr/>
          <p:nvPr/>
        </p:nvSpPr>
        <p:spPr>
          <a:xfrm>
            <a:off x="10021540" y="2632876"/>
            <a:ext cx="1738513" cy="615553"/>
          </a:xfrm>
          <a:prstGeom prst="rect">
            <a:avLst/>
          </a:prstGeom>
          <a:gradFill rotWithShape="1">
            <a:gsLst>
              <a:gs pos="0">
                <a:srgbClr val="008A00">
                  <a:shade val="51000"/>
                  <a:satMod val="130000"/>
                </a:srgbClr>
              </a:gs>
              <a:gs pos="80000">
                <a:srgbClr val="008A00">
                  <a:shade val="93000"/>
                  <a:satMod val="130000"/>
                </a:srgbClr>
              </a:gs>
              <a:gs pos="100000">
                <a:srgbClr val="008A0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lIns="121920" tIns="60960" rIns="121920" bIns="60960">
            <a:spAutoFit/>
            <a:scene3d>
              <a:camera prst="orthographicFront"/>
              <a:lightRig rig="harsh" dir="t"/>
            </a:scene3d>
            <a:sp3d extrusionH="57150" prstMaterial="matte">
              <a:bevelT w="63500" h="12700" prst="angle"/>
              <a:contourClr>
                <a:schemeClr val="bg1">
                  <a:lumMod val="65000"/>
                </a:schemeClr>
              </a:contourClr>
            </a:sp3d>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solidFill>
                  <a:srgbClr val="FFFFFF"/>
                </a:solidFill>
                <a:effectLst/>
                <a:uLnTx/>
                <a:uFillTx/>
                <a:latin typeface="Arial"/>
                <a:ea typeface="+mn-ea"/>
                <a:cs typeface="Arial"/>
              </a:rPr>
              <a:t>Constructive tension </a:t>
            </a:r>
          </a:p>
        </p:txBody>
      </p:sp>
      <p:sp>
        <p:nvSpPr>
          <p:cNvPr id="205" name="Rectangle 204">
            <a:extLst>
              <a:ext uri="{FF2B5EF4-FFF2-40B4-BE49-F238E27FC236}">
                <a16:creationId xmlns:a16="http://schemas.microsoft.com/office/drawing/2014/main" id="{5821541B-83EA-3210-E3FA-A6AD5730A960}"/>
              </a:ext>
            </a:extLst>
          </p:cNvPr>
          <p:cNvSpPr/>
          <p:nvPr/>
        </p:nvSpPr>
        <p:spPr>
          <a:xfrm>
            <a:off x="4598162" y="4115028"/>
            <a:ext cx="1738513" cy="615553"/>
          </a:xfrm>
          <a:prstGeom prst="rect">
            <a:avLst/>
          </a:prstGeom>
          <a:gradFill rotWithShape="1">
            <a:gsLst>
              <a:gs pos="0">
                <a:srgbClr val="008A00">
                  <a:shade val="51000"/>
                  <a:satMod val="130000"/>
                </a:srgbClr>
              </a:gs>
              <a:gs pos="80000">
                <a:srgbClr val="008A00">
                  <a:shade val="93000"/>
                  <a:satMod val="130000"/>
                </a:srgbClr>
              </a:gs>
              <a:gs pos="100000">
                <a:srgbClr val="008A0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lIns="121920" tIns="60960" rIns="121920" bIns="60960">
            <a:spAutoFit/>
            <a:scene3d>
              <a:camera prst="orthographicFront"/>
              <a:lightRig rig="harsh" dir="t"/>
            </a:scene3d>
            <a:sp3d extrusionH="57150" prstMaterial="matte">
              <a:bevelT w="63500" h="12700" prst="angle"/>
              <a:contourClr>
                <a:schemeClr val="bg1">
                  <a:lumMod val="65000"/>
                </a:schemeClr>
              </a:contourClr>
            </a:sp3d>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solidFill>
                  <a:srgbClr val="FFFFFF"/>
                </a:solidFill>
                <a:effectLst/>
                <a:uLnTx/>
                <a:uFillTx/>
                <a:latin typeface="Arial"/>
                <a:ea typeface="+mn-ea"/>
                <a:cs typeface="Arial"/>
              </a:rPr>
              <a:t>Constructive tension </a:t>
            </a:r>
          </a:p>
        </p:txBody>
      </p:sp>
      <p:sp>
        <p:nvSpPr>
          <p:cNvPr id="206" name="Oval 205">
            <a:extLst>
              <a:ext uri="{FF2B5EF4-FFF2-40B4-BE49-F238E27FC236}">
                <a16:creationId xmlns:a16="http://schemas.microsoft.com/office/drawing/2014/main" id="{C41D9780-EDCD-D17B-6821-59529D7B016D}"/>
              </a:ext>
            </a:extLst>
          </p:cNvPr>
          <p:cNvSpPr/>
          <p:nvPr/>
        </p:nvSpPr>
        <p:spPr>
          <a:xfrm>
            <a:off x="5007087" y="3225428"/>
            <a:ext cx="932112" cy="889600"/>
          </a:xfrm>
          <a:prstGeom prst="ellipse">
            <a:avLst/>
          </a:prstGeom>
          <a:blipFill rotWithShape="1">
            <a:blip r:embed="rId5" cstate="screen">
              <a:extLst>
                <a:ext uri="{28A0092B-C50C-407E-A947-70E740481C1C}">
                  <a14:useLocalDpi xmlns:a14="http://schemas.microsoft.com/office/drawing/2010/main"/>
                </a:ext>
              </a:extLst>
            </a:blip>
            <a:srcRect/>
            <a:stretch>
              <a:fillRect/>
            </a:stretch>
          </a:blipFill>
        </p:spPr>
        <p:style>
          <a:lnRef idx="2">
            <a:schemeClr val="lt1">
              <a:hueOff val="0"/>
              <a:satOff val="0"/>
              <a:lumOff val="0"/>
              <a:alphaOff val="0"/>
            </a:schemeClr>
          </a:lnRef>
          <a:fillRef idx="1">
            <a:scrgbClr r="0" g="0" b="0"/>
          </a:fillRef>
          <a:effectRef idx="0">
            <a:schemeClr val="accent4">
              <a:tint val="50000"/>
              <a:hueOff val="0"/>
              <a:satOff val="0"/>
              <a:lumOff val="0"/>
              <a:alphaOff val="0"/>
            </a:schemeClr>
          </a:effectRef>
          <a:fontRef idx="minor">
            <a:schemeClr val="lt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srgbClr val="FFFFFF">
                  <a:hueOff val="0"/>
                  <a:satOff val="0"/>
                  <a:lumOff val="0"/>
                  <a:alphaOff val="0"/>
                </a:srgbClr>
              </a:solidFill>
              <a:effectLst/>
              <a:uLnTx/>
              <a:uFillTx/>
              <a:latin typeface="GSK Precision Light"/>
              <a:ea typeface="+mn-ea"/>
              <a:cs typeface="Arial"/>
            </a:endParaRPr>
          </a:p>
        </p:txBody>
      </p:sp>
      <p:sp>
        <p:nvSpPr>
          <p:cNvPr id="207" name="Oval 206">
            <a:extLst>
              <a:ext uri="{FF2B5EF4-FFF2-40B4-BE49-F238E27FC236}">
                <a16:creationId xmlns:a16="http://schemas.microsoft.com/office/drawing/2014/main" id="{02168F7D-545D-8E82-620A-DE059FFEE960}"/>
              </a:ext>
            </a:extLst>
          </p:cNvPr>
          <p:cNvSpPr/>
          <p:nvPr/>
        </p:nvSpPr>
        <p:spPr>
          <a:xfrm>
            <a:off x="10457726" y="1743276"/>
            <a:ext cx="932112" cy="889600"/>
          </a:xfrm>
          <a:prstGeom prst="ellipse">
            <a:avLst/>
          </a:prstGeom>
          <a:blipFill rotWithShape="1">
            <a:blip r:embed="rId5" cstate="screen">
              <a:extLst>
                <a:ext uri="{28A0092B-C50C-407E-A947-70E740481C1C}">
                  <a14:useLocalDpi xmlns:a14="http://schemas.microsoft.com/office/drawing/2010/main"/>
                </a:ext>
              </a:extLst>
            </a:blip>
            <a:srcRect/>
            <a:stretch>
              <a:fillRect/>
            </a:stretch>
          </a:blipFill>
        </p:spPr>
        <p:style>
          <a:lnRef idx="2">
            <a:schemeClr val="lt1">
              <a:hueOff val="0"/>
              <a:satOff val="0"/>
              <a:lumOff val="0"/>
              <a:alphaOff val="0"/>
            </a:schemeClr>
          </a:lnRef>
          <a:fillRef idx="1">
            <a:scrgbClr r="0" g="0" b="0"/>
          </a:fillRef>
          <a:effectRef idx="0">
            <a:schemeClr val="accent4">
              <a:tint val="50000"/>
              <a:hueOff val="0"/>
              <a:satOff val="0"/>
              <a:lumOff val="0"/>
              <a:alphaOff val="0"/>
            </a:schemeClr>
          </a:effectRef>
          <a:fontRef idx="minor">
            <a:schemeClr val="lt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srgbClr val="FFFFFF">
                  <a:hueOff val="0"/>
                  <a:satOff val="0"/>
                  <a:lumOff val="0"/>
                  <a:alphaOff val="0"/>
                </a:srgbClr>
              </a:solidFill>
              <a:effectLst/>
              <a:uLnTx/>
              <a:uFillTx/>
              <a:latin typeface="GSK Precision Light"/>
              <a:ea typeface="+mn-ea"/>
              <a:cs typeface="Arial"/>
            </a:endParaRPr>
          </a:p>
        </p:txBody>
      </p:sp>
    </p:spTree>
    <p:extLst>
      <p:ext uri="{BB962C8B-B14F-4D97-AF65-F5344CB8AC3E}">
        <p14:creationId xmlns:p14="http://schemas.microsoft.com/office/powerpoint/2010/main" val="1324106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52753-E3E0-4A08-8B26-45253D1C72D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8A3F646-EEA6-88EB-F886-63FF682F941B}"/>
              </a:ext>
            </a:extLst>
          </p:cNvPr>
          <p:cNvSpPr>
            <a:spLocks noGrp="1"/>
          </p:cNvSpPr>
          <p:nvPr>
            <p:ph type="title"/>
          </p:nvPr>
        </p:nvSpPr>
        <p:spPr/>
        <p:txBody>
          <a:bodyPr/>
          <a:lstStyle/>
          <a:p>
            <a:r>
              <a:rPr lang="en-US"/>
              <a:t>Disrupting the Status Quo by addressing customer problem in a right way </a:t>
            </a:r>
          </a:p>
        </p:txBody>
      </p:sp>
      <p:sp>
        <p:nvSpPr>
          <p:cNvPr id="7" name="Subtitle 6">
            <a:extLst>
              <a:ext uri="{FF2B5EF4-FFF2-40B4-BE49-F238E27FC236}">
                <a16:creationId xmlns:a16="http://schemas.microsoft.com/office/drawing/2014/main" id="{57CAD1E9-7DF0-671F-C89C-296765D36E9A}"/>
              </a:ext>
            </a:extLst>
          </p:cNvPr>
          <p:cNvSpPr>
            <a:spLocks noGrp="1"/>
          </p:cNvSpPr>
          <p:nvPr>
            <p:ph type="subTitle" idx="1"/>
          </p:nvPr>
        </p:nvSpPr>
        <p:spPr/>
        <p:txBody>
          <a:bodyPr/>
          <a:lstStyle/>
          <a:p>
            <a:r>
              <a:rPr lang="en-US">
                <a:solidFill>
                  <a:srgbClr val="000000"/>
                </a:solidFill>
                <a:latin typeface="Graphik Regular"/>
              </a:rPr>
              <a:t>Present an idea that </a:t>
            </a:r>
            <a:r>
              <a:rPr lang="en-US" b="1">
                <a:solidFill>
                  <a:srgbClr val="000000"/>
                </a:solidFill>
                <a:latin typeface="Graphik Bold"/>
              </a:rPr>
              <a:t>changes </a:t>
            </a:r>
            <a:r>
              <a:rPr lang="en-US">
                <a:solidFill>
                  <a:srgbClr val="000000"/>
                </a:solidFill>
                <a:latin typeface="Graphik Regular"/>
              </a:rPr>
              <a:t>how your customer views their </a:t>
            </a:r>
            <a:r>
              <a:rPr lang="en-US" b="1">
                <a:solidFill>
                  <a:srgbClr val="000000"/>
                </a:solidFill>
                <a:latin typeface="Graphik Bold"/>
              </a:rPr>
              <a:t>situation or problem </a:t>
            </a:r>
            <a:endParaRPr lang="en-US"/>
          </a:p>
          <a:p>
            <a:endParaRPr lang="en-US"/>
          </a:p>
        </p:txBody>
      </p:sp>
      <p:sp>
        <p:nvSpPr>
          <p:cNvPr id="2" name="TextBox 1">
            <a:extLst>
              <a:ext uri="{FF2B5EF4-FFF2-40B4-BE49-F238E27FC236}">
                <a16:creationId xmlns:a16="http://schemas.microsoft.com/office/drawing/2014/main" id="{570EB08B-1ED6-A675-CE69-4E773B524F5E}"/>
              </a:ext>
            </a:extLst>
          </p:cNvPr>
          <p:cNvSpPr txBox="1"/>
          <p:nvPr/>
        </p:nvSpPr>
        <p:spPr>
          <a:xfrm>
            <a:off x="862875" y="5021605"/>
            <a:ext cx="2643809" cy="338827"/>
          </a:xfrm>
          <a:prstGeom prst="rect">
            <a:avLst/>
          </a:prstGeom>
        </p:spPr>
        <p:style>
          <a:lnRef idx="1">
            <a:schemeClr val="accent6"/>
          </a:lnRef>
          <a:fillRef idx="3">
            <a:schemeClr val="accent6"/>
          </a:fillRef>
          <a:effectRef idx="2">
            <a:schemeClr val="accent6"/>
          </a:effectRef>
          <a:fontRef idx="minor">
            <a:schemeClr val="lt1"/>
          </a:fontRef>
        </p:style>
        <p:txBody>
          <a:bodyPr wrap="square" lIns="36000" tIns="36000" rIns="36000" bIns="36000" rtlCol="0">
            <a:noAutofit/>
          </a:bodyPr>
          <a:lstStyle/>
          <a:p>
            <a:pPr marL="0" marR="0" lvl="0" indent="0" algn="ctr" defTabSz="914400" rtl="0" eaLnBrk="1" fontAlgn="auto" latinLnBrk="0" hangingPunct="1">
              <a:lnSpc>
                <a:spcPct val="100000"/>
              </a:lnSpc>
              <a:spcBef>
                <a:spcPts val="300"/>
              </a:spcBef>
              <a:spcAft>
                <a:spcPts val="300"/>
              </a:spcAft>
              <a:buClr>
                <a:srgbClr val="F36633"/>
              </a:buClr>
              <a:buSzPct val="110000"/>
              <a:buFontTx/>
              <a:buNone/>
              <a:tabLst/>
              <a:defRPr/>
            </a:pPr>
            <a:r>
              <a:rPr kumimoji="0" lang="en-SG" sz="2000" b="1" i="0" u="none" strike="noStrike" kern="1200" cap="none" spc="0" normalizeH="0" baseline="0" noProof="0">
                <a:ln>
                  <a:noFill/>
                </a:ln>
                <a:solidFill>
                  <a:srgbClr val="FFFFFF"/>
                </a:solidFill>
                <a:effectLst/>
                <a:uLnTx/>
                <a:uFillTx/>
                <a:latin typeface="GSK Precision Light"/>
                <a:ea typeface="+mn-ea"/>
                <a:cs typeface="Arial"/>
              </a:rPr>
              <a:t>(1) Share a reframe</a:t>
            </a:r>
            <a:endParaRPr kumimoji="0" lang="en-US" sz="2000" b="1" i="0" u="none" strike="noStrike" kern="1200" cap="none" spc="0" normalizeH="0" baseline="0" noProof="0">
              <a:ln>
                <a:noFill/>
              </a:ln>
              <a:solidFill>
                <a:srgbClr val="FFFFFF"/>
              </a:solidFill>
              <a:effectLst/>
              <a:uLnTx/>
              <a:uFillTx/>
              <a:latin typeface="GSK Precision Light"/>
              <a:ea typeface="+mn-ea"/>
              <a:cs typeface="Arial"/>
            </a:endParaRPr>
          </a:p>
        </p:txBody>
      </p:sp>
      <p:sp>
        <p:nvSpPr>
          <p:cNvPr id="5" name="TextBox 4">
            <a:extLst>
              <a:ext uri="{FF2B5EF4-FFF2-40B4-BE49-F238E27FC236}">
                <a16:creationId xmlns:a16="http://schemas.microsoft.com/office/drawing/2014/main" id="{EDD2A5CA-519E-0B35-BF6A-9D6E7ED75344}"/>
              </a:ext>
            </a:extLst>
          </p:cNvPr>
          <p:cNvSpPr txBox="1"/>
          <p:nvPr/>
        </p:nvSpPr>
        <p:spPr>
          <a:xfrm>
            <a:off x="3980226" y="5039978"/>
            <a:ext cx="4064548" cy="338827"/>
          </a:xfrm>
          <a:prstGeom prst="rect">
            <a:avLst/>
          </a:prstGeom>
        </p:spPr>
        <p:style>
          <a:lnRef idx="1">
            <a:schemeClr val="accent6"/>
          </a:lnRef>
          <a:fillRef idx="3">
            <a:schemeClr val="accent6"/>
          </a:fillRef>
          <a:effectRef idx="2">
            <a:schemeClr val="accent6"/>
          </a:effectRef>
          <a:fontRef idx="minor">
            <a:schemeClr val="lt1"/>
          </a:fontRef>
        </p:style>
        <p:txBody>
          <a:bodyPr wrap="square" lIns="36000" tIns="36000" rIns="36000" bIns="36000" rtlCol="0">
            <a:noAutofit/>
          </a:bodyPr>
          <a:lstStyle/>
          <a:p>
            <a:pPr marL="0" marR="0" lvl="0" indent="0" algn="ctr" defTabSz="914400" rtl="0" eaLnBrk="1" fontAlgn="auto" latinLnBrk="0" hangingPunct="1">
              <a:lnSpc>
                <a:spcPct val="100000"/>
              </a:lnSpc>
              <a:spcBef>
                <a:spcPts val="300"/>
              </a:spcBef>
              <a:spcAft>
                <a:spcPts val="300"/>
              </a:spcAft>
              <a:buClr>
                <a:srgbClr val="F36633"/>
              </a:buClr>
              <a:buSzPct val="110000"/>
              <a:buFontTx/>
              <a:buNone/>
              <a:tabLst/>
              <a:defRPr/>
            </a:pPr>
            <a:r>
              <a:rPr kumimoji="0" lang="en-SG" sz="2000" b="1" i="0" u="none" strike="noStrike" kern="1200" cap="none" spc="0" normalizeH="0" baseline="0" noProof="0">
                <a:ln>
                  <a:noFill/>
                </a:ln>
                <a:solidFill>
                  <a:srgbClr val="FFFFFF"/>
                </a:solidFill>
                <a:effectLst/>
                <a:uLnTx/>
                <a:uFillTx/>
                <a:latin typeface="GSK Precision Light"/>
                <a:ea typeface="+mn-ea"/>
                <a:cs typeface="Arial"/>
              </a:rPr>
              <a:t>(2) Introduce Impact</a:t>
            </a:r>
            <a:endParaRPr kumimoji="0" lang="en-US" sz="2000" b="1" i="0" u="none" strike="noStrike" kern="1200" cap="none" spc="0" normalizeH="0" baseline="0" noProof="0">
              <a:ln>
                <a:noFill/>
              </a:ln>
              <a:solidFill>
                <a:srgbClr val="FFFFFF"/>
              </a:solidFill>
              <a:effectLst/>
              <a:uLnTx/>
              <a:uFillTx/>
              <a:latin typeface="GSK Precision Light"/>
              <a:ea typeface="+mn-ea"/>
              <a:cs typeface="Arial"/>
            </a:endParaRPr>
          </a:p>
        </p:txBody>
      </p:sp>
      <p:sp>
        <p:nvSpPr>
          <p:cNvPr id="8" name="TextBox 7">
            <a:extLst>
              <a:ext uri="{FF2B5EF4-FFF2-40B4-BE49-F238E27FC236}">
                <a16:creationId xmlns:a16="http://schemas.microsoft.com/office/drawing/2014/main" id="{A3CDCC9B-71B6-3BCD-6447-5E47755B2648}"/>
              </a:ext>
            </a:extLst>
          </p:cNvPr>
          <p:cNvSpPr txBox="1"/>
          <p:nvPr/>
        </p:nvSpPr>
        <p:spPr>
          <a:xfrm>
            <a:off x="8562218" y="5021604"/>
            <a:ext cx="2826975" cy="338827"/>
          </a:xfrm>
          <a:prstGeom prst="rect">
            <a:avLst/>
          </a:prstGeom>
        </p:spPr>
        <p:style>
          <a:lnRef idx="1">
            <a:schemeClr val="accent6"/>
          </a:lnRef>
          <a:fillRef idx="3">
            <a:schemeClr val="accent6"/>
          </a:fillRef>
          <a:effectRef idx="2">
            <a:schemeClr val="accent6"/>
          </a:effectRef>
          <a:fontRef idx="minor">
            <a:schemeClr val="lt1"/>
          </a:fontRef>
        </p:style>
        <p:txBody>
          <a:bodyPr wrap="square" lIns="36000" tIns="36000" rIns="36000" bIns="36000" rtlCol="0">
            <a:noAutofit/>
          </a:bodyPr>
          <a:lstStyle/>
          <a:p>
            <a:pPr marL="0" marR="0" lvl="0" indent="0" algn="ctr" defTabSz="914400" rtl="0" eaLnBrk="1" fontAlgn="auto" latinLnBrk="0" hangingPunct="1">
              <a:lnSpc>
                <a:spcPct val="100000"/>
              </a:lnSpc>
              <a:spcBef>
                <a:spcPts val="300"/>
              </a:spcBef>
              <a:spcAft>
                <a:spcPts val="300"/>
              </a:spcAft>
              <a:buClr>
                <a:srgbClr val="F36633"/>
              </a:buClr>
              <a:buSzPct val="110000"/>
              <a:buFontTx/>
              <a:buNone/>
              <a:tabLst/>
              <a:defRPr/>
            </a:pPr>
            <a:r>
              <a:rPr kumimoji="0" lang="en-SG" sz="2000" b="1" i="0" u="none" strike="noStrike" kern="1200" cap="none" spc="0" normalizeH="0" baseline="0" noProof="0">
                <a:ln>
                  <a:noFill/>
                </a:ln>
                <a:solidFill>
                  <a:srgbClr val="FFFFFF"/>
                </a:solidFill>
                <a:effectLst/>
                <a:uLnTx/>
                <a:uFillTx/>
                <a:latin typeface="GSK Precision Light"/>
                <a:ea typeface="+mn-ea"/>
                <a:cs typeface="Arial"/>
              </a:rPr>
              <a:t>(3) Reveal Value</a:t>
            </a:r>
            <a:endParaRPr kumimoji="0" lang="en-US" sz="2000" b="1" i="0" u="none" strike="noStrike" kern="1200" cap="none" spc="0" normalizeH="0" baseline="0" noProof="0">
              <a:ln>
                <a:noFill/>
              </a:ln>
              <a:solidFill>
                <a:srgbClr val="FFFFFF"/>
              </a:solidFill>
              <a:effectLst/>
              <a:uLnTx/>
              <a:uFillTx/>
              <a:latin typeface="GSK Precision Light"/>
              <a:ea typeface="+mn-ea"/>
              <a:cs typeface="Arial"/>
            </a:endParaRPr>
          </a:p>
        </p:txBody>
      </p:sp>
      <p:pic>
        <p:nvPicPr>
          <p:cNvPr id="20" name="Picture 19">
            <a:extLst>
              <a:ext uri="{FF2B5EF4-FFF2-40B4-BE49-F238E27FC236}">
                <a16:creationId xmlns:a16="http://schemas.microsoft.com/office/drawing/2014/main" id="{7E9EBB85-EDC8-B8CD-8E6D-15491D320CA4}"/>
              </a:ext>
            </a:extLst>
          </p:cNvPr>
          <p:cNvPicPr>
            <a:picLocks noChangeAspect="1"/>
          </p:cNvPicPr>
          <p:nvPr/>
        </p:nvPicPr>
        <p:blipFill>
          <a:blip r:embed="rId3"/>
          <a:srcRect/>
          <a:stretch/>
        </p:blipFill>
        <p:spPr>
          <a:xfrm>
            <a:off x="905125" y="1849573"/>
            <a:ext cx="10402423" cy="2170112"/>
          </a:xfrm>
          <a:prstGeom prst="rect">
            <a:avLst/>
          </a:prstGeom>
        </p:spPr>
      </p:pic>
      <p:sp>
        <p:nvSpPr>
          <p:cNvPr id="21" name="TextBox 20">
            <a:extLst>
              <a:ext uri="{FF2B5EF4-FFF2-40B4-BE49-F238E27FC236}">
                <a16:creationId xmlns:a16="http://schemas.microsoft.com/office/drawing/2014/main" id="{A076F5E6-3122-40C2-5187-EF612BFF9F79}"/>
              </a:ext>
            </a:extLst>
          </p:cNvPr>
          <p:cNvSpPr txBox="1"/>
          <p:nvPr/>
        </p:nvSpPr>
        <p:spPr>
          <a:xfrm>
            <a:off x="1098798" y="1923730"/>
            <a:ext cx="2274073" cy="923330"/>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6000" b="0" i="0" u="none" strike="noStrike" kern="1200" cap="none" spc="0" normalizeH="0" baseline="0" noProof="0">
                <a:ln>
                  <a:noFill/>
                </a:ln>
                <a:solidFill>
                  <a:srgbClr val="F36633"/>
                </a:solidFill>
                <a:effectLst/>
                <a:uLnTx/>
                <a:uFillTx/>
                <a:latin typeface="GSK Precision Light"/>
                <a:ea typeface="+mn-ea"/>
                <a:cs typeface="Arial"/>
              </a:rPr>
              <a:t>A</a:t>
            </a:r>
          </a:p>
        </p:txBody>
      </p:sp>
      <p:sp>
        <p:nvSpPr>
          <p:cNvPr id="22" name="TextBox 21">
            <a:extLst>
              <a:ext uri="{FF2B5EF4-FFF2-40B4-BE49-F238E27FC236}">
                <a16:creationId xmlns:a16="http://schemas.microsoft.com/office/drawing/2014/main" id="{D291D282-11C7-13D3-223E-D20A9485943D}"/>
              </a:ext>
            </a:extLst>
          </p:cNvPr>
          <p:cNvSpPr txBox="1"/>
          <p:nvPr/>
        </p:nvSpPr>
        <p:spPr>
          <a:xfrm>
            <a:off x="1098798" y="2749028"/>
            <a:ext cx="2274073"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36633"/>
                </a:solidFill>
                <a:effectLst/>
                <a:uLnTx/>
                <a:uFillTx/>
                <a:latin typeface="GSK Precision Light"/>
                <a:ea typeface="+mn-ea"/>
                <a:cs typeface="Arial"/>
              </a:rPr>
              <a:t>Current State</a:t>
            </a:r>
          </a:p>
        </p:txBody>
      </p:sp>
      <p:sp>
        <p:nvSpPr>
          <p:cNvPr id="23" name="TextBox 22">
            <a:extLst>
              <a:ext uri="{FF2B5EF4-FFF2-40B4-BE49-F238E27FC236}">
                <a16:creationId xmlns:a16="http://schemas.microsoft.com/office/drawing/2014/main" id="{D937C403-F6F2-6A0E-4BDC-EDFDA80FBDD1}"/>
              </a:ext>
            </a:extLst>
          </p:cNvPr>
          <p:cNvSpPr txBox="1"/>
          <p:nvPr/>
        </p:nvSpPr>
        <p:spPr>
          <a:xfrm>
            <a:off x="903991" y="3200757"/>
            <a:ext cx="2663686"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75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GSK Precision Light"/>
                <a:ea typeface="+mn-ea"/>
                <a:cs typeface="Arial"/>
              </a:rPr>
              <a:t>Captures the customer’s current thinking</a:t>
            </a:r>
          </a:p>
        </p:txBody>
      </p:sp>
      <p:sp>
        <p:nvSpPr>
          <p:cNvPr id="24" name="TextBox 23">
            <a:extLst>
              <a:ext uri="{FF2B5EF4-FFF2-40B4-BE49-F238E27FC236}">
                <a16:creationId xmlns:a16="http://schemas.microsoft.com/office/drawing/2014/main" id="{5696BEEA-0B5B-1817-3833-76CAABC6C569}"/>
              </a:ext>
            </a:extLst>
          </p:cNvPr>
          <p:cNvSpPr txBox="1"/>
          <p:nvPr/>
        </p:nvSpPr>
        <p:spPr>
          <a:xfrm>
            <a:off x="5155314" y="3200757"/>
            <a:ext cx="1902042"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75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GSK Precision Light"/>
                <a:ea typeface="+mn-ea"/>
                <a:cs typeface="Arial"/>
              </a:rPr>
              <a:t>What the customer is missing</a:t>
            </a:r>
          </a:p>
        </p:txBody>
      </p:sp>
      <p:sp>
        <p:nvSpPr>
          <p:cNvPr id="25" name="TextBox 24">
            <a:extLst>
              <a:ext uri="{FF2B5EF4-FFF2-40B4-BE49-F238E27FC236}">
                <a16:creationId xmlns:a16="http://schemas.microsoft.com/office/drawing/2014/main" id="{61CF6287-FC58-6EC0-96CC-6E1F2C86243B}"/>
              </a:ext>
            </a:extLst>
          </p:cNvPr>
          <p:cNvSpPr txBox="1"/>
          <p:nvPr/>
        </p:nvSpPr>
        <p:spPr>
          <a:xfrm>
            <a:off x="4969299" y="2383898"/>
            <a:ext cx="2274073"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SK Precision Light"/>
                <a:ea typeface="+mn-ea"/>
                <a:cs typeface="Arial"/>
              </a:rPr>
              <a:t>GAP</a:t>
            </a:r>
          </a:p>
        </p:txBody>
      </p:sp>
      <p:sp>
        <p:nvSpPr>
          <p:cNvPr id="26" name="TextBox 25">
            <a:extLst>
              <a:ext uri="{FF2B5EF4-FFF2-40B4-BE49-F238E27FC236}">
                <a16:creationId xmlns:a16="http://schemas.microsoft.com/office/drawing/2014/main" id="{FF981549-79E6-393F-0A81-FD36CDF99EA1}"/>
              </a:ext>
            </a:extLst>
          </p:cNvPr>
          <p:cNvSpPr txBox="1"/>
          <p:nvPr/>
        </p:nvSpPr>
        <p:spPr>
          <a:xfrm>
            <a:off x="8767829" y="3200757"/>
            <a:ext cx="2415754" cy="553998"/>
          </a:xfrm>
          <a:prstGeom prst="rect">
            <a:avLst/>
          </a:prstGeom>
          <a:noFill/>
        </p:spPr>
        <p:txBody>
          <a:bodyPr wrap="square" lIns="0" tIns="0" rIns="0" bIns="0" rtlCol="0">
            <a:spAutoFit/>
          </a:bodyPr>
          <a:lstStyle/>
          <a:p>
            <a:pPr marL="0" marR="0" lvl="0" indent="0" algn="ctr" defTabSz="914400" rtl="0" eaLnBrk="1" fontAlgn="auto" latinLnBrk="0" hangingPunct="1">
              <a:lnSpc>
                <a:spcPct val="75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GSK Precision Light"/>
                <a:ea typeface="+mn-ea"/>
                <a:cs typeface="Arial"/>
              </a:rPr>
              <a:t>Offers a new way to address the problem (leading to your solution)</a:t>
            </a:r>
          </a:p>
        </p:txBody>
      </p:sp>
      <p:sp>
        <p:nvSpPr>
          <p:cNvPr id="27" name="TextBox 26">
            <a:extLst>
              <a:ext uri="{FF2B5EF4-FFF2-40B4-BE49-F238E27FC236}">
                <a16:creationId xmlns:a16="http://schemas.microsoft.com/office/drawing/2014/main" id="{E59CC1E3-0C92-84CA-2571-5C12BAA20DE0}"/>
              </a:ext>
            </a:extLst>
          </p:cNvPr>
          <p:cNvSpPr txBox="1"/>
          <p:nvPr/>
        </p:nvSpPr>
        <p:spPr>
          <a:xfrm>
            <a:off x="8838670" y="2749028"/>
            <a:ext cx="2274073"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E21860"/>
                </a:solidFill>
                <a:effectLst/>
                <a:uLnTx/>
                <a:uFillTx/>
                <a:latin typeface="GSK Precision Light"/>
                <a:ea typeface="+mn-ea"/>
                <a:cs typeface="Arial"/>
              </a:rPr>
              <a:t>New Approach</a:t>
            </a:r>
          </a:p>
        </p:txBody>
      </p:sp>
      <p:sp>
        <p:nvSpPr>
          <p:cNvPr id="28" name="TextBox 27">
            <a:extLst>
              <a:ext uri="{FF2B5EF4-FFF2-40B4-BE49-F238E27FC236}">
                <a16:creationId xmlns:a16="http://schemas.microsoft.com/office/drawing/2014/main" id="{10D73280-D2E2-F9A7-8139-CBEF6BAB101B}"/>
              </a:ext>
            </a:extLst>
          </p:cNvPr>
          <p:cNvSpPr txBox="1"/>
          <p:nvPr/>
        </p:nvSpPr>
        <p:spPr>
          <a:xfrm>
            <a:off x="8838670" y="1923730"/>
            <a:ext cx="2274073" cy="923330"/>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6000" b="0" i="0" u="none" strike="noStrike" kern="1200" cap="none" spc="0" normalizeH="0" baseline="0" noProof="0">
                <a:ln>
                  <a:noFill/>
                </a:ln>
                <a:solidFill>
                  <a:srgbClr val="E21860"/>
                </a:solidFill>
                <a:effectLst/>
                <a:uLnTx/>
                <a:uFillTx/>
                <a:latin typeface="GSK Precision Light"/>
                <a:ea typeface="+mn-ea"/>
                <a:cs typeface="Arial"/>
              </a:rPr>
              <a:t>B</a:t>
            </a:r>
          </a:p>
        </p:txBody>
      </p:sp>
      <p:sp>
        <p:nvSpPr>
          <p:cNvPr id="29" name="Title 1">
            <a:extLst>
              <a:ext uri="{FF2B5EF4-FFF2-40B4-BE49-F238E27FC236}">
                <a16:creationId xmlns:a16="http://schemas.microsoft.com/office/drawing/2014/main" id="{1C9871FD-7FF1-62F5-3711-4AEAC77E8D96}"/>
              </a:ext>
            </a:extLst>
          </p:cNvPr>
          <p:cNvSpPr txBox="1">
            <a:spLocks/>
          </p:cNvSpPr>
          <p:nvPr/>
        </p:nvSpPr>
        <p:spPr>
          <a:xfrm>
            <a:off x="4162089" y="4378310"/>
            <a:ext cx="3287138" cy="443198"/>
          </a:xfrm>
          <a:prstGeom prst="rect">
            <a:avLst/>
          </a:prstGeom>
        </p:spPr>
        <p:txBody>
          <a:bodyPr vert="horz" lIns="0" tIns="0" rIns="0" bIns="0" rtlCol="0" anchor="b" anchorCtr="0">
            <a:noAutofit/>
          </a:bodyPr>
          <a:lstStyle>
            <a:lvl1pPr algn="l" defTabSz="1219170" rtl="0" eaLnBrk="1" latinLnBrk="0" hangingPunct="1">
              <a:lnSpc>
                <a:spcPct val="100000"/>
              </a:lnSpc>
              <a:spcBef>
                <a:spcPct val="0"/>
              </a:spcBef>
              <a:buNone/>
              <a:defRPr sz="2800" b="1" kern="1200">
                <a:solidFill>
                  <a:schemeClr val="tx2"/>
                </a:solidFill>
                <a:latin typeface="+mj-lt"/>
                <a:ea typeface="+mj-ea"/>
                <a:cs typeface="+mj-cs"/>
              </a:defRPr>
            </a:lvl1pPr>
          </a:lstStyle>
          <a:p>
            <a:pPr marL="0" marR="0" lvl="0" indent="0" algn="ctr" defTabSz="1219170" rtl="0" eaLnBrk="1" fontAlgn="auto" latinLnBrk="0" hangingPunct="1">
              <a:lnSpc>
                <a:spcPct val="100000"/>
              </a:lnSpc>
              <a:spcBef>
                <a:spcPct val="0"/>
              </a:spcBef>
              <a:spcAft>
                <a:spcPts val="0"/>
              </a:spcAft>
              <a:buClrTx/>
              <a:buSzTx/>
              <a:buFontTx/>
              <a:buNone/>
              <a:tabLst/>
              <a:defRPr/>
            </a:pPr>
            <a:r>
              <a:rPr kumimoji="0" lang="en-US" sz="2000" b="1" i="0" u="none" strike="noStrike" kern="1200" cap="none" spc="0" normalizeH="0" baseline="0" noProof="0">
                <a:ln>
                  <a:noFill/>
                </a:ln>
                <a:solidFill>
                  <a:srgbClr val="F36633"/>
                </a:solidFill>
                <a:effectLst/>
                <a:uLnTx/>
                <a:uFillTx/>
                <a:latin typeface="GSK Precision" pitchFamily="2" charset="0"/>
                <a:ea typeface="+mj-ea"/>
                <a:cs typeface="Arial"/>
              </a:rPr>
              <a:t>A 3-Phase Message</a:t>
            </a:r>
          </a:p>
        </p:txBody>
      </p:sp>
    </p:spTree>
    <p:extLst>
      <p:ext uri="{BB962C8B-B14F-4D97-AF65-F5344CB8AC3E}">
        <p14:creationId xmlns:p14="http://schemas.microsoft.com/office/powerpoint/2010/main" val="204764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8" grpId="0" animBg="1"/>
      <p:bldP spid="2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60F3D-42CF-D6DA-9115-A8EA7211792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D2A0E55-FF1E-6D9F-9C00-07E602560720}"/>
              </a:ext>
            </a:extLst>
          </p:cNvPr>
          <p:cNvSpPr>
            <a:spLocks noGrp="1"/>
          </p:cNvSpPr>
          <p:nvPr>
            <p:ph type="body" sz="quarter" idx="18"/>
          </p:nvPr>
        </p:nvSpPr>
        <p:spPr/>
        <p:txBody>
          <a:bodyPr/>
          <a:lstStyle/>
          <a:p>
            <a:endParaRPr lang="en-US"/>
          </a:p>
        </p:txBody>
      </p:sp>
      <p:sp>
        <p:nvSpPr>
          <p:cNvPr id="3" name="Date Placeholder 2">
            <a:extLst>
              <a:ext uri="{FF2B5EF4-FFF2-40B4-BE49-F238E27FC236}">
                <a16:creationId xmlns:a16="http://schemas.microsoft.com/office/drawing/2014/main" id="{C50B549E-84C7-E04C-A592-4B9EAB69945B}"/>
              </a:ext>
            </a:extLst>
          </p:cNvPr>
          <p:cNvSpPr>
            <a:spLocks noGrp="1"/>
          </p:cNvSpPr>
          <p:nvPr>
            <p:ph type="dt" sz="half" idx="19"/>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97F4CD0-83C1-4C99-A2BD-6DA4A1CC9D00}" type="datetime4">
              <a:rPr kumimoji="0" lang="en-GB" sz="1000" b="0" i="0" u="none" strike="noStrike" kern="1200" cap="none" spc="0" normalizeH="0" baseline="0" noProof="0" smtClean="0">
                <a:ln>
                  <a:noFill/>
                </a:ln>
                <a:solidFill>
                  <a:srgbClr val="000000"/>
                </a:solidFill>
                <a:effectLst/>
                <a:uLnTx/>
                <a:uFillTx/>
                <a:latin typeface="GSK Precision Light"/>
                <a:ea typeface="+mn-ea"/>
                <a:cs typeface="Arial"/>
              </a:rPr>
              <a:pPr marL="0" marR="0" lvl="0" indent="0" algn="l" defTabSz="914400" rtl="0" eaLnBrk="1" fontAlgn="auto" latinLnBrk="0" hangingPunct="1">
                <a:lnSpc>
                  <a:spcPct val="100000"/>
                </a:lnSpc>
                <a:spcBef>
                  <a:spcPts val="0"/>
                </a:spcBef>
                <a:spcAft>
                  <a:spcPts val="0"/>
                </a:spcAft>
                <a:buClrTx/>
                <a:buSzTx/>
                <a:buFontTx/>
                <a:buNone/>
                <a:tabLst/>
                <a:defRPr/>
              </a:pPr>
              <a:t>22 July 2025</a:t>
            </a:fld>
            <a:endParaRPr kumimoji="0" lang="en-GB" sz="10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4" name="Slide Number Placeholder 3">
            <a:extLst>
              <a:ext uri="{FF2B5EF4-FFF2-40B4-BE49-F238E27FC236}">
                <a16:creationId xmlns:a16="http://schemas.microsoft.com/office/drawing/2014/main" id="{772FF855-D62C-EEB0-30A1-774B272EC03D}"/>
              </a:ext>
            </a:extLst>
          </p:cNvPr>
          <p:cNvSpPr>
            <a:spLocks noGrp="1"/>
          </p:cNvSpPr>
          <p:nvPr>
            <p:ph type="sldNum" sz="quarter" idx="2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GSK Precision Light"/>
                <a:ea typeface="+mn-ea"/>
                <a:cs typeface="Arial"/>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GB" sz="10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6" name="Title 5">
            <a:extLst>
              <a:ext uri="{FF2B5EF4-FFF2-40B4-BE49-F238E27FC236}">
                <a16:creationId xmlns:a16="http://schemas.microsoft.com/office/drawing/2014/main" id="{BE1F0788-207B-C472-2C99-CAC14E09E5D6}"/>
              </a:ext>
            </a:extLst>
          </p:cNvPr>
          <p:cNvSpPr>
            <a:spLocks noGrp="1"/>
          </p:cNvSpPr>
          <p:nvPr>
            <p:ph type="title"/>
          </p:nvPr>
        </p:nvSpPr>
        <p:spPr/>
        <p:txBody>
          <a:bodyPr/>
          <a:lstStyle/>
          <a:p>
            <a:r>
              <a:rPr lang="en-SG"/>
              <a:t>A 3-Phase Message</a:t>
            </a:r>
            <a:endParaRPr lang="en-US"/>
          </a:p>
        </p:txBody>
      </p:sp>
      <p:sp>
        <p:nvSpPr>
          <p:cNvPr id="7" name="Subtitle 6">
            <a:extLst>
              <a:ext uri="{FF2B5EF4-FFF2-40B4-BE49-F238E27FC236}">
                <a16:creationId xmlns:a16="http://schemas.microsoft.com/office/drawing/2014/main" id="{4B903DEB-44A3-84EA-AE59-9159F38CA898}"/>
              </a:ext>
            </a:extLst>
          </p:cNvPr>
          <p:cNvSpPr>
            <a:spLocks noGrp="1"/>
          </p:cNvSpPr>
          <p:nvPr>
            <p:ph type="subTitle" idx="1"/>
          </p:nvPr>
        </p:nvSpPr>
        <p:spPr/>
        <p:txBody>
          <a:bodyPr/>
          <a:lstStyle/>
          <a:p>
            <a:r>
              <a:rPr lang="en-US"/>
              <a:t>In summary</a:t>
            </a:r>
          </a:p>
        </p:txBody>
      </p:sp>
      <p:pic>
        <p:nvPicPr>
          <p:cNvPr id="21" name="Picture 20">
            <a:extLst>
              <a:ext uri="{FF2B5EF4-FFF2-40B4-BE49-F238E27FC236}">
                <a16:creationId xmlns:a16="http://schemas.microsoft.com/office/drawing/2014/main" id="{CCCC9216-9791-37D3-068F-04FE3E1FD37B}"/>
              </a:ext>
            </a:extLst>
          </p:cNvPr>
          <p:cNvPicPr>
            <a:picLocks noChangeAspect="1"/>
          </p:cNvPicPr>
          <p:nvPr/>
        </p:nvPicPr>
        <p:blipFill>
          <a:blip r:embed="rId3"/>
          <a:srcRect/>
          <a:stretch/>
        </p:blipFill>
        <p:spPr>
          <a:xfrm>
            <a:off x="2342407" y="1308593"/>
            <a:ext cx="8460802" cy="4591183"/>
          </a:xfrm>
          <a:prstGeom prst="rect">
            <a:avLst/>
          </a:prstGeom>
        </p:spPr>
      </p:pic>
      <p:sp>
        <p:nvSpPr>
          <p:cNvPr id="22" name="TextBox 21">
            <a:extLst>
              <a:ext uri="{FF2B5EF4-FFF2-40B4-BE49-F238E27FC236}">
                <a16:creationId xmlns:a16="http://schemas.microsoft.com/office/drawing/2014/main" id="{5C042AFF-8225-DFF5-C3A6-D583CC0827A3}"/>
              </a:ext>
            </a:extLst>
          </p:cNvPr>
          <p:cNvSpPr txBox="1"/>
          <p:nvPr/>
        </p:nvSpPr>
        <p:spPr>
          <a:xfrm>
            <a:off x="2582944" y="1448550"/>
            <a:ext cx="2274073" cy="32316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100" b="0" i="0" u="none" strike="noStrike" kern="1200" cap="none" spc="0" normalizeH="0" baseline="0" noProof="0">
                <a:ln>
                  <a:noFill/>
                </a:ln>
                <a:solidFill>
                  <a:srgbClr val="8E0048"/>
                </a:solidFill>
                <a:effectLst/>
                <a:uLnTx/>
                <a:uFillTx/>
                <a:latin typeface="Graphik Bold"/>
                <a:ea typeface="+mn-ea"/>
                <a:cs typeface="Arial"/>
              </a:rPr>
              <a:t>Share Reframe</a:t>
            </a:r>
          </a:p>
        </p:txBody>
      </p:sp>
      <p:sp>
        <p:nvSpPr>
          <p:cNvPr id="23" name="TextBox 22">
            <a:extLst>
              <a:ext uri="{FF2B5EF4-FFF2-40B4-BE49-F238E27FC236}">
                <a16:creationId xmlns:a16="http://schemas.microsoft.com/office/drawing/2014/main" id="{F1885A60-8D5E-EA3C-0146-4EB61FE396B9}"/>
              </a:ext>
            </a:extLst>
          </p:cNvPr>
          <p:cNvSpPr txBox="1"/>
          <p:nvPr/>
        </p:nvSpPr>
        <p:spPr>
          <a:xfrm>
            <a:off x="5460952" y="1448550"/>
            <a:ext cx="2274073" cy="32316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100" b="0" i="0" u="none" strike="noStrike" kern="1200" cap="none" spc="0" normalizeH="0" baseline="0" noProof="0">
                <a:ln>
                  <a:noFill/>
                </a:ln>
                <a:solidFill>
                  <a:srgbClr val="F05523"/>
                </a:solidFill>
                <a:effectLst/>
                <a:uLnTx/>
                <a:uFillTx/>
                <a:latin typeface="Graphik Bold"/>
                <a:ea typeface="+mn-ea"/>
                <a:cs typeface="Arial"/>
              </a:rPr>
              <a:t>Introduce Impact</a:t>
            </a:r>
          </a:p>
        </p:txBody>
      </p:sp>
      <p:sp>
        <p:nvSpPr>
          <p:cNvPr id="24" name="TextBox 23">
            <a:extLst>
              <a:ext uri="{FF2B5EF4-FFF2-40B4-BE49-F238E27FC236}">
                <a16:creationId xmlns:a16="http://schemas.microsoft.com/office/drawing/2014/main" id="{7A392DDF-2500-B982-0A50-DC6AF4F1EA89}"/>
              </a:ext>
            </a:extLst>
          </p:cNvPr>
          <p:cNvSpPr txBox="1"/>
          <p:nvPr/>
        </p:nvSpPr>
        <p:spPr>
          <a:xfrm>
            <a:off x="8288599" y="1448550"/>
            <a:ext cx="2274073" cy="32316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100" b="0" i="0" u="none" strike="noStrike" kern="1200" cap="none" spc="0" normalizeH="0" baseline="0" noProof="0">
                <a:ln>
                  <a:noFill/>
                </a:ln>
                <a:solidFill>
                  <a:srgbClr val="056687"/>
                </a:solidFill>
                <a:effectLst/>
                <a:uLnTx/>
                <a:uFillTx/>
                <a:latin typeface="Graphik Bold"/>
                <a:ea typeface="+mn-ea"/>
                <a:cs typeface="Arial"/>
              </a:rPr>
              <a:t>Reveal Value</a:t>
            </a:r>
          </a:p>
        </p:txBody>
      </p:sp>
      <p:sp>
        <p:nvSpPr>
          <p:cNvPr id="25" name="TextBox 24">
            <a:extLst>
              <a:ext uri="{FF2B5EF4-FFF2-40B4-BE49-F238E27FC236}">
                <a16:creationId xmlns:a16="http://schemas.microsoft.com/office/drawing/2014/main" id="{A33365F2-BC31-F531-EFB6-67FF4856AC4D}"/>
              </a:ext>
            </a:extLst>
          </p:cNvPr>
          <p:cNvSpPr txBox="1"/>
          <p:nvPr/>
        </p:nvSpPr>
        <p:spPr>
          <a:xfrm>
            <a:off x="1176866" y="1324011"/>
            <a:ext cx="1035511" cy="138499"/>
          </a:xfrm>
          <a:prstGeom prst="rect">
            <a:avLst/>
          </a:prstGeom>
          <a:noFill/>
        </p:spPr>
        <p:txBody>
          <a:bodyPr wrap="square" lIns="0" tIns="0" rIns="0" bIns="0" rtlCol="0">
            <a:spAutoFit/>
          </a:bodyPr>
          <a:lstStyle/>
          <a:p>
            <a:pPr marL="0" marR="0" lvl="0" indent="0" algn="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7F7F7F"/>
                </a:solidFill>
                <a:effectLst/>
                <a:uLnTx/>
                <a:uFillTx/>
                <a:latin typeface="Graphik Bold"/>
                <a:ea typeface="+mn-ea"/>
                <a:cs typeface="Arial"/>
              </a:rPr>
              <a:t>Positive</a:t>
            </a:r>
          </a:p>
        </p:txBody>
      </p:sp>
      <p:sp>
        <p:nvSpPr>
          <p:cNvPr id="26" name="TextBox 25">
            <a:extLst>
              <a:ext uri="{FF2B5EF4-FFF2-40B4-BE49-F238E27FC236}">
                <a16:creationId xmlns:a16="http://schemas.microsoft.com/office/drawing/2014/main" id="{CBEC3C4B-FFFE-BA11-D52D-17B785B00E8E}"/>
              </a:ext>
            </a:extLst>
          </p:cNvPr>
          <p:cNvSpPr txBox="1"/>
          <p:nvPr/>
        </p:nvSpPr>
        <p:spPr>
          <a:xfrm>
            <a:off x="1176866" y="4947740"/>
            <a:ext cx="1035511" cy="138499"/>
          </a:xfrm>
          <a:prstGeom prst="rect">
            <a:avLst/>
          </a:prstGeom>
          <a:noFill/>
        </p:spPr>
        <p:txBody>
          <a:bodyPr wrap="square" lIns="0" tIns="0" rIns="0" bIns="0" rtlCol="0">
            <a:spAutoFit/>
          </a:bodyPr>
          <a:lstStyle/>
          <a:p>
            <a:pPr marL="0" marR="0" lvl="0" indent="0" algn="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7F7F7F"/>
                </a:solidFill>
                <a:effectLst/>
                <a:uLnTx/>
                <a:uFillTx/>
                <a:latin typeface="Graphik Bold"/>
                <a:ea typeface="+mn-ea"/>
                <a:cs typeface="Arial"/>
              </a:rPr>
              <a:t>Negative</a:t>
            </a:r>
          </a:p>
        </p:txBody>
      </p:sp>
      <p:sp>
        <p:nvSpPr>
          <p:cNvPr id="27" name="TextBox 26">
            <a:extLst>
              <a:ext uri="{FF2B5EF4-FFF2-40B4-BE49-F238E27FC236}">
                <a16:creationId xmlns:a16="http://schemas.microsoft.com/office/drawing/2014/main" id="{034A78DE-CCE0-9BE7-4156-467D0AF975A0}"/>
              </a:ext>
            </a:extLst>
          </p:cNvPr>
          <p:cNvSpPr txBox="1"/>
          <p:nvPr/>
        </p:nvSpPr>
        <p:spPr>
          <a:xfrm>
            <a:off x="1176866" y="3122053"/>
            <a:ext cx="1035511" cy="138499"/>
          </a:xfrm>
          <a:prstGeom prst="rect">
            <a:avLst/>
          </a:prstGeom>
          <a:noFill/>
        </p:spPr>
        <p:txBody>
          <a:bodyPr wrap="square" lIns="0" tIns="0" rIns="0" bIns="0" rtlCol="0">
            <a:spAutoFit/>
          </a:bodyPr>
          <a:lstStyle/>
          <a:p>
            <a:pPr marL="0" marR="0" lvl="0" indent="0" algn="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7F7F7F"/>
                </a:solidFill>
                <a:effectLst/>
                <a:uLnTx/>
                <a:uFillTx/>
                <a:latin typeface="Graphik Bold"/>
                <a:ea typeface="+mn-ea"/>
                <a:cs typeface="Arial"/>
              </a:rPr>
              <a:t>Neutral</a:t>
            </a:r>
          </a:p>
        </p:txBody>
      </p:sp>
      <p:sp>
        <p:nvSpPr>
          <p:cNvPr id="28" name="TextBox 27">
            <a:extLst>
              <a:ext uri="{FF2B5EF4-FFF2-40B4-BE49-F238E27FC236}">
                <a16:creationId xmlns:a16="http://schemas.microsoft.com/office/drawing/2014/main" id="{393650D0-9E85-F50D-F561-55EE0B3DCAC8}"/>
              </a:ext>
            </a:extLst>
          </p:cNvPr>
          <p:cNvSpPr txBox="1"/>
          <p:nvPr/>
        </p:nvSpPr>
        <p:spPr>
          <a:xfrm rot="16200000">
            <a:off x="136054" y="3122053"/>
            <a:ext cx="2663686" cy="138499"/>
          </a:xfrm>
          <a:prstGeom prst="rect">
            <a:avLst/>
          </a:prstGeom>
          <a:noFill/>
        </p:spPr>
        <p:txBody>
          <a:bodyPr wrap="square" lIns="0" tIns="0" rIns="0" bIns="0" rtlCol="0">
            <a:spAutoFit/>
          </a:bodyPr>
          <a:lstStyle/>
          <a:p>
            <a:pPr marL="0" marR="0" lvl="0" indent="0" algn="ct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7F7F7F"/>
                </a:solidFill>
                <a:effectLst/>
                <a:uLnTx/>
                <a:uFillTx/>
                <a:latin typeface="Graphik Bold"/>
                <a:ea typeface="+mn-ea"/>
                <a:cs typeface="Arial"/>
              </a:rPr>
              <a:t>Customer Emotional State</a:t>
            </a:r>
          </a:p>
        </p:txBody>
      </p:sp>
      <p:sp>
        <p:nvSpPr>
          <p:cNvPr id="29" name="TextBox 28">
            <a:extLst>
              <a:ext uri="{FF2B5EF4-FFF2-40B4-BE49-F238E27FC236}">
                <a16:creationId xmlns:a16="http://schemas.microsoft.com/office/drawing/2014/main" id="{42442A42-E76E-2A9B-62E9-4FBB91226636}"/>
              </a:ext>
            </a:extLst>
          </p:cNvPr>
          <p:cNvSpPr txBox="1"/>
          <p:nvPr/>
        </p:nvSpPr>
        <p:spPr>
          <a:xfrm>
            <a:off x="2291607" y="5098854"/>
            <a:ext cx="2274073" cy="5539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3600" b="0" i="0" u="none" strike="noStrike" kern="1200" cap="none" spc="0" normalizeH="0" baseline="0" noProof="0">
                <a:ln>
                  <a:noFill/>
                </a:ln>
                <a:solidFill>
                  <a:srgbClr val="C6C7C7"/>
                </a:solidFill>
                <a:effectLst/>
                <a:uLnTx/>
                <a:uFillTx/>
                <a:latin typeface="Graphik Bold"/>
                <a:ea typeface="+mn-ea"/>
                <a:cs typeface="Arial"/>
              </a:rPr>
              <a:t>A</a:t>
            </a:r>
          </a:p>
        </p:txBody>
      </p:sp>
      <p:sp>
        <p:nvSpPr>
          <p:cNvPr id="30" name="TextBox 29">
            <a:extLst>
              <a:ext uri="{FF2B5EF4-FFF2-40B4-BE49-F238E27FC236}">
                <a16:creationId xmlns:a16="http://schemas.microsoft.com/office/drawing/2014/main" id="{18F87D0C-3280-A35D-A7F6-E46F89AAC92D}"/>
              </a:ext>
            </a:extLst>
          </p:cNvPr>
          <p:cNvSpPr txBox="1"/>
          <p:nvPr/>
        </p:nvSpPr>
        <p:spPr>
          <a:xfrm>
            <a:off x="2910888" y="5637814"/>
            <a:ext cx="1035511" cy="138499"/>
          </a:xfrm>
          <a:prstGeom prst="rect">
            <a:avLst/>
          </a:prstGeom>
          <a:noFill/>
        </p:spPr>
        <p:txBody>
          <a:bodyPr wrap="square" lIns="0" tIns="0" rIns="0" bIns="0" rtlCol="0">
            <a:spAutoFit/>
          </a:bodyPr>
          <a:lstStyle/>
          <a:p>
            <a:pPr marL="0" marR="0" lvl="0" indent="0" algn="ct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C6C7C7"/>
                </a:solidFill>
                <a:effectLst/>
                <a:uLnTx/>
                <a:uFillTx/>
                <a:latin typeface="Graphik Bold"/>
                <a:ea typeface="+mn-ea"/>
                <a:cs typeface="Arial"/>
              </a:rPr>
              <a:t>Current State</a:t>
            </a:r>
          </a:p>
        </p:txBody>
      </p:sp>
      <p:sp>
        <p:nvSpPr>
          <p:cNvPr id="31" name="TextBox 30">
            <a:extLst>
              <a:ext uri="{FF2B5EF4-FFF2-40B4-BE49-F238E27FC236}">
                <a16:creationId xmlns:a16="http://schemas.microsoft.com/office/drawing/2014/main" id="{FFA30D98-E359-B71D-86D6-7EEE5C156367}"/>
              </a:ext>
            </a:extLst>
          </p:cNvPr>
          <p:cNvSpPr txBox="1"/>
          <p:nvPr/>
        </p:nvSpPr>
        <p:spPr>
          <a:xfrm>
            <a:off x="8280130" y="5098854"/>
            <a:ext cx="2274073" cy="5539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3600" b="0" i="0" u="none" strike="noStrike" kern="1200" cap="none" spc="0" normalizeH="0" baseline="0" noProof="0">
                <a:ln>
                  <a:noFill/>
                </a:ln>
                <a:solidFill>
                  <a:srgbClr val="C6C7C7"/>
                </a:solidFill>
                <a:effectLst/>
                <a:uLnTx/>
                <a:uFillTx/>
                <a:latin typeface="Graphik Bold"/>
                <a:ea typeface="+mn-ea"/>
                <a:cs typeface="Arial"/>
              </a:rPr>
              <a:t>B</a:t>
            </a:r>
          </a:p>
        </p:txBody>
      </p:sp>
      <p:sp>
        <p:nvSpPr>
          <p:cNvPr id="32" name="TextBox 31">
            <a:extLst>
              <a:ext uri="{FF2B5EF4-FFF2-40B4-BE49-F238E27FC236}">
                <a16:creationId xmlns:a16="http://schemas.microsoft.com/office/drawing/2014/main" id="{9DFB175F-8DFC-7465-27C9-82B8C6628982}"/>
              </a:ext>
            </a:extLst>
          </p:cNvPr>
          <p:cNvSpPr txBox="1"/>
          <p:nvPr/>
        </p:nvSpPr>
        <p:spPr>
          <a:xfrm>
            <a:off x="8822806" y="5637814"/>
            <a:ext cx="1188720" cy="138499"/>
          </a:xfrm>
          <a:prstGeom prst="rect">
            <a:avLst/>
          </a:prstGeom>
          <a:noFill/>
        </p:spPr>
        <p:txBody>
          <a:bodyPr wrap="square" lIns="0" tIns="0" rIns="0" bIns="0" rtlCol="0">
            <a:spAutoFit/>
          </a:bodyPr>
          <a:lstStyle/>
          <a:p>
            <a:pPr marL="0" marR="0" lvl="0" indent="0" algn="ct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C6C7C7"/>
                </a:solidFill>
                <a:effectLst/>
                <a:uLnTx/>
                <a:uFillTx/>
                <a:latin typeface="Graphik Bold"/>
                <a:ea typeface="+mn-ea"/>
                <a:cs typeface="Arial"/>
              </a:rPr>
              <a:t>New Approach</a:t>
            </a:r>
          </a:p>
        </p:txBody>
      </p:sp>
      <p:sp>
        <p:nvSpPr>
          <p:cNvPr id="33" name="TextBox 32">
            <a:extLst>
              <a:ext uri="{FF2B5EF4-FFF2-40B4-BE49-F238E27FC236}">
                <a16:creationId xmlns:a16="http://schemas.microsoft.com/office/drawing/2014/main" id="{19146942-AF85-F10E-02A0-18A5013D3DA1}"/>
              </a:ext>
            </a:extLst>
          </p:cNvPr>
          <p:cNvSpPr txBox="1"/>
          <p:nvPr/>
        </p:nvSpPr>
        <p:spPr>
          <a:xfrm>
            <a:off x="5097621" y="5352878"/>
            <a:ext cx="2274073"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C6C7C7"/>
                </a:solidFill>
                <a:effectLst/>
                <a:uLnTx/>
                <a:uFillTx/>
                <a:latin typeface="Graphik Bold"/>
                <a:ea typeface="+mn-ea"/>
                <a:cs typeface="Arial"/>
              </a:rPr>
              <a:t>GAP</a:t>
            </a:r>
          </a:p>
        </p:txBody>
      </p:sp>
    </p:spTree>
    <p:extLst>
      <p:ext uri="{BB962C8B-B14F-4D97-AF65-F5344CB8AC3E}">
        <p14:creationId xmlns:p14="http://schemas.microsoft.com/office/powerpoint/2010/main" val="1662671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60E27-3564-4C2F-9B6C-13066A0D4A62}"/>
              </a:ext>
            </a:extLst>
          </p:cNvPr>
          <p:cNvSpPr>
            <a:spLocks noGrp="1"/>
          </p:cNvSpPr>
          <p:nvPr>
            <p:ph type="title"/>
          </p:nvPr>
        </p:nvSpPr>
        <p:spPr/>
        <p:txBody>
          <a:bodyPr/>
          <a:lstStyle/>
          <a:p>
            <a:r>
              <a:rPr lang="en-US"/>
              <a:t>Characteristics of a Reframe</a:t>
            </a:r>
          </a:p>
        </p:txBody>
      </p:sp>
      <p:sp>
        <p:nvSpPr>
          <p:cNvPr id="14" name="AutoShape 23">
            <a:extLst>
              <a:ext uri="{FF2B5EF4-FFF2-40B4-BE49-F238E27FC236}">
                <a16:creationId xmlns:a16="http://schemas.microsoft.com/office/drawing/2014/main" id="{A14AF425-F842-413A-A286-CF24694BF6A8}"/>
              </a:ext>
            </a:extLst>
          </p:cNvPr>
          <p:cNvSpPr>
            <a:spLocks noChangeArrowheads="1"/>
          </p:cNvSpPr>
          <p:nvPr/>
        </p:nvSpPr>
        <p:spPr bwMode="auto">
          <a:xfrm>
            <a:off x="419100" y="1393992"/>
            <a:ext cx="3768211" cy="369332"/>
          </a:xfrm>
          <a:prstGeom prst="rect">
            <a:avLst/>
          </a:prstGeom>
          <a:noFill/>
          <a:ln w="9525">
            <a:noFill/>
            <a:round/>
            <a:headEnd/>
            <a:tailEnd/>
          </a:ln>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Lyon Text Bold" panose="02000505080000020004" pitchFamily="50" charset="0"/>
                <a:ea typeface="+mn-ea"/>
                <a:cs typeface="Arial" pitchFamily="34" charset="0"/>
              </a:rPr>
              <a:t>An Effective Reframe is…</a:t>
            </a:r>
            <a:endParaRPr kumimoji="0" lang="en-US" sz="2400" b="0" i="0" u="none" strike="noStrike" kern="1200" cap="none" spc="0" normalizeH="0" baseline="0" noProof="0">
              <a:ln>
                <a:noFill/>
              </a:ln>
              <a:solidFill>
                <a:srgbClr val="000000"/>
              </a:solidFill>
              <a:effectLst/>
              <a:uLnTx/>
              <a:uFillTx/>
              <a:latin typeface="Lyon Text Bold" panose="02000505080000020004" pitchFamily="50" charset="0"/>
              <a:ea typeface="ＭＳ Ｐゴシック"/>
              <a:cs typeface="Arial" pitchFamily="34" charset="0"/>
            </a:endParaRPr>
          </a:p>
        </p:txBody>
      </p:sp>
      <p:sp>
        <p:nvSpPr>
          <p:cNvPr id="8" name="Rectangle: Top Corners Rounded 14">
            <a:extLst>
              <a:ext uri="{FF2B5EF4-FFF2-40B4-BE49-F238E27FC236}">
                <a16:creationId xmlns:a16="http://schemas.microsoft.com/office/drawing/2014/main" id="{EF83EDE4-B7D1-8D27-9A0F-14CB50597EC1}"/>
              </a:ext>
            </a:extLst>
          </p:cNvPr>
          <p:cNvSpPr/>
          <p:nvPr/>
        </p:nvSpPr>
        <p:spPr>
          <a:xfrm>
            <a:off x="4423004" y="2002760"/>
            <a:ext cx="3383280" cy="3383280"/>
          </a:xfrm>
          <a:prstGeom prst="roundRect">
            <a:avLst/>
          </a:prstGeom>
          <a:gradFill>
            <a:gsLst>
              <a:gs pos="0">
                <a:srgbClr val="2B4953"/>
              </a:gs>
              <a:gs pos="50000">
                <a:srgbClr val="183944"/>
              </a:gs>
              <a:gs pos="100000">
                <a:srgbClr val="062935"/>
              </a:gs>
            </a:gsLst>
            <a:lin ang="5400000"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12" name="AutoShape 23">
            <a:extLst>
              <a:ext uri="{FF2B5EF4-FFF2-40B4-BE49-F238E27FC236}">
                <a16:creationId xmlns:a16="http://schemas.microsoft.com/office/drawing/2014/main" id="{667D0180-95C8-4300-BB60-3F67F955309D}"/>
              </a:ext>
            </a:extLst>
          </p:cNvPr>
          <p:cNvSpPr>
            <a:spLocks noChangeArrowheads="1"/>
          </p:cNvSpPr>
          <p:nvPr/>
        </p:nvSpPr>
        <p:spPr bwMode="auto">
          <a:xfrm>
            <a:off x="4336520" y="3682398"/>
            <a:ext cx="3556248" cy="681038"/>
          </a:xfrm>
          <a:prstGeom prst="roundRect">
            <a:avLst/>
          </a:prstGeom>
          <a:noFill/>
          <a:ln w="9525">
            <a:noFill/>
            <a:round/>
            <a:headEnd/>
            <a:tailEnd/>
          </a:ln>
        </p:spPr>
        <p:txBody>
          <a:bodyPr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sz="4000" b="0" i="0" u="none" strike="noStrike" kern="1200" cap="none" spc="0" normalizeH="0" baseline="0" noProof="0">
                <a:ln>
                  <a:noFill/>
                </a:ln>
                <a:solidFill>
                  <a:srgbClr val="FFFFFF"/>
                </a:solidFill>
                <a:effectLst/>
                <a:uLnTx/>
                <a:uFillTx/>
                <a:latin typeface="Graphik Bold" panose="020B0803030202060203" pitchFamily="34" charset="0"/>
                <a:ea typeface="ＭＳ Ｐゴシック"/>
                <a:cs typeface="Arial" pitchFamily="34" charset="0"/>
              </a:rPr>
              <a:t>Sizable</a:t>
            </a:r>
            <a:endParaRPr kumimoji="0" lang="en-US" sz="4000" b="0" i="0" u="none" strike="noStrike" kern="1200" cap="none" spc="0" normalizeH="0" baseline="0" noProof="0">
              <a:ln>
                <a:noFill/>
              </a:ln>
              <a:solidFill>
                <a:srgbClr val="FFFFFF"/>
              </a:solidFill>
              <a:effectLst/>
              <a:uLnTx/>
              <a:uFillTx/>
              <a:latin typeface="Graphik Regular" panose="020B0503030202060203" pitchFamily="34" charset="0"/>
              <a:ea typeface="ＭＳ Ｐゴシック"/>
              <a:cs typeface="Arial" pitchFamily="34" charset="0"/>
            </a:endParaRPr>
          </a:p>
        </p:txBody>
      </p:sp>
      <p:sp>
        <p:nvSpPr>
          <p:cNvPr id="16" name="AutoShape 23">
            <a:extLst>
              <a:ext uri="{FF2B5EF4-FFF2-40B4-BE49-F238E27FC236}">
                <a16:creationId xmlns:a16="http://schemas.microsoft.com/office/drawing/2014/main" id="{5B46BE4C-4473-452C-B790-7CDFB538ABEF}"/>
              </a:ext>
            </a:extLst>
          </p:cNvPr>
          <p:cNvSpPr>
            <a:spLocks noChangeArrowheads="1"/>
          </p:cNvSpPr>
          <p:nvPr/>
        </p:nvSpPr>
        <p:spPr bwMode="auto">
          <a:xfrm>
            <a:off x="4336520" y="4456377"/>
            <a:ext cx="3556248" cy="276999"/>
          </a:xfrm>
          <a:prstGeom prst="rect">
            <a:avLst/>
          </a:prstGeom>
          <a:noFill/>
          <a:ln w="9525">
            <a:noFill/>
            <a:round/>
            <a:headEnd/>
            <a:tailEnd/>
          </a:ln>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sz="1800" b="0" i="0" u="none" strike="noStrike" kern="1200" cap="none" spc="0" normalizeH="0" baseline="0" noProof="0">
                <a:ln>
                  <a:noFill/>
                </a:ln>
                <a:solidFill>
                  <a:srgbClr val="FFFFFF"/>
                </a:solidFill>
                <a:effectLst/>
                <a:uLnTx/>
                <a:uFillTx/>
                <a:latin typeface="GSK Precision Light"/>
                <a:ea typeface="ＭＳ Ｐゴシック"/>
                <a:cs typeface="Arial" pitchFamily="34" charset="0"/>
              </a:rPr>
              <a:t>Must be worth solving </a:t>
            </a:r>
          </a:p>
        </p:txBody>
      </p:sp>
      <p:pic>
        <p:nvPicPr>
          <p:cNvPr id="5" name="Graphic 4">
            <a:extLst>
              <a:ext uri="{FF2B5EF4-FFF2-40B4-BE49-F238E27FC236}">
                <a16:creationId xmlns:a16="http://schemas.microsoft.com/office/drawing/2014/main" id="{11B0CE07-5C2A-4404-DF55-C21ABA53A090}"/>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76810" y="2736050"/>
            <a:ext cx="875668" cy="875668"/>
          </a:xfrm>
          <a:prstGeom prst="rect">
            <a:avLst/>
          </a:prstGeom>
        </p:spPr>
      </p:pic>
      <p:sp>
        <p:nvSpPr>
          <p:cNvPr id="4" name="Rectangle: Top Corners Rounded 14">
            <a:extLst>
              <a:ext uri="{FF2B5EF4-FFF2-40B4-BE49-F238E27FC236}">
                <a16:creationId xmlns:a16="http://schemas.microsoft.com/office/drawing/2014/main" id="{7FB65DEF-B127-655C-8B50-ABA791FEA8D6}"/>
              </a:ext>
            </a:extLst>
          </p:cNvPr>
          <p:cNvSpPr/>
          <p:nvPr/>
        </p:nvSpPr>
        <p:spPr>
          <a:xfrm>
            <a:off x="471976" y="2002760"/>
            <a:ext cx="3383280" cy="3383280"/>
          </a:xfrm>
          <a:prstGeom prst="roundRect">
            <a:avLst/>
          </a:prstGeom>
          <a:gradFill>
            <a:gsLst>
              <a:gs pos="0">
                <a:srgbClr val="448DA6"/>
              </a:gs>
              <a:gs pos="50000">
                <a:srgbClr val="257A97"/>
              </a:gs>
              <a:gs pos="100000">
                <a:srgbClr val="066788"/>
              </a:gs>
            </a:gsLst>
            <a:lin ang="5400000"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11" name="AutoShape 23">
            <a:extLst>
              <a:ext uri="{FF2B5EF4-FFF2-40B4-BE49-F238E27FC236}">
                <a16:creationId xmlns:a16="http://schemas.microsoft.com/office/drawing/2014/main" id="{AAA715F8-4BF0-49E2-9D8D-CE51FBDE88DB}"/>
              </a:ext>
            </a:extLst>
          </p:cNvPr>
          <p:cNvSpPr>
            <a:spLocks noChangeArrowheads="1"/>
          </p:cNvSpPr>
          <p:nvPr/>
        </p:nvSpPr>
        <p:spPr bwMode="auto">
          <a:xfrm>
            <a:off x="385492" y="3682398"/>
            <a:ext cx="3556248" cy="681038"/>
          </a:xfrm>
          <a:prstGeom prst="roundRect">
            <a:avLst/>
          </a:prstGeom>
          <a:noFill/>
          <a:ln w="9525">
            <a:noFill/>
            <a:round/>
            <a:headEnd/>
            <a:tailEnd/>
          </a:ln>
        </p:spPr>
        <p:txBody>
          <a:bodyPr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sz="4000" b="0" i="0" u="none" strike="noStrike" kern="1200" cap="none" spc="0" normalizeH="0" baseline="0" noProof="0">
                <a:ln>
                  <a:noFill/>
                </a:ln>
                <a:solidFill>
                  <a:srgbClr val="FFFFFF"/>
                </a:solidFill>
                <a:effectLst/>
                <a:uLnTx/>
                <a:uFillTx/>
                <a:latin typeface="Graphik Bold" panose="020B0803030202060203" pitchFamily="34" charset="0"/>
                <a:ea typeface="ＭＳ Ｐゴシック"/>
                <a:cs typeface="Arial" pitchFamily="34" charset="0"/>
              </a:rPr>
              <a:t>Surprising</a:t>
            </a:r>
            <a:endParaRPr kumimoji="0" lang="en-US" sz="4000" b="0" i="0" u="none" strike="noStrike" kern="1200" cap="none" spc="0" normalizeH="0" baseline="0" noProof="0">
              <a:ln>
                <a:noFill/>
              </a:ln>
              <a:solidFill>
                <a:srgbClr val="FFFFFF"/>
              </a:solidFill>
              <a:effectLst/>
              <a:uLnTx/>
              <a:uFillTx/>
              <a:latin typeface="Graphik Regular" panose="020B0503030202060203" pitchFamily="34" charset="0"/>
              <a:ea typeface="ＭＳ Ｐゴシック"/>
              <a:cs typeface="Arial" pitchFamily="34" charset="0"/>
            </a:endParaRPr>
          </a:p>
        </p:txBody>
      </p:sp>
      <p:sp>
        <p:nvSpPr>
          <p:cNvPr id="15" name="AutoShape 23">
            <a:extLst>
              <a:ext uri="{FF2B5EF4-FFF2-40B4-BE49-F238E27FC236}">
                <a16:creationId xmlns:a16="http://schemas.microsoft.com/office/drawing/2014/main" id="{E57D4ABB-3C94-4B0F-9AE8-0613B82F1E6B}"/>
              </a:ext>
            </a:extLst>
          </p:cNvPr>
          <p:cNvSpPr>
            <a:spLocks noChangeArrowheads="1"/>
          </p:cNvSpPr>
          <p:nvPr/>
        </p:nvSpPr>
        <p:spPr bwMode="auto">
          <a:xfrm>
            <a:off x="385492" y="4456377"/>
            <a:ext cx="3556248" cy="276999"/>
          </a:xfrm>
          <a:prstGeom prst="rect">
            <a:avLst/>
          </a:prstGeom>
          <a:noFill/>
          <a:ln w="9525">
            <a:noFill/>
            <a:round/>
            <a:headEnd/>
            <a:tailEnd/>
          </a:ln>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sz="1800" b="0" i="0" u="none" strike="noStrike" kern="1200" cap="none" spc="0" normalizeH="0" baseline="0" noProof="0">
                <a:ln>
                  <a:noFill/>
                </a:ln>
                <a:solidFill>
                  <a:srgbClr val="FFFFFF"/>
                </a:solidFill>
                <a:effectLst/>
                <a:uLnTx/>
                <a:uFillTx/>
                <a:latin typeface="GSK Precision Light"/>
                <a:ea typeface="ＭＳ Ｐゴシック"/>
                <a:cs typeface="Arial" pitchFamily="34" charset="0"/>
              </a:rPr>
              <a:t>Must be unexpected</a:t>
            </a:r>
          </a:p>
        </p:txBody>
      </p:sp>
      <p:pic>
        <p:nvPicPr>
          <p:cNvPr id="7" name="Graphic 6">
            <a:extLst>
              <a:ext uri="{FF2B5EF4-FFF2-40B4-BE49-F238E27FC236}">
                <a16:creationId xmlns:a16="http://schemas.microsoft.com/office/drawing/2014/main" id="{F81140FE-9EB4-75C1-4DBE-F584A26B4F4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725782" y="2736050"/>
            <a:ext cx="875668" cy="875668"/>
          </a:xfrm>
          <a:prstGeom prst="rect">
            <a:avLst/>
          </a:prstGeom>
        </p:spPr>
      </p:pic>
      <p:sp>
        <p:nvSpPr>
          <p:cNvPr id="22" name="Rectangle: Top Corners Rounded 14">
            <a:extLst>
              <a:ext uri="{FF2B5EF4-FFF2-40B4-BE49-F238E27FC236}">
                <a16:creationId xmlns:a16="http://schemas.microsoft.com/office/drawing/2014/main" id="{1B1B279F-A4CD-EAED-B279-20484652D0B6}"/>
              </a:ext>
            </a:extLst>
          </p:cNvPr>
          <p:cNvSpPr/>
          <p:nvPr/>
        </p:nvSpPr>
        <p:spPr>
          <a:xfrm>
            <a:off x="8374032" y="2002760"/>
            <a:ext cx="3383280" cy="3383280"/>
          </a:xfrm>
          <a:prstGeom prst="roundRect">
            <a:avLst/>
          </a:prstGeom>
          <a:gradFill>
            <a:gsLst>
              <a:gs pos="0">
                <a:srgbClr val="A5336D"/>
              </a:gs>
              <a:gs pos="50000">
                <a:srgbClr val="99195B"/>
              </a:gs>
              <a:gs pos="100000">
                <a:srgbClr val="8E0049"/>
              </a:gs>
            </a:gsLst>
            <a:lin ang="5400000"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13" name="AutoShape 23">
            <a:extLst>
              <a:ext uri="{FF2B5EF4-FFF2-40B4-BE49-F238E27FC236}">
                <a16:creationId xmlns:a16="http://schemas.microsoft.com/office/drawing/2014/main" id="{084E54F6-8BF9-4F8A-8F05-C616FD02ED4D}"/>
              </a:ext>
            </a:extLst>
          </p:cNvPr>
          <p:cNvSpPr>
            <a:spLocks noChangeArrowheads="1"/>
          </p:cNvSpPr>
          <p:nvPr/>
        </p:nvSpPr>
        <p:spPr bwMode="auto">
          <a:xfrm>
            <a:off x="8287548" y="3682398"/>
            <a:ext cx="3556248" cy="681038"/>
          </a:xfrm>
          <a:prstGeom prst="roundRect">
            <a:avLst/>
          </a:prstGeom>
          <a:noFill/>
          <a:ln w="9525">
            <a:noFill/>
            <a:round/>
            <a:headEnd/>
            <a:tailEnd/>
          </a:ln>
        </p:spPr>
        <p:txBody>
          <a:bodyPr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sz="4000" b="0" i="0" u="none" strike="noStrike" kern="1200" cap="none" spc="0" normalizeH="0" baseline="0" noProof="0">
                <a:ln>
                  <a:noFill/>
                </a:ln>
                <a:solidFill>
                  <a:srgbClr val="FFFFFF"/>
                </a:solidFill>
                <a:effectLst/>
                <a:uLnTx/>
                <a:uFillTx/>
                <a:latin typeface="Graphik Bold" panose="020B0803030202060203" pitchFamily="34" charset="0"/>
                <a:ea typeface="ＭＳ Ｐゴシック"/>
                <a:cs typeface="Arial" pitchFamily="34" charset="0"/>
              </a:rPr>
              <a:t>Solvable</a:t>
            </a:r>
            <a:endParaRPr kumimoji="0" lang="en-US" sz="4000" b="0" i="0" u="none" strike="noStrike" kern="1200" cap="none" spc="0" normalizeH="0" baseline="0" noProof="0">
              <a:ln>
                <a:noFill/>
              </a:ln>
              <a:solidFill>
                <a:srgbClr val="FFFFFF"/>
              </a:solidFill>
              <a:effectLst/>
              <a:uLnTx/>
              <a:uFillTx/>
              <a:latin typeface="Graphik Regular" panose="020B0503030202060203" pitchFamily="34" charset="0"/>
              <a:ea typeface="ＭＳ Ｐゴシック"/>
              <a:cs typeface="Arial" pitchFamily="34" charset="0"/>
            </a:endParaRPr>
          </a:p>
        </p:txBody>
      </p:sp>
      <p:sp>
        <p:nvSpPr>
          <p:cNvPr id="17" name="AutoShape 23">
            <a:extLst>
              <a:ext uri="{FF2B5EF4-FFF2-40B4-BE49-F238E27FC236}">
                <a16:creationId xmlns:a16="http://schemas.microsoft.com/office/drawing/2014/main" id="{EF65ADF8-C24A-4DC1-AF01-73D82CC80CD3}"/>
              </a:ext>
            </a:extLst>
          </p:cNvPr>
          <p:cNvSpPr>
            <a:spLocks noChangeArrowheads="1"/>
          </p:cNvSpPr>
          <p:nvPr/>
        </p:nvSpPr>
        <p:spPr bwMode="auto">
          <a:xfrm>
            <a:off x="8287548" y="4456377"/>
            <a:ext cx="3556248" cy="553998"/>
          </a:xfrm>
          <a:prstGeom prst="rect">
            <a:avLst/>
          </a:prstGeom>
          <a:noFill/>
          <a:ln w="9525">
            <a:noFill/>
            <a:round/>
            <a:headEnd/>
            <a:tailEnd/>
          </a:ln>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sz="1800" b="0" i="0" u="none" strike="noStrike" kern="1200" cap="none" spc="0" normalizeH="0" baseline="0" noProof="0">
                <a:ln>
                  <a:noFill/>
                </a:ln>
                <a:solidFill>
                  <a:srgbClr val="FFFFFF"/>
                </a:solidFill>
                <a:effectLst/>
                <a:uLnTx/>
                <a:uFillTx/>
                <a:latin typeface="GSK Precision Light"/>
                <a:ea typeface="ＭＳ Ｐゴシック"/>
                <a:cs typeface="Arial" pitchFamily="34" charset="0"/>
              </a:rPr>
              <a:t>Must eventually </a:t>
            </a:r>
            <a:br>
              <a:rPr kumimoji="0" lang="en-US" sz="1800" b="0" i="0" u="none" strike="noStrike" kern="1200" cap="none" spc="0" normalizeH="0" baseline="0" noProof="0">
                <a:ln>
                  <a:noFill/>
                </a:ln>
                <a:solidFill>
                  <a:srgbClr val="FFFFFF"/>
                </a:solidFill>
                <a:effectLst/>
                <a:uLnTx/>
                <a:uFillTx/>
                <a:latin typeface="GSK Precision Light"/>
                <a:ea typeface="ＭＳ Ｐゴシック"/>
                <a:cs typeface="Arial" pitchFamily="34" charset="0"/>
              </a:rPr>
            </a:br>
            <a:r>
              <a:rPr kumimoji="0" lang="en-US" sz="1800" b="0" i="0" u="none" strike="noStrike" kern="1200" cap="none" spc="0" normalizeH="0" baseline="0" noProof="0">
                <a:ln>
                  <a:noFill/>
                </a:ln>
                <a:solidFill>
                  <a:srgbClr val="FFFFFF"/>
                </a:solidFill>
                <a:effectLst/>
                <a:uLnTx/>
                <a:uFillTx/>
                <a:latin typeface="GSK Precision Light"/>
                <a:ea typeface="ＭＳ Ｐゴシック"/>
                <a:cs typeface="Arial" pitchFamily="34" charset="0"/>
              </a:rPr>
              <a:t>lead back to you</a:t>
            </a:r>
          </a:p>
        </p:txBody>
      </p:sp>
      <p:grpSp>
        <p:nvGrpSpPr>
          <p:cNvPr id="49" name="Group 48">
            <a:extLst>
              <a:ext uri="{FF2B5EF4-FFF2-40B4-BE49-F238E27FC236}">
                <a16:creationId xmlns:a16="http://schemas.microsoft.com/office/drawing/2014/main" id="{007DFFDA-1FC3-1636-C692-BEA1ACABE9B9}"/>
              </a:ext>
            </a:extLst>
          </p:cNvPr>
          <p:cNvGrpSpPr/>
          <p:nvPr/>
        </p:nvGrpSpPr>
        <p:grpSpPr>
          <a:xfrm>
            <a:off x="9764141" y="2287387"/>
            <a:ext cx="1421060" cy="1324332"/>
            <a:chOff x="9764141" y="2638651"/>
            <a:chExt cx="1421060" cy="1324332"/>
          </a:xfrm>
        </p:grpSpPr>
        <p:pic>
          <p:nvPicPr>
            <p:cNvPr id="37" name="Graphic 36">
              <a:extLst>
                <a:ext uri="{FF2B5EF4-FFF2-40B4-BE49-F238E27FC236}">
                  <a16:creationId xmlns:a16="http://schemas.microsoft.com/office/drawing/2014/main" id="{51B2E345-7E2D-63E4-57A6-78C86E45213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274322" y="2638651"/>
              <a:ext cx="910879" cy="560541"/>
            </a:xfrm>
            <a:prstGeom prst="rect">
              <a:avLst/>
            </a:prstGeom>
          </p:spPr>
        </p:pic>
        <p:grpSp>
          <p:nvGrpSpPr>
            <p:cNvPr id="38" name="Graphic 5">
              <a:extLst>
                <a:ext uri="{FF2B5EF4-FFF2-40B4-BE49-F238E27FC236}">
                  <a16:creationId xmlns:a16="http://schemas.microsoft.com/office/drawing/2014/main" id="{47209E72-9235-1732-8635-30B446336620}"/>
                </a:ext>
              </a:extLst>
            </p:cNvPr>
            <p:cNvGrpSpPr/>
            <p:nvPr/>
          </p:nvGrpSpPr>
          <p:grpSpPr>
            <a:xfrm>
              <a:off x="9764141" y="3188623"/>
              <a:ext cx="642622" cy="774360"/>
              <a:chOff x="9744159" y="3188623"/>
              <a:chExt cx="642622" cy="774360"/>
            </a:xfrm>
            <a:noFill/>
          </p:grpSpPr>
          <p:sp>
            <p:nvSpPr>
              <p:cNvPr id="39" name="Freeform: Shape 38">
                <a:extLst>
                  <a:ext uri="{FF2B5EF4-FFF2-40B4-BE49-F238E27FC236}">
                    <a16:creationId xmlns:a16="http://schemas.microsoft.com/office/drawing/2014/main" id="{68620AFB-E846-C6A9-D737-A8CB9325E3F0}"/>
                  </a:ext>
                </a:extLst>
              </p:cNvPr>
              <p:cNvSpPr/>
              <p:nvPr/>
            </p:nvSpPr>
            <p:spPr>
              <a:xfrm flipV="1">
                <a:off x="9888749" y="3188623"/>
                <a:ext cx="353442" cy="208852"/>
              </a:xfrm>
              <a:custGeom>
                <a:avLst/>
                <a:gdLst>
                  <a:gd name="connsiteX0" fmla="*/ 353894 w 353442"/>
                  <a:gd name="connsiteY0" fmla="*/ 42 h 208852"/>
                  <a:gd name="connsiteX1" fmla="*/ 353894 w 353442"/>
                  <a:gd name="connsiteY1" fmla="*/ 96435 h 208852"/>
                  <a:gd name="connsiteX2" fmla="*/ 241435 w 353442"/>
                  <a:gd name="connsiteY2" fmla="*/ 208894 h 208852"/>
                  <a:gd name="connsiteX3" fmla="*/ 186902 w 353442"/>
                  <a:gd name="connsiteY3" fmla="*/ 208894 h 208852"/>
                  <a:gd name="connsiteX4" fmla="*/ 96845 w 353442"/>
                  <a:gd name="connsiteY4" fmla="*/ 160697 h 208852"/>
                  <a:gd name="connsiteX5" fmla="*/ 80779 w 353442"/>
                  <a:gd name="connsiteY5" fmla="*/ 160697 h 208852"/>
                  <a:gd name="connsiteX6" fmla="*/ 451 w 353442"/>
                  <a:gd name="connsiteY6" fmla="*/ 80369 h 208852"/>
                  <a:gd name="connsiteX7" fmla="*/ 451 w 353442"/>
                  <a:gd name="connsiteY7" fmla="*/ 42 h 208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442" h="208852">
                    <a:moveTo>
                      <a:pt x="353894" y="42"/>
                    </a:moveTo>
                    <a:lnTo>
                      <a:pt x="353894" y="96435"/>
                    </a:lnTo>
                    <a:cubicBezTo>
                      <a:pt x="353894" y="158544"/>
                      <a:pt x="303544" y="208894"/>
                      <a:pt x="241435" y="208894"/>
                    </a:cubicBezTo>
                    <a:lnTo>
                      <a:pt x="186902" y="208894"/>
                    </a:lnTo>
                    <a:cubicBezTo>
                      <a:pt x="150712" y="208894"/>
                      <a:pt x="116919" y="190807"/>
                      <a:pt x="96845" y="160697"/>
                    </a:cubicBezTo>
                    <a:lnTo>
                      <a:pt x="80779" y="160697"/>
                    </a:lnTo>
                    <a:cubicBezTo>
                      <a:pt x="36416" y="160697"/>
                      <a:pt x="451" y="124733"/>
                      <a:pt x="451" y="80369"/>
                    </a:cubicBezTo>
                    <a:lnTo>
                      <a:pt x="451" y="42"/>
                    </a:lnTo>
                  </a:path>
                </a:pathLst>
              </a:custGeom>
              <a:noFill/>
              <a:ln w="47973"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40" name="Freeform: Shape 39">
                <a:extLst>
                  <a:ext uri="{FF2B5EF4-FFF2-40B4-BE49-F238E27FC236}">
                    <a16:creationId xmlns:a16="http://schemas.microsoft.com/office/drawing/2014/main" id="{DDC5F5FC-1485-DB67-4574-7999E113A9C4}"/>
                  </a:ext>
                </a:extLst>
              </p:cNvPr>
              <p:cNvSpPr/>
              <p:nvPr/>
            </p:nvSpPr>
            <p:spPr>
              <a:xfrm flipV="1">
                <a:off x="9744159" y="3702721"/>
                <a:ext cx="642622" cy="260261"/>
              </a:xfrm>
              <a:custGeom>
                <a:avLst/>
                <a:gdLst>
                  <a:gd name="connsiteX0" fmla="*/ 225199 w 642622"/>
                  <a:gd name="connsiteY0" fmla="*/ 260898 h 260261"/>
                  <a:gd name="connsiteX1" fmla="*/ 160937 w 642622"/>
                  <a:gd name="connsiteY1" fmla="*/ 260898 h 260261"/>
                  <a:gd name="connsiteX2" fmla="*/ 281 w 642622"/>
                  <a:gd name="connsiteY2" fmla="*/ 100242 h 260261"/>
                  <a:gd name="connsiteX3" fmla="*/ 281 w 642622"/>
                  <a:gd name="connsiteY3" fmla="*/ 636 h 260261"/>
                  <a:gd name="connsiteX4" fmla="*/ 642903 w 642622"/>
                  <a:gd name="connsiteY4" fmla="*/ 636 h 260261"/>
                  <a:gd name="connsiteX5" fmla="*/ 642903 w 642622"/>
                  <a:gd name="connsiteY5" fmla="*/ 100242 h 260261"/>
                  <a:gd name="connsiteX6" fmla="*/ 482248 w 642622"/>
                  <a:gd name="connsiteY6" fmla="*/ 260898 h 260261"/>
                  <a:gd name="connsiteX7" fmla="*/ 417986 w 642622"/>
                  <a:gd name="connsiteY7" fmla="*/ 260898 h 260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2622" h="260261">
                    <a:moveTo>
                      <a:pt x="225199" y="260898"/>
                    </a:moveTo>
                    <a:lnTo>
                      <a:pt x="160937" y="260898"/>
                    </a:lnTo>
                    <a:cubicBezTo>
                      <a:pt x="72208" y="260898"/>
                      <a:pt x="281" y="188971"/>
                      <a:pt x="281" y="100242"/>
                    </a:cubicBezTo>
                    <a:lnTo>
                      <a:pt x="281" y="636"/>
                    </a:lnTo>
                    <a:lnTo>
                      <a:pt x="642903" y="636"/>
                    </a:lnTo>
                    <a:lnTo>
                      <a:pt x="642903" y="100242"/>
                    </a:lnTo>
                    <a:cubicBezTo>
                      <a:pt x="642903" y="188971"/>
                      <a:pt x="570976" y="260898"/>
                      <a:pt x="482248" y="260898"/>
                    </a:cubicBezTo>
                    <a:lnTo>
                      <a:pt x="417986" y="260898"/>
                    </a:lnTo>
                  </a:path>
                </a:pathLst>
              </a:custGeom>
              <a:noFill/>
              <a:ln w="47973"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41" name="Freeform: Shape 40">
                <a:extLst>
                  <a:ext uri="{FF2B5EF4-FFF2-40B4-BE49-F238E27FC236}">
                    <a16:creationId xmlns:a16="http://schemas.microsoft.com/office/drawing/2014/main" id="{493F2B75-CA39-3736-2EAD-FEDFF1E5E399}"/>
                  </a:ext>
                </a:extLst>
              </p:cNvPr>
              <p:cNvSpPr/>
              <p:nvPr/>
            </p:nvSpPr>
            <p:spPr>
              <a:xfrm flipV="1">
                <a:off x="9953011" y="3639317"/>
                <a:ext cx="224917" cy="175863"/>
              </a:xfrm>
              <a:custGeom>
                <a:avLst/>
                <a:gdLst>
                  <a:gd name="connsiteX0" fmla="*/ 48498 w 224917"/>
                  <a:gd name="connsiteY0" fmla="*/ 176385 h 175863"/>
                  <a:gd name="connsiteX1" fmla="*/ 48498 w 224917"/>
                  <a:gd name="connsiteY1" fmla="*/ 112981 h 175863"/>
                  <a:gd name="connsiteX2" fmla="*/ 301 w 224917"/>
                  <a:gd name="connsiteY2" fmla="*/ 112981 h 175863"/>
                  <a:gd name="connsiteX3" fmla="*/ 112760 w 224917"/>
                  <a:gd name="connsiteY3" fmla="*/ 522 h 175863"/>
                  <a:gd name="connsiteX4" fmla="*/ 225219 w 224917"/>
                  <a:gd name="connsiteY4" fmla="*/ 112981 h 175863"/>
                  <a:gd name="connsiteX5" fmla="*/ 177022 w 224917"/>
                  <a:gd name="connsiteY5" fmla="*/ 112981 h 175863"/>
                  <a:gd name="connsiteX6" fmla="*/ 177022 w 224917"/>
                  <a:gd name="connsiteY6" fmla="*/ 176385 h 175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4917" h="175863">
                    <a:moveTo>
                      <a:pt x="48498" y="176385"/>
                    </a:moveTo>
                    <a:lnTo>
                      <a:pt x="48498" y="112981"/>
                    </a:lnTo>
                    <a:lnTo>
                      <a:pt x="301" y="112981"/>
                    </a:lnTo>
                    <a:cubicBezTo>
                      <a:pt x="301" y="50873"/>
                      <a:pt x="50651" y="522"/>
                      <a:pt x="112760" y="522"/>
                    </a:cubicBezTo>
                    <a:cubicBezTo>
                      <a:pt x="174870" y="522"/>
                      <a:pt x="225219" y="50873"/>
                      <a:pt x="225219" y="112981"/>
                    </a:cubicBezTo>
                    <a:lnTo>
                      <a:pt x="177022" y="112981"/>
                    </a:lnTo>
                    <a:lnTo>
                      <a:pt x="177022" y="176385"/>
                    </a:lnTo>
                  </a:path>
                </a:pathLst>
              </a:custGeom>
              <a:noFill/>
              <a:ln w="47973"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42" name="Freeform: Shape 41">
                <a:extLst>
                  <a:ext uri="{FF2B5EF4-FFF2-40B4-BE49-F238E27FC236}">
                    <a16:creationId xmlns:a16="http://schemas.microsoft.com/office/drawing/2014/main" id="{8877D2E9-964F-6EC7-2B83-DBF84ECB93F8}"/>
                  </a:ext>
                </a:extLst>
              </p:cNvPr>
              <p:cNvSpPr/>
              <p:nvPr/>
            </p:nvSpPr>
            <p:spPr>
              <a:xfrm flipV="1">
                <a:off x="10210060" y="3397475"/>
                <a:ext cx="80327" cy="96393"/>
              </a:xfrm>
              <a:custGeom>
                <a:avLst/>
                <a:gdLst>
                  <a:gd name="connsiteX0" fmla="*/ 32621 w 80327"/>
                  <a:gd name="connsiteY0" fmla="*/ 203 h 96393"/>
                  <a:gd name="connsiteX1" fmla="*/ 490 w 80327"/>
                  <a:gd name="connsiteY1" fmla="*/ 203 h 96393"/>
                  <a:gd name="connsiteX2" fmla="*/ 490 w 80327"/>
                  <a:gd name="connsiteY2" fmla="*/ 96597 h 96393"/>
                  <a:gd name="connsiteX3" fmla="*/ 32621 w 80327"/>
                  <a:gd name="connsiteY3" fmla="*/ 96597 h 96393"/>
                  <a:gd name="connsiteX4" fmla="*/ 80817 w 80327"/>
                  <a:gd name="connsiteY4" fmla="*/ 48400 h 96393"/>
                  <a:gd name="connsiteX5" fmla="*/ 32621 w 80327"/>
                  <a:gd name="connsiteY5" fmla="*/ 203 h 9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327" h="96393">
                    <a:moveTo>
                      <a:pt x="32621" y="203"/>
                    </a:moveTo>
                    <a:lnTo>
                      <a:pt x="490" y="203"/>
                    </a:lnTo>
                    <a:lnTo>
                      <a:pt x="490" y="96597"/>
                    </a:lnTo>
                    <a:lnTo>
                      <a:pt x="32621" y="96597"/>
                    </a:lnTo>
                    <a:cubicBezTo>
                      <a:pt x="59238" y="96597"/>
                      <a:pt x="80817" y="75017"/>
                      <a:pt x="80817" y="48400"/>
                    </a:cubicBezTo>
                    <a:cubicBezTo>
                      <a:pt x="80817" y="21783"/>
                      <a:pt x="59238" y="203"/>
                      <a:pt x="32621" y="203"/>
                    </a:cubicBezTo>
                    <a:close/>
                  </a:path>
                </a:pathLst>
              </a:custGeom>
              <a:noFill/>
              <a:ln w="47973"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43" name="Freeform: Shape 42">
                <a:extLst>
                  <a:ext uri="{FF2B5EF4-FFF2-40B4-BE49-F238E27FC236}">
                    <a16:creationId xmlns:a16="http://schemas.microsoft.com/office/drawing/2014/main" id="{DD598EBC-F2DE-2DDE-DEC4-C6DAFEA62CA4}"/>
                  </a:ext>
                </a:extLst>
              </p:cNvPr>
              <p:cNvSpPr/>
              <p:nvPr/>
            </p:nvSpPr>
            <p:spPr>
              <a:xfrm flipV="1">
                <a:off x="9840552" y="3397475"/>
                <a:ext cx="80327" cy="96393"/>
              </a:xfrm>
              <a:custGeom>
                <a:avLst/>
                <a:gdLst>
                  <a:gd name="connsiteX0" fmla="*/ 48390 w 80327"/>
                  <a:gd name="connsiteY0" fmla="*/ 203 h 96393"/>
                  <a:gd name="connsiteX1" fmla="*/ 80521 w 80327"/>
                  <a:gd name="connsiteY1" fmla="*/ 203 h 96393"/>
                  <a:gd name="connsiteX2" fmla="*/ 80521 w 80327"/>
                  <a:gd name="connsiteY2" fmla="*/ 96597 h 96393"/>
                  <a:gd name="connsiteX3" fmla="*/ 48390 w 80327"/>
                  <a:gd name="connsiteY3" fmla="*/ 96597 h 96393"/>
                  <a:gd name="connsiteX4" fmla="*/ 193 w 80327"/>
                  <a:gd name="connsiteY4" fmla="*/ 48400 h 96393"/>
                  <a:gd name="connsiteX5" fmla="*/ 48390 w 80327"/>
                  <a:gd name="connsiteY5" fmla="*/ 203 h 9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327" h="96393">
                    <a:moveTo>
                      <a:pt x="48390" y="203"/>
                    </a:moveTo>
                    <a:lnTo>
                      <a:pt x="80521" y="203"/>
                    </a:lnTo>
                    <a:lnTo>
                      <a:pt x="80521" y="96597"/>
                    </a:lnTo>
                    <a:lnTo>
                      <a:pt x="48390" y="96597"/>
                    </a:lnTo>
                    <a:cubicBezTo>
                      <a:pt x="21772" y="96597"/>
                      <a:pt x="193" y="75017"/>
                      <a:pt x="193" y="48400"/>
                    </a:cubicBezTo>
                    <a:cubicBezTo>
                      <a:pt x="193" y="21783"/>
                      <a:pt x="21772" y="203"/>
                      <a:pt x="48390" y="203"/>
                    </a:cubicBezTo>
                    <a:close/>
                  </a:path>
                </a:pathLst>
              </a:custGeom>
              <a:noFill/>
              <a:ln w="47973"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44" name="Freeform: Shape 43">
                <a:extLst>
                  <a:ext uri="{FF2B5EF4-FFF2-40B4-BE49-F238E27FC236}">
                    <a16:creationId xmlns:a16="http://schemas.microsoft.com/office/drawing/2014/main" id="{CD8375A8-9594-CA8A-FFF6-C1B2767F9C5E}"/>
                  </a:ext>
                </a:extLst>
              </p:cNvPr>
              <p:cNvSpPr/>
              <p:nvPr/>
            </p:nvSpPr>
            <p:spPr>
              <a:xfrm flipV="1">
                <a:off x="10065470" y="3815180"/>
                <a:ext cx="1204" cy="147803"/>
              </a:xfrm>
              <a:custGeom>
                <a:avLst/>
                <a:gdLst>
                  <a:gd name="connsiteX0" fmla="*/ 341 w 1204"/>
                  <a:gd name="connsiteY0" fmla="*/ 555 h 147803"/>
                  <a:gd name="connsiteX1" fmla="*/ 341 w 1204"/>
                  <a:gd name="connsiteY1" fmla="*/ 148358 h 147803"/>
                </a:gdLst>
                <a:ahLst/>
                <a:cxnLst>
                  <a:cxn ang="0">
                    <a:pos x="connsiteX0" y="connsiteY0"/>
                  </a:cxn>
                  <a:cxn ang="0">
                    <a:pos x="connsiteX1" y="connsiteY1"/>
                  </a:cxn>
                </a:cxnLst>
                <a:rect l="l" t="t" r="r" b="b"/>
                <a:pathLst>
                  <a:path w="1204" h="147803">
                    <a:moveTo>
                      <a:pt x="341" y="555"/>
                    </a:moveTo>
                    <a:lnTo>
                      <a:pt x="341" y="148358"/>
                    </a:lnTo>
                  </a:path>
                </a:pathLst>
              </a:custGeom>
              <a:noFill/>
              <a:ln w="47973"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45" name="Freeform: Shape 44">
                <a:extLst>
                  <a:ext uri="{FF2B5EF4-FFF2-40B4-BE49-F238E27FC236}">
                    <a16:creationId xmlns:a16="http://schemas.microsoft.com/office/drawing/2014/main" id="{3377655F-8E77-0EC4-8BBE-3DB14EA2B15F}"/>
                  </a:ext>
                </a:extLst>
              </p:cNvPr>
              <p:cNvSpPr/>
              <p:nvPr/>
            </p:nvSpPr>
            <p:spPr>
              <a:xfrm flipV="1">
                <a:off x="10274322" y="3863377"/>
                <a:ext cx="1204" cy="99606"/>
              </a:xfrm>
              <a:custGeom>
                <a:avLst/>
                <a:gdLst>
                  <a:gd name="connsiteX0" fmla="*/ 515 w 1204"/>
                  <a:gd name="connsiteY0" fmla="*/ 590 h 99606"/>
                  <a:gd name="connsiteX1" fmla="*/ 515 w 1204"/>
                  <a:gd name="connsiteY1" fmla="*/ 100197 h 99606"/>
                </a:gdLst>
                <a:ahLst/>
                <a:cxnLst>
                  <a:cxn ang="0">
                    <a:pos x="connsiteX0" y="connsiteY0"/>
                  </a:cxn>
                  <a:cxn ang="0">
                    <a:pos x="connsiteX1" y="connsiteY1"/>
                  </a:cxn>
                </a:cxnLst>
                <a:rect l="l" t="t" r="r" b="b"/>
                <a:pathLst>
                  <a:path w="1204" h="99606">
                    <a:moveTo>
                      <a:pt x="515" y="590"/>
                    </a:moveTo>
                    <a:lnTo>
                      <a:pt x="515" y="100197"/>
                    </a:lnTo>
                  </a:path>
                </a:pathLst>
              </a:custGeom>
              <a:noFill/>
              <a:ln w="47973"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46" name="Freeform: Shape 45">
                <a:extLst>
                  <a:ext uri="{FF2B5EF4-FFF2-40B4-BE49-F238E27FC236}">
                    <a16:creationId xmlns:a16="http://schemas.microsoft.com/office/drawing/2014/main" id="{17B4C5EE-3F0B-C05B-E08F-FF8B64542DA4}"/>
                  </a:ext>
                </a:extLst>
              </p:cNvPr>
              <p:cNvSpPr/>
              <p:nvPr/>
            </p:nvSpPr>
            <p:spPr>
              <a:xfrm flipV="1">
                <a:off x="9856617" y="3863377"/>
                <a:ext cx="1204" cy="99606"/>
              </a:xfrm>
              <a:custGeom>
                <a:avLst/>
                <a:gdLst>
                  <a:gd name="connsiteX0" fmla="*/ 168 w 1204"/>
                  <a:gd name="connsiteY0" fmla="*/ 590 h 99606"/>
                  <a:gd name="connsiteX1" fmla="*/ 168 w 1204"/>
                  <a:gd name="connsiteY1" fmla="*/ 100197 h 99606"/>
                </a:gdLst>
                <a:ahLst/>
                <a:cxnLst>
                  <a:cxn ang="0">
                    <a:pos x="connsiteX0" y="connsiteY0"/>
                  </a:cxn>
                  <a:cxn ang="0">
                    <a:pos x="connsiteX1" y="connsiteY1"/>
                  </a:cxn>
                </a:cxnLst>
                <a:rect l="l" t="t" r="r" b="b"/>
                <a:pathLst>
                  <a:path w="1204" h="99606">
                    <a:moveTo>
                      <a:pt x="168" y="590"/>
                    </a:moveTo>
                    <a:lnTo>
                      <a:pt x="168" y="100197"/>
                    </a:lnTo>
                  </a:path>
                </a:pathLst>
              </a:custGeom>
              <a:noFill/>
              <a:ln w="47973"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47" name="Freeform: Shape 46">
                <a:extLst>
                  <a:ext uri="{FF2B5EF4-FFF2-40B4-BE49-F238E27FC236}">
                    <a16:creationId xmlns:a16="http://schemas.microsoft.com/office/drawing/2014/main" id="{103733D8-F2CD-C9AE-DDB9-416EB43CC354}"/>
                  </a:ext>
                </a:extLst>
              </p:cNvPr>
              <p:cNvSpPr/>
              <p:nvPr/>
            </p:nvSpPr>
            <p:spPr>
              <a:xfrm flipV="1">
                <a:off x="9920880" y="3333213"/>
                <a:ext cx="289179" cy="321311"/>
              </a:xfrm>
              <a:custGeom>
                <a:avLst/>
                <a:gdLst>
                  <a:gd name="connsiteX0" fmla="*/ 289611 w 289179"/>
                  <a:gd name="connsiteY0" fmla="*/ 257382 h 321311"/>
                  <a:gd name="connsiteX1" fmla="*/ 283158 w 289179"/>
                  <a:gd name="connsiteY1" fmla="*/ 263836 h 321311"/>
                  <a:gd name="connsiteX2" fmla="*/ 184652 w 289179"/>
                  <a:gd name="connsiteY2" fmla="*/ 289361 h 321311"/>
                  <a:gd name="connsiteX3" fmla="*/ 96825 w 289179"/>
                  <a:gd name="connsiteY3" fmla="*/ 321644 h 321311"/>
                  <a:gd name="connsiteX4" fmla="*/ 93433 w 289179"/>
                  <a:gd name="connsiteY4" fmla="*/ 314860 h 321311"/>
                  <a:gd name="connsiteX5" fmla="*/ 431 w 289179"/>
                  <a:gd name="connsiteY5" fmla="*/ 257382 h 321311"/>
                  <a:gd name="connsiteX6" fmla="*/ 431 w 289179"/>
                  <a:gd name="connsiteY6" fmla="*/ 144923 h 321311"/>
                  <a:gd name="connsiteX7" fmla="*/ 145021 w 289179"/>
                  <a:gd name="connsiteY7" fmla="*/ 333 h 321311"/>
                  <a:gd name="connsiteX8" fmla="*/ 289611 w 289179"/>
                  <a:gd name="connsiteY8" fmla="*/ 144923 h 321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9179" h="321311">
                    <a:moveTo>
                      <a:pt x="289611" y="257382"/>
                    </a:moveTo>
                    <a:lnTo>
                      <a:pt x="283158" y="263836"/>
                    </a:lnTo>
                    <a:cubicBezTo>
                      <a:pt x="257393" y="289600"/>
                      <a:pt x="219688" y="299371"/>
                      <a:pt x="184652" y="289361"/>
                    </a:cubicBezTo>
                    <a:cubicBezTo>
                      <a:pt x="151472" y="279880"/>
                      <a:pt x="115967" y="292930"/>
                      <a:pt x="96825" y="321644"/>
                    </a:cubicBezTo>
                    <a:lnTo>
                      <a:pt x="93433" y="314860"/>
                    </a:lnTo>
                    <a:cubicBezTo>
                      <a:pt x="75819" y="279635"/>
                      <a:pt x="39816" y="257382"/>
                      <a:pt x="431" y="257382"/>
                    </a:cubicBezTo>
                    <a:lnTo>
                      <a:pt x="431" y="144923"/>
                    </a:lnTo>
                    <a:cubicBezTo>
                      <a:pt x="431" y="65068"/>
                      <a:pt x="65166" y="333"/>
                      <a:pt x="145021" y="333"/>
                    </a:cubicBezTo>
                    <a:cubicBezTo>
                      <a:pt x="224877" y="333"/>
                      <a:pt x="289611" y="65068"/>
                      <a:pt x="289611" y="144923"/>
                    </a:cubicBezTo>
                    <a:close/>
                  </a:path>
                </a:pathLst>
              </a:custGeom>
              <a:noFill/>
              <a:ln w="47973"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SK Precision Light"/>
                  <a:ea typeface="+mn-ea"/>
                  <a:cs typeface="Arial"/>
                </a:endParaRPr>
              </a:p>
            </p:txBody>
          </p:sp>
        </p:grpSp>
      </p:grpSp>
    </p:spTree>
    <p:custDataLst>
      <p:tags r:id="rId1"/>
    </p:custDataLst>
    <p:extLst>
      <p:ext uri="{BB962C8B-B14F-4D97-AF65-F5344CB8AC3E}">
        <p14:creationId xmlns:p14="http://schemas.microsoft.com/office/powerpoint/2010/main" val="34675608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B6B02366-F04B-49AF-2D05-92D7ADD98943}"/>
              </a:ext>
            </a:extLst>
          </p:cNvPr>
          <p:cNvSpPr>
            <a:spLocks noChangeArrowheads="1"/>
          </p:cNvSpPr>
          <p:nvPr/>
        </p:nvSpPr>
        <p:spPr bwMode="auto">
          <a:xfrm>
            <a:off x="419099" y="1119827"/>
            <a:ext cx="3657600" cy="1463040"/>
          </a:xfrm>
          <a:prstGeom prst="roundRect">
            <a:avLst>
              <a:gd name="adj" fmla="val 5556"/>
            </a:avLst>
          </a:prstGeom>
          <a:solidFill>
            <a:schemeClr val="bg2"/>
          </a:solidFill>
          <a:ln w="9525">
            <a:noFill/>
            <a:miter lim="800000"/>
            <a:headEnd/>
            <a:tailEnd/>
          </a:ln>
        </p:spPr>
        <p:txBody>
          <a:bodyPr vert="horz" wrap="square" lIns="109728" tIns="109728" rIns="109728" bIns="109728" numCol="1" anchor="ctr" anchorCtr="0" compatLnSpc="1">
            <a:prstTxWarp prst="textNoShape">
              <a:avLst/>
            </a:prstTxWarp>
            <a:noAutofit/>
          </a:bodyPr>
          <a:lstStyle/>
          <a:p>
            <a:pPr marL="0" marR="0" lvl="0" indent="0" algn="ctr" defTabSz="109728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SK Precision Light"/>
              <a:ea typeface="ＭＳ Ｐゴシック"/>
              <a:cs typeface="Arial"/>
            </a:endParaRPr>
          </a:p>
        </p:txBody>
      </p:sp>
      <p:grpSp>
        <p:nvGrpSpPr>
          <p:cNvPr id="14" name="Group 13">
            <a:extLst>
              <a:ext uri="{FF2B5EF4-FFF2-40B4-BE49-F238E27FC236}">
                <a16:creationId xmlns:a16="http://schemas.microsoft.com/office/drawing/2014/main" id="{44D5ADF8-2D79-559C-22F0-69812B2ADBCB}"/>
              </a:ext>
            </a:extLst>
          </p:cNvPr>
          <p:cNvGrpSpPr/>
          <p:nvPr/>
        </p:nvGrpSpPr>
        <p:grpSpPr>
          <a:xfrm>
            <a:off x="1104265" y="1041192"/>
            <a:ext cx="2287267" cy="1003204"/>
            <a:chOff x="268569" y="1757939"/>
            <a:chExt cx="2287267" cy="1003204"/>
          </a:xfrm>
        </p:grpSpPr>
        <p:sp>
          <p:nvSpPr>
            <p:cNvPr id="4" name="TextBox 3">
              <a:extLst>
                <a:ext uri="{FF2B5EF4-FFF2-40B4-BE49-F238E27FC236}">
                  <a16:creationId xmlns:a16="http://schemas.microsoft.com/office/drawing/2014/main" id="{D385F855-9B11-B020-E782-3F23FE14C7D7}"/>
                </a:ext>
              </a:extLst>
            </p:cNvPr>
            <p:cNvSpPr txBox="1"/>
            <p:nvPr/>
          </p:nvSpPr>
          <p:spPr>
            <a:xfrm>
              <a:off x="268569" y="1757939"/>
              <a:ext cx="2274073" cy="923330"/>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6000" b="0" i="0" u="none" strike="noStrike" kern="1200" cap="none" spc="0" normalizeH="0" baseline="0" noProof="0">
                  <a:ln>
                    <a:noFill/>
                  </a:ln>
                  <a:solidFill>
                    <a:srgbClr val="FFFFFF"/>
                  </a:solidFill>
                  <a:effectLst/>
                  <a:uLnTx/>
                  <a:uFillTx/>
                  <a:latin typeface="GSK Precision Light"/>
                  <a:ea typeface="+mn-ea"/>
                  <a:cs typeface="Arial"/>
                </a:rPr>
                <a:t>A</a:t>
              </a:r>
            </a:p>
          </p:txBody>
        </p:sp>
        <p:sp>
          <p:nvSpPr>
            <p:cNvPr id="11" name="TextBox 10">
              <a:extLst>
                <a:ext uri="{FF2B5EF4-FFF2-40B4-BE49-F238E27FC236}">
                  <a16:creationId xmlns:a16="http://schemas.microsoft.com/office/drawing/2014/main" id="{91226B85-C78D-0D31-4280-48A106D47F6A}"/>
                </a:ext>
              </a:extLst>
            </p:cNvPr>
            <p:cNvSpPr txBox="1"/>
            <p:nvPr/>
          </p:nvSpPr>
          <p:spPr>
            <a:xfrm>
              <a:off x="281763" y="2484144"/>
              <a:ext cx="2274073"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SK Precision Light"/>
                  <a:ea typeface="+mn-ea"/>
                  <a:cs typeface="Arial"/>
                </a:rPr>
                <a:t>Current State</a:t>
              </a:r>
            </a:p>
          </p:txBody>
        </p:sp>
      </p:grpSp>
      <p:sp>
        <p:nvSpPr>
          <p:cNvPr id="6" name="Rectangle 13">
            <a:extLst>
              <a:ext uri="{FF2B5EF4-FFF2-40B4-BE49-F238E27FC236}">
                <a16:creationId xmlns:a16="http://schemas.microsoft.com/office/drawing/2014/main" id="{DB690375-4E5E-4BAE-8148-8EFE0C208C06}"/>
              </a:ext>
            </a:extLst>
          </p:cNvPr>
          <p:cNvSpPr>
            <a:spLocks noChangeArrowheads="1"/>
          </p:cNvSpPr>
          <p:nvPr/>
        </p:nvSpPr>
        <p:spPr bwMode="auto">
          <a:xfrm>
            <a:off x="595381" y="3740771"/>
            <a:ext cx="3488938" cy="2662267"/>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0" marR="0" lvl="0" indent="0" algn="l" defTabSz="1097280" rtl="0" eaLnBrk="1" fontAlgn="base" latinLnBrk="0" hangingPunct="1">
              <a:lnSpc>
                <a:spcPct val="100000"/>
              </a:lnSpc>
              <a:spcBef>
                <a:spcPct val="0"/>
              </a:spcBef>
              <a:spcAft>
                <a:spcPts val="600"/>
              </a:spcAft>
              <a:buClr>
                <a:srgbClr val="E21860"/>
              </a:buClr>
              <a:buSzTx/>
              <a:buFontTx/>
              <a:buNone/>
              <a:tabLst/>
              <a:defRPr/>
            </a:pPr>
            <a:r>
              <a:rPr kumimoji="0" lang="en-US" sz="1300" b="0" i="0" u="none" strike="noStrike" kern="1200" cap="none" spc="0" normalizeH="0" baseline="0" noProof="0">
                <a:ln>
                  <a:noFill/>
                </a:ln>
                <a:solidFill>
                  <a:srgbClr val="000000"/>
                </a:solidFill>
                <a:effectLst/>
                <a:uLnTx/>
                <a:uFillTx/>
                <a:latin typeface="GSK Precision Light"/>
                <a:ea typeface="ＭＳ Ｐゴシック"/>
                <a:cs typeface="Arial"/>
              </a:rPr>
              <a:t>Sample Phrasing: </a:t>
            </a:r>
          </a:p>
          <a:p>
            <a:pPr marL="114300" marR="0" lvl="0" indent="-114300" algn="l" defTabSz="1097280" rtl="0" eaLnBrk="1" fontAlgn="base" latinLnBrk="0" hangingPunct="1">
              <a:lnSpc>
                <a:spcPct val="100000"/>
              </a:lnSpc>
              <a:spcBef>
                <a:spcPct val="0"/>
              </a:spcBef>
              <a:spcAft>
                <a:spcPts val="600"/>
              </a:spcAft>
              <a:buClr>
                <a:srgbClr val="E21860"/>
              </a:buClr>
              <a:buSzTx/>
              <a:buFont typeface="Arial" panose="020B0604020202020204" pitchFamily="34" charset="0"/>
              <a:buChar char="•"/>
              <a:tabLst/>
              <a:defRPr/>
            </a:pPr>
            <a:r>
              <a:rPr kumimoji="0" lang="en-US" sz="1300" b="0" i="0" u="none" strike="noStrike" kern="1200" cap="none" spc="0" normalizeH="0" baseline="0" noProof="0">
                <a:ln>
                  <a:noFill/>
                </a:ln>
                <a:solidFill>
                  <a:srgbClr val="000000"/>
                </a:solidFill>
                <a:effectLst/>
                <a:uLnTx/>
                <a:uFillTx/>
                <a:latin typeface="GSK Precision Light"/>
                <a:ea typeface="ＭＳ Ｐゴシック"/>
                <a:cs typeface="Arial"/>
              </a:rPr>
              <a:t>Last time we met, you explained…</a:t>
            </a:r>
          </a:p>
          <a:p>
            <a:pPr marL="114300" marR="0" lvl="0" indent="-114300" algn="l" defTabSz="1097280" rtl="0" eaLnBrk="1" fontAlgn="base" latinLnBrk="0" hangingPunct="1">
              <a:lnSpc>
                <a:spcPct val="100000"/>
              </a:lnSpc>
              <a:spcBef>
                <a:spcPct val="0"/>
              </a:spcBef>
              <a:spcAft>
                <a:spcPts val="600"/>
              </a:spcAft>
              <a:buClr>
                <a:srgbClr val="E21860"/>
              </a:buClr>
              <a:buSzTx/>
              <a:buFont typeface="Arial" panose="020B0604020202020204" pitchFamily="34" charset="0"/>
              <a:buChar char="•"/>
              <a:tabLst/>
              <a:defRPr/>
            </a:pPr>
            <a:r>
              <a:rPr kumimoji="0" lang="en-US" sz="1300" b="0" i="0" u="none" strike="noStrike" kern="1200" cap="none" spc="0" normalizeH="0" baseline="0" noProof="0">
                <a:ln>
                  <a:noFill/>
                </a:ln>
                <a:solidFill>
                  <a:srgbClr val="000000"/>
                </a:solidFill>
                <a:effectLst/>
                <a:uLnTx/>
                <a:uFillTx/>
                <a:latin typeface="GSK Precision Light"/>
                <a:ea typeface="ＭＳ Ｐゴシック"/>
                <a:cs typeface="Arial"/>
              </a:rPr>
              <a:t>Most pulmonologists like you tell us they spend a lot of time thinking about…</a:t>
            </a:r>
          </a:p>
          <a:p>
            <a:pPr marL="114300" marR="0" lvl="0" indent="-114300" algn="l" defTabSz="1097280" rtl="0" eaLnBrk="1" fontAlgn="base" latinLnBrk="0" hangingPunct="1">
              <a:lnSpc>
                <a:spcPct val="100000"/>
              </a:lnSpc>
              <a:spcBef>
                <a:spcPct val="0"/>
              </a:spcBef>
              <a:spcAft>
                <a:spcPts val="600"/>
              </a:spcAft>
              <a:buClr>
                <a:srgbClr val="E21860"/>
              </a:buClr>
              <a:buSzTx/>
              <a:buFont typeface="Arial" panose="020B0604020202020204" pitchFamily="34" charset="0"/>
              <a:buChar char="•"/>
              <a:tabLst/>
              <a:defRPr/>
            </a:pPr>
            <a:r>
              <a:rPr kumimoji="0" lang="en-US" sz="1300" b="0" i="0" u="none" strike="noStrike" kern="1200" cap="none" spc="0" normalizeH="0" baseline="0" noProof="0">
                <a:ln>
                  <a:noFill/>
                </a:ln>
                <a:solidFill>
                  <a:srgbClr val="000000"/>
                </a:solidFill>
                <a:effectLst/>
                <a:uLnTx/>
                <a:uFillTx/>
                <a:latin typeface="GSK Precision Light"/>
                <a:ea typeface="ＭＳ Ｐゴシック"/>
                <a:cs typeface="Arial"/>
              </a:rPr>
              <a:t>Many of your colleagues have expressed that…</a:t>
            </a:r>
          </a:p>
          <a:p>
            <a:pPr marL="114300" marR="0" lvl="0" indent="-114300" algn="l" defTabSz="1097280" rtl="0" eaLnBrk="1" fontAlgn="base" latinLnBrk="0" hangingPunct="1">
              <a:lnSpc>
                <a:spcPct val="100000"/>
              </a:lnSpc>
              <a:spcBef>
                <a:spcPct val="0"/>
              </a:spcBef>
              <a:spcAft>
                <a:spcPts val="600"/>
              </a:spcAft>
              <a:buClr>
                <a:srgbClr val="E21860"/>
              </a:buClr>
              <a:buSzTx/>
              <a:buFont typeface="Arial" panose="020B0604020202020204" pitchFamily="34" charset="0"/>
              <a:buChar char="•"/>
              <a:tabLst/>
              <a:defRPr/>
            </a:pPr>
            <a:r>
              <a:rPr kumimoji="0" lang="en-US" sz="1300" b="0" i="0" u="none" strike="noStrike" kern="1200" cap="none" spc="0" normalizeH="0" baseline="0" noProof="0">
                <a:ln>
                  <a:noFill/>
                </a:ln>
                <a:solidFill>
                  <a:srgbClr val="000000"/>
                </a:solidFill>
                <a:effectLst/>
                <a:uLnTx/>
                <a:uFillTx/>
                <a:latin typeface="GSK Precision Light"/>
                <a:ea typeface="ＭＳ Ｐゴシック"/>
                <a:cs typeface="Arial"/>
              </a:rPr>
              <a:t>From our conversations with KOLs, they have shared that…</a:t>
            </a:r>
          </a:p>
          <a:p>
            <a:pPr marL="114300" marR="0" lvl="0" indent="-114300" algn="l" defTabSz="1097280" rtl="0" eaLnBrk="1" fontAlgn="base" latinLnBrk="0" hangingPunct="1">
              <a:lnSpc>
                <a:spcPct val="100000"/>
              </a:lnSpc>
              <a:spcBef>
                <a:spcPct val="0"/>
              </a:spcBef>
              <a:spcAft>
                <a:spcPts val="600"/>
              </a:spcAft>
              <a:buClr>
                <a:srgbClr val="E21860"/>
              </a:buClr>
              <a:buSzTx/>
              <a:buFont typeface="Arial" panose="020B0604020202020204" pitchFamily="34" charset="0"/>
              <a:buChar char="•"/>
              <a:tabLst/>
              <a:defRPr/>
            </a:pPr>
            <a:r>
              <a:rPr kumimoji="0" lang="en-US" sz="1300" b="0" i="0" u="none" strike="noStrike" kern="1200" cap="none" spc="0" normalizeH="0" baseline="0" noProof="0">
                <a:ln>
                  <a:noFill/>
                </a:ln>
                <a:solidFill>
                  <a:srgbClr val="000000"/>
                </a:solidFill>
                <a:effectLst/>
                <a:uLnTx/>
                <a:uFillTx/>
                <a:latin typeface="GSK Precision Light"/>
                <a:ea typeface="ＭＳ Ｐゴシック"/>
                <a:cs typeface="Arial"/>
              </a:rPr>
              <a:t>When it comes to COPD treatment, we hear that most HCPs are challenged with…</a:t>
            </a:r>
          </a:p>
          <a:p>
            <a:pPr marL="114300" marR="0" lvl="0" indent="-114300" algn="l" defTabSz="1097280" rtl="0" eaLnBrk="1" fontAlgn="base" latinLnBrk="0" hangingPunct="1">
              <a:lnSpc>
                <a:spcPct val="100000"/>
              </a:lnSpc>
              <a:spcBef>
                <a:spcPct val="0"/>
              </a:spcBef>
              <a:spcAft>
                <a:spcPts val="600"/>
              </a:spcAft>
              <a:buClr>
                <a:srgbClr val="E21860"/>
              </a:buClr>
              <a:buSzTx/>
              <a:buFont typeface="Arial" panose="020B0604020202020204" pitchFamily="34" charset="0"/>
              <a:buChar char="•"/>
              <a:tabLst/>
              <a:defRPr/>
            </a:pPr>
            <a:r>
              <a:rPr kumimoji="0" lang="en-US" sz="1300" b="0" i="0" u="none" strike="noStrike" kern="1200" cap="none" spc="0" normalizeH="0" baseline="0" noProof="0">
                <a:ln>
                  <a:noFill/>
                </a:ln>
                <a:solidFill>
                  <a:srgbClr val="000000"/>
                </a:solidFill>
                <a:effectLst/>
                <a:uLnTx/>
                <a:uFillTx/>
                <a:latin typeface="GSK Precision Light"/>
                <a:ea typeface="ＭＳ Ｐゴシック"/>
                <a:cs typeface="Arial"/>
              </a:rPr>
              <a:t>Many doctors emphasize the importance of…</a:t>
            </a:r>
          </a:p>
        </p:txBody>
      </p:sp>
      <p:sp>
        <p:nvSpPr>
          <p:cNvPr id="13" name="Title 1">
            <a:extLst>
              <a:ext uri="{FF2B5EF4-FFF2-40B4-BE49-F238E27FC236}">
                <a16:creationId xmlns:a16="http://schemas.microsoft.com/office/drawing/2014/main" id="{04D0CEB6-19B0-3349-D7CC-FF9F11595317}"/>
              </a:ext>
            </a:extLst>
          </p:cNvPr>
          <p:cNvSpPr>
            <a:spLocks noGrp="1"/>
          </p:cNvSpPr>
          <p:nvPr>
            <p:ph type="title"/>
          </p:nvPr>
        </p:nvSpPr>
        <p:spPr>
          <a:xfrm>
            <a:off x="419100" y="482252"/>
            <a:ext cx="11353800" cy="443198"/>
          </a:xfrm>
        </p:spPr>
        <p:txBody>
          <a:bodyPr/>
          <a:lstStyle/>
          <a:p>
            <a:r>
              <a:rPr lang="en-US"/>
              <a:t>Scripting Your Reframe</a:t>
            </a:r>
          </a:p>
        </p:txBody>
      </p:sp>
      <p:sp>
        <p:nvSpPr>
          <p:cNvPr id="3" name="Rectangle 2">
            <a:extLst>
              <a:ext uri="{FF2B5EF4-FFF2-40B4-BE49-F238E27FC236}">
                <a16:creationId xmlns:a16="http://schemas.microsoft.com/office/drawing/2014/main" id="{013E8CC9-41A4-3147-AA4F-273A7547FF7A}"/>
              </a:ext>
            </a:extLst>
          </p:cNvPr>
          <p:cNvSpPr/>
          <p:nvPr/>
        </p:nvSpPr>
        <p:spPr>
          <a:xfrm>
            <a:off x="556259" y="2861706"/>
            <a:ext cx="3383280" cy="548640"/>
          </a:xfrm>
          <a:prstGeom prst="rect">
            <a:avLst/>
          </a:prstGeom>
        </p:spPr>
        <p:txBody>
          <a:bodyPr wrap="square" lIns="0" tIns="0" rIns="0" bIns="0">
            <a:spAutoFit/>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SK Precision Light"/>
                <a:ea typeface="ＭＳ Ｐゴシック"/>
                <a:cs typeface="Arial"/>
              </a:rPr>
              <a:t>In your words, empathetically describe the status quo</a:t>
            </a:r>
          </a:p>
        </p:txBody>
      </p:sp>
      <p:sp>
        <p:nvSpPr>
          <p:cNvPr id="20" name="Rectangle: Rounded Corners 19">
            <a:extLst>
              <a:ext uri="{FF2B5EF4-FFF2-40B4-BE49-F238E27FC236}">
                <a16:creationId xmlns:a16="http://schemas.microsoft.com/office/drawing/2014/main" id="{2B17A53C-6025-BAC7-929C-F4B8FCF0D51D}"/>
              </a:ext>
            </a:extLst>
          </p:cNvPr>
          <p:cNvSpPr/>
          <p:nvPr/>
        </p:nvSpPr>
        <p:spPr>
          <a:xfrm>
            <a:off x="419099" y="3689184"/>
            <a:ext cx="3657600" cy="2686563"/>
          </a:xfrm>
          <a:prstGeom prst="roundRect">
            <a:avLst>
              <a:gd name="adj" fmla="val 2227"/>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SK Precision Light"/>
              <a:ea typeface="+mn-ea"/>
              <a:cs typeface="Arial"/>
            </a:endParaRPr>
          </a:p>
        </p:txBody>
      </p:sp>
      <p:sp>
        <p:nvSpPr>
          <p:cNvPr id="23" name="Rectangle 13">
            <a:extLst>
              <a:ext uri="{FF2B5EF4-FFF2-40B4-BE49-F238E27FC236}">
                <a16:creationId xmlns:a16="http://schemas.microsoft.com/office/drawing/2014/main" id="{B46C5457-1907-F5D7-E588-40012BF308BE}"/>
              </a:ext>
            </a:extLst>
          </p:cNvPr>
          <p:cNvSpPr>
            <a:spLocks noChangeArrowheads="1"/>
          </p:cNvSpPr>
          <p:nvPr/>
        </p:nvSpPr>
        <p:spPr bwMode="auto">
          <a:xfrm>
            <a:off x="5046344" y="3792357"/>
            <a:ext cx="2249806" cy="2262158"/>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0" marR="0" lvl="0" indent="0" algn="l" defTabSz="1097280" rtl="0" eaLnBrk="1" fontAlgn="base" latinLnBrk="0" hangingPunct="1">
              <a:lnSpc>
                <a:spcPct val="100000"/>
              </a:lnSpc>
              <a:spcBef>
                <a:spcPct val="0"/>
              </a:spcBef>
              <a:spcAft>
                <a:spcPts val="600"/>
              </a:spcAft>
              <a:buClr>
                <a:srgbClr val="E21860"/>
              </a:buClr>
              <a:buSzTx/>
              <a:buFontTx/>
              <a:buNone/>
              <a:tabLst/>
              <a:defRPr/>
            </a:pPr>
            <a:r>
              <a:rPr kumimoji="0" lang="en-US" sz="1400" b="0" i="0" u="none" strike="noStrike" kern="1200" cap="none" spc="0" normalizeH="0" baseline="0" noProof="0">
                <a:ln>
                  <a:noFill/>
                </a:ln>
                <a:solidFill>
                  <a:srgbClr val="000000"/>
                </a:solidFill>
                <a:effectLst/>
                <a:uLnTx/>
                <a:uFillTx/>
                <a:latin typeface="GSK Precision Light"/>
                <a:ea typeface="ＭＳ Ｐゴシック"/>
                <a:cs typeface="Arial"/>
              </a:rPr>
              <a:t>Sample Phrasing: </a:t>
            </a:r>
          </a:p>
          <a:p>
            <a:pPr marL="114300" marR="0" lvl="0" indent="-114300" algn="l" defTabSz="1097280" rtl="0" eaLnBrk="1" fontAlgn="base" latinLnBrk="0" hangingPunct="1">
              <a:lnSpc>
                <a:spcPct val="100000"/>
              </a:lnSpc>
              <a:spcBef>
                <a:spcPct val="0"/>
              </a:spcBef>
              <a:spcAft>
                <a:spcPts val="600"/>
              </a:spcAft>
              <a:buClr>
                <a:srgbClr val="E2186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GSK Precision Light"/>
                <a:ea typeface="ＭＳ Ｐゴシック"/>
                <a:cs typeface="Arial"/>
              </a:rPr>
              <a:t>…nevertheless…</a:t>
            </a:r>
          </a:p>
          <a:p>
            <a:pPr marL="114300" marR="0" lvl="0" indent="-114300" algn="l" defTabSz="1097280" rtl="0" eaLnBrk="1" fontAlgn="base" latinLnBrk="0" hangingPunct="1">
              <a:lnSpc>
                <a:spcPct val="100000"/>
              </a:lnSpc>
              <a:spcBef>
                <a:spcPct val="0"/>
              </a:spcBef>
              <a:spcAft>
                <a:spcPts val="600"/>
              </a:spcAft>
              <a:buClr>
                <a:srgbClr val="E2186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GSK Precision Light"/>
                <a:ea typeface="ＭＳ Ｐゴシック"/>
                <a:cs typeface="Arial"/>
              </a:rPr>
              <a:t>…surprisingly…</a:t>
            </a:r>
          </a:p>
          <a:p>
            <a:pPr marL="114300" marR="0" lvl="0" indent="-114300" algn="l" defTabSz="1097280" rtl="0" eaLnBrk="1" fontAlgn="base" latinLnBrk="0" hangingPunct="1">
              <a:lnSpc>
                <a:spcPct val="100000"/>
              </a:lnSpc>
              <a:spcBef>
                <a:spcPct val="0"/>
              </a:spcBef>
              <a:spcAft>
                <a:spcPts val="600"/>
              </a:spcAft>
              <a:buClr>
                <a:srgbClr val="E2186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GSK Precision Light"/>
                <a:ea typeface="ＭＳ Ｐゴシック"/>
                <a:cs typeface="Arial"/>
              </a:rPr>
              <a:t>…but in fact…</a:t>
            </a:r>
          </a:p>
          <a:p>
            <a:pPr marL="114300" marR="0" lvl="0" indent="-114300" algn="l" defTabSz="1097280" rtl="0" eaLnBrk="1" fontAlgn="base" latinLnBrk="0" hangingPunct="1">
              <a:lnSpc>
                <a:spcPct val="100000"/>
              </a:lnSpc>
              <a:spcBef>
                <a:spcPct val="0"/>
              </a:spcBef>
              <a:spcAft>
                <a:spcPts val="600"/>
              </a:spcAft>
              <a:buClr>
                <a:srgbClr val="E2186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GSK Precision Light"/>
                <a:ea typeface="ＭＳ Ｐゴシック"/>
                <a:cs typeface="Arial"/>
              </a:rPr>
              <a:t>…unfortunately…</a:t>
            </a:r>
          </a:p>
          <a:p>
            <a:pPr marL="114300" marR="0" lvl="0" indent="-114300" algn="l" defTabSz="1097280" rtl="0" eaLnBrk="1" fontAlgn="base" latinLnBrk="0" hangingPunct="1">
              <a:lnSpc>
                <a:spcPct val="100000"/>
              </a:lnSpc>
              <a:spcBef>
                <a:spcPct val="0"/>
              </a:spcBef>
              <a:spcAft>
                <a:spcPts val="600"/>
              </a:spcAft>
              <a:buClr>
                <a:srgbClr val="E2186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GSK Precision Light"/>
                <a:ea typeface="ＭＳ Ｐゴシック"/>
                <a:cs typeface="Arial"/>
              </a:rPr>
              <a:t>…the reality is…</a:t>
            </a:r>
          </a:p>
          <a:p>
            <a:pPr marL="114300" marR="0" lvl="0" indent="-114300" algn="l" defTabSz="1097280" rtl="0" eaLnBrk="1" fontAlgn="base" latinLnBrk="0" hangingPunct="1">
              <a:lnSpc>
                <a:spcPct val="100000"/>
              </a:lnSpc>
              <a:spcBef>
                <a:spcPct val="0"/>
              </a:spcBef>
              <a:spcAft>
                <a:spcPts val="600"/>
              </a:spcAft>
              <a:buClr>
                <a:srgbClr val="E2186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GSK Precision Light"/>
                <a:ea typeface="ＭＳ Ｐゴシック"/>
                <a:cs typeface="Arial"/>
              </a:rPr>
              <a:t>…that being said…</a:t>
            </a:r>
          </a:p>
          <a:p>
            <a:pPr marL="114300" marR="0" lvl="0" indent="-114300" algn="l" defTabSz="1097280" rtl="0" eaLnBrk="1" fontAlgn="base" latinLnBrk="0" hangingPunct="1">
              <a:lnSpc>
                <a:spcPct val="100000"/>
              </a:lnSpc>
              <a:spcBef>
                <a:spcPct val="0"/>
              </a:spcBef>
              <a:spcAft>
                <a:spcPts val="600"/>
              </a:spcAft>
              <a:buClr>
                <a:srgbClr val="E2186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GSK Precision Light"/>
                <a:ea typeface="ＭＳ Ｐゴシック"/>
                <a:cs typeface="Arial"/>
              </a:rPr>
              <a:t>…in contrast…</a:t>
            </a:r>
          </a:p>
        </p:txBody>
      </p:sp>
      <p:sp>
        <p:nvSpPr>
          <p:cNvPr id="33" name="TextBox 32">
            <a:extLst>
              <a:ext uri="{FF2B5EF4-FFF2-40B4-BE49-F238E27FC236}">
                <a16:creationId xmlns:a16="http://schemas.microsoft.com/office/drawing/2014/main" id="{A2D129F5-9E41-A7F5-16FA-5BDE9214A476}"/>
              </a:ext>
            </a:extLst>
          </p:cNvPr>
          <p:cNvSpPr txBox="1"/>
          <p:nvPr/>
        </p:nvSpPr>
        <p:spPr>
          <a:xfrm>
            <a:off x="1150619" y="2078549"/>
            <a:ext cx="2194560"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SK Precision Light"/>
                <a:ea typeface="+mn-ea"/>
                <a:cs typeface="Arial"/>
              </a:rPr>
              <a:t>Captures the customer’s current thinking</a:t>
            </a:r>
          </a:p>
        </p:txBody>
      </p:sp>
      <p:sp>
        <p:nvSpPr>
          <p:cNvPr id="10" name="Rectangle 13">
            <a:extLst>
              <a:ext uri="{FF2B5EF4-FFF2-40B4-BE49-F238E27FC236}">
                <a16:creationId xmlns:a16="http://schemas.microsoft.com/office/drawing/2014/main" id="{BFC8DB89-06B9-44B9-B59A-9463915A06C1}"/>
              </a:ext>
            </a:extLst>
          </p:cNvPr>
          <p:cNvSpPr>
            <a:spLocks noChangeArrowheads="1"/>
          </p:cNvSpPr>
          <p:nvPr/>
        </p:nvSpPr>
        <p:spPr bwMode="auto">
          <a:xfrm>
            <a:off x="8298180" y="3842536"/>
            <a:ext cx="3569970" cy="2262158"/>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0" marR="0" lvl="0" indent="0" algn="l" defTabSz="1097280" rtl="0" eaLnBrk="1" fontAlgn="base" latinLnBrk="0" hangingPunct="1">
              <a:lnSpc>
                <a:spcPct val="100000"/>
              </a:lnSpc>
              <a:spcBef>
                <a:spcPct val="0"/>
              </a:spcBef>
              <a:spcAft>
                <a:spcPts val="600"/>
              </a:spcAft>
              <a:buClr>
                <a:srgbClr val="E21860"/>
              </a:buClr>
              <a:buSzTx/>
              <a:buFontTx/>
              <a:buNone/>
              <a:tabLst/>
              <a:defRPr/>
            </a:pPr>
            <a:r>
              <a:rPr kumimoji="0" lang="en-US" sz="1400" b="0" i="0" u="none" strike="noStrike" kern="1200" cap="none" spc="0" normalizeH="0" baseline="0" noProof="0">
                <a:ln>
                  <a:noFill/>
                </a:ln>
                <a:solidFill>
                  <a:srgbClr val="000000"/>
                </a:solidFill>
                <a:effectLst/>
                <a:uLnTx/>
                <a:uFillTx/>
                <a:latin typeface="GSK Precision Light"/>
                <a:ea typeface="ＭＳ Ｐゴシック"/>
                <a:cs typeface="Arial"/>
              </a:rPr>
              <a:t>Sample Phrasing: </a:t>
            </a:r>
          </a:p>
          <a:p>
            <a:pPr marL="114300" marR="0" lvl="0" indent="-114300" algn="l" defTabSz="1097280" rtl="0" eaLnBrk="1" fontAlgn="base" latinLnBrk="0" hangingPunct="1">
              <a:lnSpc>
                <a:spcPct val="100000"/>
              </a:lnSpc>
              <a:spcBef>
                <a:spcPct val="0"/>
              </a:spcBef>
              <a:spcAft>
                <a:spcPts val="600"/>
              </a:spcAft>
              <a:buClr>
                <a:srgbClr val="E2186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GSK Precision Light"/>
                <a:ea typeface="ＭＳ Ｐゴシック"/>
                <a:cs typeface="Arial"/>
              </a:rPr>
              <a:t>…what you are not considering is…</a:t>
            </a:r>
          </a:p>
          <a:p>
            <a:pPr marL="114300" marR="0" lvl="0" indent="-114300" algn="l" defTabSz="1097280" rtl="0" eaLnBrk="1" fontAlgn="base" latinLnBrk="0" hangingPunct="1">
              <a:lnSpc>
                <a:spcPct val="100000"/>
              </a:lnSpc>
              <a:spcBef>
                <a:spcPct val="0"/>
              </a:spcBef>
              <a:spcAft>
                <a:spcPts val="600"/>
              </a:spcAft>
              <a:buClr>
                <a:srgbClr val="E2186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GSK Precision Light"/>
                <a:ea typeface="ＭＳ Ｐゴシック"/>
                <a:cs typeface="Arial"/>
              </a:rPr>
              <a:t>…similar companies continue to overlook…</a:t>
            </a:r>
          </a:p>
          <a:p>
            <a:pPr marL="114300" marR="0" lvl="0" indent="-114300" algn="l" defTabSz="1097280" rtl="0" eaLnBrk="1" fontAlgn="base" latinLnBrk="0" hangingPunct="1">
              <a:lnSpc>
                <a:spcPct val="100000"/>
              </a:lnSpc>
              <a:spcBef>
                <a:spcPct val="0"/>
              </a:spcBef>
              <a:spcAft>
                <a:spcPts val="600"/>
              </a:spcAft>
              <a:buClr>
                <a:srgbClr val="E2186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GSK Precision Light"/>
                <a:ea typeface="ＭＳ Ｐゴシック"/>
                <a:cs typeface="Arial"/>
              </a:rPr>
              <a:t>…the gap is bigger than you think…</a:t>
            </a:r>
          </a:p>
          <a:p>
            <a:pPr marL="114300" marR="0" lvl="0" indent="-114300" algn="l" defTabSz="1097280" rtl="0" eaLnBrk="1" fontAlgn="base" latinLnBrk="0" hangingPunct="1">
              <a:lnSpc>
                <a:spcPct val="100000"/>
              </a:lnSpc>
              <a:spcBef>
                <a:spcPct val="0"/>
              </a:spcBef>
              <a:spcAft>
                <a:spcPts val="600"/>
              </a:spcAft>
              <a:buClr>
                <a:srgbClr val="E2186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GSK Precision Light"/>
                <a:ea typeface="ＭＳ Ｐゴシック"/>
                <a:cs typeface="Arial"/>
              </a:rPr>
              <a:t>…your customers see this differently…</a:t>
            </a:r>
          </a:p>
          <a:p>
            <a:pPr marL="114300" marR="0" lvl="0" indent="-114300" algn="l" defTabSz="1097280" rtl="0" eaLnBrk="1" fontAlgn="base" latinLnBrk="0" hangingPunct="1">
              <a:lnSpc>
                <a:spcPct val="100000"/>
              </a:lnSpc>
              <a:spcBef>
                <a:spcPct val="0"/>
              </a:spcBef>
              <a:spcAft>
                <a:spcPts val="600"/>
              </a:spcAft>
              <a:buClr>
                <a:srgbClr val="E2186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GSK Precision Light"/>
                <a:ea typeface="ＭＳ Ｐゴシック"/>
                <a:cs typeface="Arial"/>
              </a:rPr>
              <a:t>…the downstream issues are costly…</a:t>
            </a:r>
          </a:p>
          <a:p>
            <a:pPr marL="114300" marR="0" lvl="0" indent="-114300" algn="l" defTabSz="1097280" rtl="0" eaLnBrk="1" fontAlgn="base" latinLnBrk="0" hangingPunct="1">
              <a:lnSpc>
                <a:spcPct val="100000"/>
              </a:lnSpc>
              <a:spcBef>
                <a:spcPct val="0"/>
              </a:spcBef>
              <a:spcAft>
                <a:spcPts val="600"/>
              </a:spcAft>
              <a:buClr>
                <a:srgbClr val="E2186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GSK Precision Light"/>
                <a:ea typeface="ＭＳ Ｐゴシック"/>
                <a:cs typeface="Arial"/>
              </a:rPr>
              <a:t>…this is actually slowing you down…</a:t>
            </a:r>
          </a:p>
          <a:p>
            <a:pPr marL="114300" marR="0" lvl="0" indent="-114300" algn="l" defTabSz="1097280" rtl="0" eaLnBrk="1" fontAlgn="base" latinLnBrk="0" hangingPunct="1">
              <a:lnSpc>
                <a:spcPct val="100000"/>
              </a:lnSpc>
              <a:spcBef>
                <a:spcPct val="0"/>
              </a:spcBef>
              <a:spcAft>
                <a:spcPts val="600"/>
              </a:spcAft>
              <a:buClr>
                <a:srgbClr val="E2186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GSK Precision Light"/>
                <a:ea typeface="ＭＳ Ｐゴシック"/>
                <a:cs typeface="Arial"/>
              </a:rPr>
              <a:t>…this only works X% of the time…</a:t>
            </a:r>
          </a:p>
        </p:txBody>
      </p:sp>
      <p:sp>
        <p:nvSpPr>
          <p:cNvPr id="5" name="Rectangle 4">
            <a:extLst>
              <a:ext uri="{FF2B5EF4-FFF2-40B4-BE49-F238E27FC236}">
                <a16:creationId xmlns:a16="http://schemas.microsoft.com/office/drawing/2014/main" id="{1608C6F2-7C4C-46A2-FFED-7723EDEBA9F7}"/>
              </a:ext>
            </a:extLst>
          </p:cNvPr>
          <p:cNvSpPr>
            <a:spLocks noChangeArrowheads="1"/>
          </p:cNvSpPr>
          <p:nvPr/>
        </p:nvSpPr>
        <p:spPr bwMode="auto">
          <a:xfrm>
            <a:off x="8252460" y="2861706"/>
            <a:ext cx="3383280" cy="548640"/>
          </a:xfrm>
          <a:prstGeom prst="rect">
            <a:avLst/>
          </a:prstGeom>
          <a:noFill/>
          <a:ln w="9525">
            <a:noFill/>
            <a:miter lim="800000"/>
            <a:headEnd/>
            <a:tailEnd/>
          </a:ln>
        </p:spPr>
        <p:txBody>
          <a:bodyPr vert="horz" wrap="square" lIns="0" tIns="0" rIns="0" bIns="0" numCol="1" anchor="ctr" anchorCtr="0" compatLnSpc="1">
            <a:prstTxWarp prst="textNoShape">
              <a:avLst/>
            </a:prstTxWarp>
            <a:spAutoFit/>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SK Precision Light"/>
                <a:ea typeface="ＭＳ Ｐゴシック"/>
                <a:cs typeface="Arial"/>
              </a:rPr>
              <a:t>Reveal the flaw in that way of thinking about the issue</a:t>
            </a:r>
          </a:p>
        </p:txBody>
      </p:sp>
      <p:sp>
        <p:nvSpPr>
          <p:cNvPr id="9" name="Rectangle: Rounded Corners 8">
            <a:extLst>
              <a:ext uri="{FF2B5EF4-FFF2-40B4-BE49-F238E27FC236}">
                <a16:creationId xmlns:a16="http://schemas.microsoft.com/office/drawing/2014/main" id="{A5FBA6C5-D838-9FEE-7396-E70CE8D8882B}"/>
              </a:ext>
            </a:extLst>
          </p:cNvPr>
          <p:cNvSpPr>
            <a:spLocks noChangeArrowheads="1"/>
          </p:cNvSpPr>
          <p:nvPr/>
        </p:nvSpPr>
        <p:spPr bwMode="auto">
          <a:xfrm>
            <a:off x="8115300" y="1122211"/>
            <a:ext cx="3657600" cy="1463040"/>
          </a:xfrm>
          <a:prstGeom prst="roundRect">
            <a:avLst>
              <a:gd name="adj" fmla="val 4630"/>
            </a:avLst>
          </a:prstGeom>
          <a:solidFill>
            <a:schemeClr val="bg2"/>
          </a:solidFill>
          <a:ln w="9525">
            <a:noFill/>
            <a:miter lim="800000"/>
            <a:headEnd/>
            <a:tailEnd/>
          </a:ln>
        </p:spPr>
        <p:txBody>
          <a:bodyPr vert="horz" wrap="square" lIns="109728" tIns="109728" rIns="109728" bIns="109728" numCol="1" anchor="ctr" anchorCtr="0" compatLnSpc="1">
            <a:prstTxWarp prst="textNoShape">
              <a:avLst/>
            </a:prstTxWarp>
            <a:noAutofit/>
          </a:bodyPr>
          <a:lstStyle/>
          <a:p>
            <a:pPr marL="0" marR="0" lvl="0" indent="0" algn="ctr" defTabSz="109728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SK Precision Light"/>
              <a:ea typeface="ＭＳ Ｐゴシック"/>
              <a:cs typeface="Arial"/>
            </a:endParaRPr>
          </a:p>
        </p:txBody>
      </p:sp>
      <p:grpSp>
        <p:nvGrpSpPr>
          <p:cNvPr id="25" name="Group 24">
            <a:extLst>
              <a:ext uri="{FF2B5EF4-FFF2-40B4-BE49-F238E27FC236}">
                <a16:creationId xmlns:a16="http://schemas.microsoft.com/office/drawing/2014/main" id="{6847E22A-585C-4035-CEA6-7EBB6C912785}"/>
              </a:ext>
            </a:extLst>
          </p:cNvPr>
          <p:cNvGrpSpPr/>
          <p:nvPr/>
        </p:nvGrpSpPr>
        <p:grpSpPr>
          <a:xfrm>
            <a:off x="9460264" y="1222222"/>
            <a:ext cx="967672" cy="821464"/>
            <a:chOff x="913466" y="4342102"/>
            <a:chExt cx="1373846" cy="1068548"/>
          </a:xfrm>
        </p:grpSpPr>
        <p:pic>
          <p:nvPicPr>
            <p:cNvPr id="27" name="Graphic 26">
              <a:extLst>
                <a:ext uri="{FF2B5EF4-FFF2-40B4-BE49-F238E27FC236}">
                  <a16:creationId xmlns:a16="http://schemas.microsoft.com/office/drawing/2014/main" id="{4136889B-0BD3-ED54-0A57-31796AE0ED0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13466" y="4342102"/>
              <a:ext cx="1373846" cy="1068548"/>
            </a:xfrm>
            <a:prstGeom prst="rect">
              <a:avLst/>
            </a:prstGeom>
          </p:spPr>
        </p:pic>
        <p:sp>
          <p:nvSpPr>
            <p:cNvPr id="28" name="TextBox 27">
              <a:extLst>
                <a:ext uri="{FF2B5EF4-FFF2-40B4-BE49-F238E27FC236}">
                  <a16:creationId xmlns:a16="http://schemas.microsoft.com/office/drawing/2014/main" id="{6C171DD5-0752-CB64-9743-3A1EE1411315}"/>
                </a:ext>
              </a:extLst>
            </p:cNvPr>
            <p:cNvSpPr txBox="1"/>
            <p:nvPr/>
          </p:nvSpPr>
          <p:spPr>
            <a:xfrm>
              <a:off x="967633" y="4690340"/>
              <a:ext cx="1095464" cy="34315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360"/>
                </a:spcAft>
                <a:buClrTx/>
                <a:buSzTx/>
                <a:buFontTx/>
                <a:buNone/>
                <a:tabLst/>
                <a:defRPr/>
              </a:pPr>
              <a:r>
                <a:rPr kumimoji="0" lang="en-US" sz="2000" b="0" i="0" u="none" strike="noStrike" kern="1200" cap="none" spc="0" normalizeH="0" baseline="0" noProof="0">
                  <a:ln>
                    <a:noFill/>
                  </a:ln>
                  <a:solidFill>
                    <a:srgbClr val="FFFFFF"/>
                  </a:solidFill>
                  <a:effectLst/>
                  <a:uLnTx/>
                  <a:uFillTx/>
                  <a:latin typeface="Graphik Bold" panose="020B0803030202060203" pitchFamily="34" charset="0"/>
                  <a:ea typeface="+mn-ea"/>
                  <a:cs typeface="Arial"/>
                </a:rPr>
                <a:t>Gap</a:t>
              </a:r>
            </a:p>
          </p:txBody>
        </p:sp>
      </p:grpSp>
      <p:sp>
        <p:nvSpPr>
          <p:cNvPr id="26" name="TextBox 25">
            <a:extLst>
              <a:ext uri="{FF2B5EF4-FFF2-40B4-BE49-F238E27FC236}">
                <a16:creationId xmlns:a16="http://schemas.microsoft.com/office/drawing/2014/main" id="{DF415F7D-0740-884B-634A-15D558EEBA01}"/>
              </a:ext>
            </a:extLst>
          </p:cNvPr>
          <p:cNvSpPr txBox="1"/>
          <p:nvPr/>
        </p:nvSpPr>
        <p:spPr>
          <a:xfrm>
            <a:off x="9205347" y="2078549"/>
            <a:ext cx="1477507"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SK Precision Light"/>
                <a:ea typeface="+mn-ea"/>
                <a:cs typeface="Arial"/>
              </a:rPr>
              <a:t>What the customer is missing</a:t>
            </a:r>
          </a:p>
        </p:txBody>
      </p:sp>
      <p:sp>
        <p:nvSpPr>
          <p:cNvPr id="34" name="Rectangle: Rounded Corners 33">
            <a:extLst>
              <a:ext uri="{FF2B5EF4-FFF2-40B4-BE49-F238E27FC236}">
                <a16:creationId xmlns:a16="http://schemas.microsoft.com/office/drawing/2014/main" id="{921DDB6B-665D-C336-F66A-E409D7D7DA25}"/>
              </a:ext>
            </a:extLst>
          </p:cNvPr>
          <p:cNvSpPr/>
          <p:nvPr/>
        </p:nvSpPr>
        <p:spPr>
          <a:xfrm>
            <a:off x="8115300" y="3689184"/>
            <a:ext cx="3657600" cy="2686563"/>
          </a:xfrm>
          <a:prstGeom prst="roundRect">
            <a:avLst>
              <a:gd name="adj" fmla="val 2227"/>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SK Precision Light"/>
              <a:ea typeface="+mn-ea"/>
              <a:cs typeface="Arial"/>
            </a:endParaRPr>
          </a:p>
        </p:txBody>
      </p:sp>
      <p:sp>
        <p:nvSpPr>
          <p:cNvPr id="7" name="Rectangle: Rounded Corners 6">
            <a:extLst>
              <a:ext uri="{FF2B5EF4-FFF2-40B4-BE49-F238E27FC236}">
                <a16:creationId xmlns:a16="http://schemas.microsoft.com/office/drawing/2014/main" id="{521C34DF-8D3D-48EE-98A3-FD97E3D7B5E0}"/>
              </a:ext>
            </a:extLst>
          </p:cNvPr>
          <p:cNvSpPr>
            <a:spLocks noChangeArrowheads="1"/>
          </p:cNvSpPr>
          <p:nvPr/>
        </p:nvSpPr>
        <p:spPr bwMode="auto">
          <a:xfrm>
            <a:off x="4267199" y="1119827"/>
            <a:ext cx="3657600" cy="1463039"/>
          </a:xfrm>
          <a:prstGeom prst="roundRect">
            <a:avLst>
              <a:gd name="adj" fmla="val 5556"/>
            </a:avLst>
          </a:prstGeom>
          <a:solidFill>
            <a:schemeClr val="accent2"/>
          </a:solidFill>
          <a:ln w="57150">
            <a:noFill/>
            <a:miter lim="800000"/>
            <a:headEnd/>
            <a:tailEnd/>
          </a:ln>
        </p:spPr>
        <p:txBody>
          <a:bodyPr vert="horz" wrap="square" lIns="109728" tIns="109728" rIns="109728" bIns="109728" numCol="1" anchor="ctr" anchorCtr="0" compatLnSpc="1">
            <a:prstTxWarp prst="textNoShape">
              <a:avLst/>
            </a:prstTxWarp>
            <a:noAutofit/>
          </a:bodyPr>
          <a:lstStyle/>
          <a:p>
            <a:pPr marL="0" marR="0" lvl="0" indent="0" algn="ctr" defTabSz="1097280" rtl="0" eaLnBrk="1" fontAlgn="base" latinLnBrk="0" hangingPunct="1">
              <a:lnSpc>
                <a:spcPct val="100000"/>
              </a:lnSpc>
              <a:spcBef>
                <a:spcPct val="0"/>
              </a:spcBef>
              <a:spcAft>
                <a:spcPct val="0"/>
              </a:spcAft>
              <a:buClrTx/>
              <a:buSzTx/>
              <a:buFontTx/>
              <a:buNone/>
              <a:tabLst/>
              <a:defRPr/>
            </a:pPr>
            <a:r>
              <a:rPr kumimoji="0" lang="en-US" sz="2800" b="1" i="0" u="none" strike="noStrike" kern="0" cap="none" spc="0" normalizeH="0" baseline="0" noProof="0">
                <a:ln>
                  <a:noFill/>
                </a:ln>
                <a:solidFill>
                  <a:srgbClr val="FFFFFF"/>
                </a:solidFill>
                <a:effectLst/>
                <a:uLnTx/>
                <a:uFillTx/>
                <a:latin typeface="Graphik Bold" panose="020B0803030202060203" pitchFamily="34" charset="0"/>
                <a:ea typeface="ＭＳ Ｐゴシック"/>
                <a:cs typeface="Arial"/>
              </a:rPr>
              <a:t>“HOWEVER”</a:t>
            </a:r>
          </a:p>
        </p:txBody>
      </p:sp>
      <p:sp>
        <p:nvSpPr>
          <p:cNvPr id="35" name="Rectangle: Rounded Corners 34">
            <a:extLst>
              <a:ext uri="{FF2B5EF4-FFF2-40B4-BE49-F238E27FC236}">
                <a16:creationId xmlns:a16="http://schemas.microsoft.com/office/drawing/2014/main" id="{81A12267-20B4-E246-5F14-695911544B9D}"/>
              </a:ext>
            </a:extLst>
          </p:cNvPr>
          <p:cNvSpPr/>
          <p:nvPr/>
        </p:nvSpPr>
        <p:spPr>
          <a:xfrm>
            <a:off x="4267199" y="3689184"/>
            <a:ext cx="3657600" cy="2686563"/>
          </a:xfrm>
          <a:prstGeom prst="roundRect">
            <a:avLst>
              <a:gd name="adj" fmla="val 2227"/>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SK Precision Light"/>
              <a:ea typeface="+mn-ea"/>
              <a:cs typeface="Arial"/>
            </a:endParaRPr>
          </a:p>
        </p:txBody>
      </p:sp>
      <p:sp>
        <p:nvSpPr>
          <p:cNvPr id="36" name="Rectangle 35">
            <a:extLst>
              <a:ext uri="{FF2B5EF4-FFF2-40B4-BE49-F238E27FC236}">
                <a16:creationId xmlns:a16="http://schemas.microsoft.com/office/drawing/2014/main" id="{7177B097-AC76-32C5-02B6-6A090574C486}"/>
              </a:ext>
            </a:extLst>
          </p:cNvPr>
          <p:cNvSpPr/>
          <p:nvPr/>
        </p:nvSpPr>
        <p:spPr>
          <a:xfrm>
            <a:off x="4404359" y="2861706"/>
            <a:ext cx="3383280" cy="548640"/>
          </a:xfrm>
          <a:prstGeom prst="rect">
            <a:avLst/>
          </a:prstGeom>
        </p:spPr>
        <p:txBody>
          <a:bodyPr wrap="square" lIns="0" tIns="0" rIns="0" bIns="0">
            <a:spAutoFit/>
          </a:bodyPr>
          <a:lstStyle/>
          <a:p>
            <a:pPr marL="0" marR="0" lvl="0" indent="0" algn="ctr" defTabSz="1097280" rtl="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GSK Precision Light"/>
                <a:ea typeface="ＭＳ Ｐゴシック"/>
                <a:cs typeface="Arial"/>
              </a:rPr>
              <a:t>Signal a pivot with a strong transition word or phrase</a:t>
            </a:r>
          </a:p>
        </p:txBody>
      </p:sp>
    </p:spTree>
    <p:custDataLst>
      <p:tags r:id="rId1"/>
    </p:custDataLst>
    <p:extLst>
      <p:ext uri="{BB962C8B-B14F-4D97-AF65-F5344CB8AC3E}">
        <p14:creationId xmlns:p14="http://schemas.microsoft.com/office/powerpoint/2010/main" val="253826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A448820-7BE3-B45B-D1BF-B665C7596774}"/>
              </a:ext>
            </a:extLst>
          </p:cNvPr>
          <p:cNvSpPr>
            <a:spLocks noGrp="1"/>
          </p:cNvSpPr>
          <p:nvPr>
            <p:ph type="body" sz="quarter" idx="22"/>
          </p:nvPr>
        </p:nvSpPr>
        <p:spPr/>
        <p:txBody>
          <a:bodyPr/>
          <a:lstStyle/>
          <a:p>
            <a:endParaRPr lang="en-US"/>
          </a:p>
        </p:txBody>
      </p:sp>
      <p:sp>
        <p:nvSpPr>
          <p:cNvPr id="3" name="Text Placeholder 2">
            <a:extLst>
              <a:ext uri="{FF2B5EF4-FFF2-40B4-BE49-F238E27FC236}">
                <a16:creationId xmlns:a16="http://schemas.microsoft.com/office/drawing/2014/main" id="{4C14B5FC-0A26-C197-E1DB-5C7E63CCACEF}"/>
              </a:ext>
            </a:extLst>
          </p:cNvPr>
          <p:cNvSpPr>
            <a:spLocks noGrp="1"/>
          </p:cNvSpPr>
          <p:nvPr>
            <p:ph type="body" sz="quarter" idx="18"/>
          </p:nvPr>
        </p:nvSpPr>
        <p:spPr>
          <a:xfrm>
            <a:off x="365125" y="6013650"/>
            <a:ext cx="11460164" cy="298800"/>
          </a:xfrm>
        </p:spPr>
        <p:txBody>
          <a:bodyPr/>
          <a:lstStyle/>
          <a:p>
            <a:pPr lvl="0" algn="ctr" defTabSz="914400" eaLnBrk="0" fontAlgn="base" hangingPunct="0">
              <a:spcBef>
                <a:spcPct val="0"/>
              </a:spcBef>
              <a:spcAft>
                <a:spcPct val="0"/>
              </a:spcAft>
              <a:buClrTx/>
              <a:buSzTx/>
            </a:pPr>
            <a:r>
              <a:rPr lang="en-US" altLang="en-US">
                <a:solidFill>
                  <a:srgbClr val="09090B"/>
                </a:solidFill>
                <a:latin typeface="inherit"/>
              </a:rPr>
              <a:t>The sample dialogue provided in this presentation are for illustrative purposes only. </a:t>
            </a:r>
          </a:p>
          <a:p>
            <a:pPr lvl="0" algn="ctr" defTabSz="914400" eaLnBrk="0" fontAlgn="base" hangingPunct="0">
              <a:spcBef>
                <a:spcPct val="0"/>
              </a:spcBef>
              <a:spcAft>
                <a:spcPct val="0"/>
              </a:spcAft>
              <a:buClrTx/>
              <a:buSzTx/>
            </a:pPr>
            <a:r>
              <a:rPr lang="en-US" altLang="en-US">
                <a:solidFill>
                  <a:srgbClr val="09090B"/>
                </a:solidFill>
                <a:latin typeface="inherit"/>
              </a:rPr>
              <a:t>These materials must be reviewed and locally approved by the Medical Affairs team prior to use in any healthcare professional (HCP) interactions.</a:t>
            </a:r>
            <a:endParaRPr lang="en-US" altLang="en-US" sz="600">
              <a:solidFill>
                <a:srgbClr val="09090B"/>
              </a:solidFill>
              <a:latin typeface="inherit"/>
            </a:endParaRPr>
          </a:p>
        </p:txBody>
      </p:sp>
      <p:sp>
        <p:nvSpPr>
          <p:cNvPr id="6" name="Title 5">
            <a:extLst>
              <a:ext uri="{FF2B5EF4-FFF2-40B4-BE49-F238E27FC236}">
                <a16:creationId xmlns:a16="http://schemas.microsoft.com/office/drawing/2014/main" id="{71ABE95E-653E-B7E1-6ACE-AC7DE6651BCC}"/>
              </a:ext>
            </a:extLst>
          </p:cNvPr>
          <p:cNvSpPr>
            <a:spLocks noGrp="1"/>
          </p:cNvSpPr>
          <p:nvPr>
            <p:ph type="title"/>
          </p:nvPr>
        </p:nvSpPr>
        <p:spPr/>
        <p:txBody>
          <a:bodyPr/>
          <a:lstStyle/>
          <a:p>
            <a:r>
              <a:rPr lang="en-SG"/>
              <a:t>Let’s apply!</a:t>
            </a:r>
            <a:endParaRPr lang="en-US"/>
          </a:p>
        </p:txBody>
      </p:sp>
      <p:sp>
        <p:nvSpPr>
          <p:cNvPr id="7" name="Subtitle 6">
            <a:extLst>
              <a:ext uri="{FF2B5EF4-FFF2-40B4-BE49-F238E27FC236}">
                <a16:creationId xmlns:a16="http://schemas.microsoft.com/office/drawing/2014/main" id="{F4D95417-A911-4760-3ECD-135B64CC634C}"/>
              </a:ext>
            </a:extLst>
          </p:cNvPr>
          <p:cNvSpPr>
            <a:spLocks noGrp="1"/>
          </p:cNvSpPr>
          <p:nvPr>
            <p:ph type="subTitle" idx="1"/>
          </p:nvPr>
        </p:nvSpPr>
        <p:spPr/>
        <p:txBody>
          <a:bodyPr/>
          <a:lstStyle/>
          <a:p>
            <a:endParaRPr lang="en-US"/>
          </a:p>
        </p:txBody>
      </p:sp>
      <p:pic>
        <p:nvPicPr>
          <p:cNvPr id="9" name="Picture 8">
            <a:extLst>
              <a:ext uri="{FF2B5EF4-FFF2-40B4-BE49-F238E27FC236}">
                <a16:creationId xmlns:a16="http://schemas.microsoft.com/office/drawing/2014/main" id="{5ED50058-EC6A-04BE-CCB4-4E21666CA709}"/>
              </a:ext>
            </a:extLst>
          </p:cNvPr>
          <p:cNvPicPr>
            <a:picLocks noChangeAspect="1"/>
          </p:cNvPicPr>
          <p:nvPr/>
        </p:nvPicPr>
        <p:blipFill>
          <a:blip r:embed="rId3"/>
          <a:stretch>
            <a:fillRect/>
          </a:stretch>
        </p:blipFill>
        <p:spPr>
          <a:xfrm>
            <a:off x="365125" y="1300161"/>
            <a:ext cx="11460163" cy="4415843"/>
          </a:xfrm>
          <a:prstGeom prst="rect">
            <a:avLst/>
          </a:prstGeom>
        </p:spPr>
      </p:pic>
      <p:sp>
        <p:nvSpPr>
          <p:cNvPr id="10" name="Rectangle 9">
            <a:extLst>
              <a:ext uri="{FF2B5EF4-FFF2-40B4-BE49-F238E27FC236}">
                <a16:creationId xmlns:a16="http://schemas.microsoft.com/office/drawing/2014/main" id="{3CE47C80-F8DD-C4D7-1C8A-FBE122D59E8B}"/>
              </a:ext>
            </a:extLst>
          </p:cNvPr>
          <p:cNvSpPr/>
          <p:nvPr/>
        </p:nvSpPr>
        <p:spPr bwMode="auto">
          <a:xfrm>
            <a:off x="3221663" y="1368724"/>
            <a:ext cx="5348177" cy="143539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300"/>
              </a:spcBef>
              <a:spcAft>
                <a:spcPts val="300"/>
              </a:spcAft>
              <a:buClr>
                <a:srgbClr val="F36633"/>
              </a:buClr>
              <a:buSzPct val="110000"/>
              <a:buFontTx/>
              <a:buNone/>
              <a:tabLst/>
              <a:defRPr/>
            </a:pPr>
            <a:r>
              <a:rPr kumimoji="0" lang="en-US" sz="1600" b="0" i="1" u="none" strike="noStrike" kern="1200" cap="none" spc="0" normalizeH="0" baseline="0" noProof="0">
                <a:ln>
                  <a:noFill/>
                </a:ln>
                <a:solidFill>
                  <a:srgbClr val="000000"/>
                </a:solidFill>
                <a:effectLst/>
                <a:uLnTx/>
                <a:uFillTx/>
                <a:latin typeface="GSK Precision Light"/>
                <a:ea typeface="+mn-ea"/>
                <a:cs typeface="Arial"/>
              </a:rPr>
              <a:t>Doctor, based on our previous conversations, you've emphasized your goal of helping patients reduce symptoms quickly while minimizing their risk of exacerbations and you have seen how Triple Therapies can address this</a:t>
            </a:r>
            <a:endParaRPr kumimoji="0" lang="en-US" sz="1600" b="0" i="1" u="none" strike="noStrike" kern="0" cap="none" spc="0" normalizeH="0" baseline="0" noProof="0">
              <a:ln>
                <a:noFill/>
              </a:ln>
              <a:solidFill>
                <a:srgbClr val="000000"/>
              </a:solidFill>
              <a:effectLst/>
              <a:uLnTx/>
              <a:uFillTx/>
              <a:latin typeface="GSK Precision Light"/>
              <a:ea typeface="+mn-ea"/>
              <a:cs typeface="Arial"/>
            </a:endParaRPr>
          </a:p>
        </p:txBody>
      </p:sp>
      <p:sp>
        <p:nvSpPr>
          <p:cNvPr id="11" name="Rectangle 10">
            <a:extLst>
              <a:ext uri="{FF2B5EF4-FFF2-40B4-BE49-F238E27FC236}">
                <a16:creationId xmlns:a16="http://schemas.microsoft.com/office/drawing/2014/main" id="{256EA2D3-D92F-F029-EE94-B4EF11CE7C32}"/>
              </a:ext>
            </a:extLst>
          </p:cNvPr>
          <p:cNvSpPr/>
          <p:nvPr/>
        </p:nvSpPr>
        <p:spPr bwMode="auto">
          <a:xfrm>
            <a:off x="3338622" y="3769076"/>
            <a:ext cx="5114260" cy="143539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300"/>
              </a:spcBef>
              <a:spcAft>
                <a:spcPts val="300"/>
              </a:spcAft>
              <a:buClr>
                <a:srgbClr val="F36633"/>
              </a:buClr>
              <a:buSzPct val="110000"/>
              <a:buFontTx/>
              <a:buNone/>
              <a:tabLst/>
              <a:defRPr/>
            </a:pPr>
            <a:r>
              <a:rPr kumimoji="0" lang="en-US" sz="1600" b="0" i="1" u="none" strike="noStrike" kern="0" cap="none" spc="0" normalizeH="0" baseline="0" noProof="0">
                <a:ln>
                  <a:noFill/>
                </a:ln>
                <a:solidFill>
                  <a:srgbClr val="000000"/>
                </a:solidFill>
                <a:effectLst/>
                <a:uLnTx/>
                <a:uFillTx/>
                <a:latin typeface="GSK Precision Light"/>
                <a:ea typeface="+mn-ea"/>
                <a:cs typeface="Arial"/>
              </a:rPr>
              <a:t>Many pulmonologists use triple therapies interchangeably, assuming they deliver similar outcomes. This means that patients are not getting the most of the treatment, possibly, leading to higher risk of exacerbation</a:t>
            </a:r>
          </a:p>
        </p:txBody>
      </p:sp>
      <p:sp>
        <p:nvSpPr>
          <p:cNvPr id="8" name="Rectangle 1">
            <a:extLst>
              <a:ext uri="{FF2B5EF4-FFF2-40B4-BE49-F238E27FC236}">
                <a16:creationId xmlns:a16="http://schemas.microsoft.com/office/drawing/2014/main" id="{D74DD7FE-170E-28B2-8476-6CC3969AACE8}"/>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a:endParaRPr>
          </a:p>
        </p:txBody>
      </p:sp>
      <p:sp>
        <p:nvSpPr>
          <p:cNvPr id="12" name="Rectangle 2">
            <a:extLst>
              <a:ext uri="{FF2B5EF4-FFF2-40B4-BE49-F238E27FC236}">
                <a16:creationId xmlns:a16="http://schemas.microsoft.com/office/drawing/2014/main" id="{8A251B29-CA09-A877-96AB-72559A025B5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br>
              <a:rPr kumimoji="0" lang="en-US" altLang="en-US" sz="1800" b="0" i="0" u="none" strike="noStrike" kern="1200" cap="none" spc="0" normalizeH="0" baseline="0" noProof="0">
                <a:ln>
                  <a:noFill/>
                </a:ln>
                <a:solidFill>
                  <a:srgbClr val="000000"/>
                </a:solidFill>
                <a:effectLst/>
                <a:uLnTx/>
                <a:uFillTx/>
                <a:latin typeface="GSK Precision Light"/>
                <a:ea typeface="+mn-ea"/>
                <a:cs typeface="Arial"/>
              </a:rPr>
            </a:b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a:endParaRPr>
          </a:p>
        </p:txBody>
      </p:sp>
    </p:spTree>
    <p:extLst>
      <p:ext uri="{BB962C8B-B14F-4D97-AF65-F5344CB8AC3E}">
        <p14:creationId xmlns:p14="http://schemas.microsoft.com/office/powerpoint/2010/main" val="36153168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C30CC858-D1F2-C036-021C-373A6C2579FF}"/>
              </a:ext>
            </a:extLst>
          </p:cNvPr>
          <p:cNvSpPr>
            <a:spLocks noGrp="1"/>
          </p:cNvSpPr>
          <p:nvPr>
            <p:ph type="dt" sz="half" idx="19"/>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97F4CD0-83C1-4C99-A2BD-6DA4A1CC9D00}" type="datetime4">
              <a:rPr kumimoji="0" lang="en-GB" sz="1000" b="0" i="0" u="none" strike="noStrike" kern="1200" cap="none" spc="0" normalizeH="0" baseline="0" noProof="0" smtClean="0">
                <a:ln>
                  <a:noFill/>
                </a:ln>
                <a:solidFill>
                  <a:srgbClr val="000000"/>
                </a:solidFill>
                <a:effectLst/>
                <a:uLnTx/>
                <a:uFillTx/>
                <a:latin typeface="GSK Precision Light"/>
                <a:ea typeface="+mn-ea"/>
                <a:cs typeface="Arial"/>
              </a:rPr>
              <a:pPr marL="0" marR="0" lvl="0" indent="0" algn="l" defTabSz="914400" rtl="0" eaLnBrk="1" fontAlgn="auto" latinLnBrk="0" hangingPunct="1">
                <a:lnSpc>
                  <a:spcPct val="100000"/>
                </a:lnSpc>
                <a:spcBef>
                  <a:spcPts val="0"/>
                </a:spcBef>
                <a:spcAft>
                  <a:spcPts val="0"/>
                </a:spcAft>
                <a:buClrTx/>
                <a:buSzTx/>
                <a:buFontTx/>
                <a:buNone/>
                <a:tabLst/>
                <a:defRPr/>
              </a:pPr>
              <a:t>22 July 2025</a:t>
            </a:fld>
            <a:endParaRPr kumimoji="0" lang="en-GB" sz="10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4" name="Slide Number Placeholder 3">
            <a:extLst>
              <a:ext uri="{FF2B5EF4-FFF2-40B4-BE49-F238E27FC236}">
                <a16:creationId xmlns:a16="http://schemas.microsoft.com/office/drawing/2014/main" id="{7A5EC917-9BB7-8803-F59E-5A04CF1C3628}"/>
              </a:ext>
            </a:extLst>
          </p:cNvPr>
          <p:cNvSpPr>
            <a:spLocks noGrp="1"/>
          </p:cNvSpPr>
          <p:nvPr>
            <p:ph type="sldNum" sz="quarter" idx="2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GSK Precision Light"/>
                <a:ea typeface="+mn-ea"/>
                <a:cs typeface="Arial"/>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GB" sz="10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5" name="Text Placeholder 4">
            <a:extLst>
              <a:ext uri="{FF2B5EF4-FFF2-40B4-BE49-F238E27FC236}">
                <a16:creationId xmlns:a16="http://schemas.microsoft.com/office/drawing/2014/main" id="{788C6B39-8244-7281-84CC-B7C5EDD0F28C}"/>
              </a:ext>
            </a:extLst>
          </p:cNvPr>
          <p:cNvSpPr>
            <a:spLocks noGrp="1"/>
          </p:cNvSpPr>
          <p:nvPr>
            <p:ph type="body" sz="quarter" idx="22"/>
          </p:nvPr>
        </p:nvSpPr>
        <p:spPr>
          <a:xfrm>
            <a:off x="365125" y="1303338"/>
            <a:ext cx="11460163" cy="5040312"/>
          </a:xfrm>
        </p:spPr>
        <p:txBody>
          <a:bodyPr/>
          <a:lstStyle/>
          <a:p>
            <a:pPr marL="457200" indent="-457200">
              <a:buFont typeface="+mj-lt"/>
              <a:buAutoNum type="arabicPeriod"/>
            </a:pPr>
            <a:r>
              <a:rPr lang="en-US" b="1" dirty="0"/>
              <a:t>What is the general treatment goal of the HCP in treating COPD/Asthma?</a:t>
            </a:r>
          </a:p>
          <a:p>
            <a:pPr marL="457200" indent="-457200">
              <a:buFont typeface="+mj-lt"/>
              <a:buAutoNum type="arabicPeriod"/>
            </a:pPr>
            <a:endParaRPr lang="en-US" b="1" dirty="0"/>
          </a:p>
          <a:p>
            <a:pPr marL="457200" indent="-457200">
              <a:buFont typeface="+mj-lt"/>
              <a:buAutoNum type="arabicPeriod"/>
            </a:pPr>
            <a:r>
              <a:rPr lang="en-US" b="1" dirty="0"/>
              <a:t>How are they trying to accomplish #1 now? </a:t>
            </a:r>
            <a:endParaRPr lang="en-US" dirty="0"/>
          </a:p>
          <a:p>
            <a:pPr marL="814742" lvl="1" indent="-457200">
              <a:buFont typeface="Arial" panose="020B0604020202020204" pitchFamily="34" charset="0"/>
              <a:buChar char="•"/>
            </a:pPr>
            <a:r>
              <a:rPr lang="en-US" i="1" dirty="0"/>
              <a:t>(What are the positive things they are doing now, that they believe are actually doing something; these are things that </a:t>
            </a:r>
            <a:r>
              <a:rPr lang="en-US" i="1" u="sng" dirty="0"/>
              <a:t>DO NOT </a:t>
            </a:r>
            <a:r>
              <a:rPr lang="en-US" i="1" dirty="0"/>
              <a:t>include the GSK Solution) </a:t>
            </a:r>
          </a:p>
          <a:p>
            <a:pPr marL="814742" lvl="1" indent="-457200">
              <a:buFont typeface="+mj-lt"/>
              <a:buAutoNum type="arabicPeriod"/>
            </a:pPr>
            <a:endParaRPr lang="en-US" i="1" dirty="0"/>
          </a:p>
          <a:p>
            <a:pPr marL="457200" indent="-457200">
              <a:buFont typeface="+mj-lt"/>
              <a:buAutoNum type="arabicPeriod"/>
            </a:pPr>
            <a:r>
              <a:rPr lang="en-US" b="1" dirty="0"/>
              <a:t>What makes sense (to them) about doing it this way? </a:t>
            </a:r>
            <a:endParaRPr lang="en-US" dirty="0"/>
          </a:p>
          <a:p>
            <a:pPr marL="814742" lvl="1" indent="-457200">
              <a:buFont typeface="Arial" panose="020B0604020202020204" pitchFamily="34" charset="0"/>
              <a:buChar char="•"/>
            </a:pPr>
            <a:r>
              <a:rPr lang="en-US" i="1" dirty="0"/>
              <a:t>(What logic/reasoning would they agree with? Be empathetic here; we don’t want to make them feel that their approach is a “bad” thing at this point.) </a:t>
            </a:r>
          </a:p>
          <a:p>
            <a:pPr marL="814742" lvl="1" indent="-457200">
              <a:buFont typeface="+mj-lt"/>
              <a:buAutoNum type="arabicPeriod"/>
            </a:pPr>
            <a:endParaRPr lang="en-US" dirty="0"/>
          </a:p>
          <a:p>
            <a:pPr marL="457200" indent="-457200">
              <a:buFont typeface="+mj-lt"/>
              <a:buAutoNum type="arabicPeriod"/>
            </a:pPr>
            <a:r>
              <a:rPr lang="en-US" b="1" dirty="0"/>
              <a:t>What’s at stake/at risk if they continue to do it this way? </a:t>
            </a:r>
            <a:endParaRPr lang="en-US" dirty="0"/>
          </a:p>
          <a:p>
            <a:pPr marL="814742" lvl="1" indent="-457200">
              <a:buFont typeface="Arial" panose="020B0604020202020204" pitchFamily="34" charset="0"/>
              <a:buChar char="•"/>
            </a:pPr>
            <a:r>
              <a:rPr lang="en-US" i="1" dirty="0"/>
              <a:t>(What don’t they see or fully appreciate?)</a:t>
            </a:r>
            <a:endParaRPr lang="en-US" dirty="0"/>
          </a:p>
        </p:txBody>
      </p:sp>
      <p:sp>
        <p:nvSpPr>
          <p:cNvPr id="6" name="Title 5">
            <a:extLst>
              <a:ext uri="{FF2B5EF4-FFF2-40B4-BE49-F238E27FC236}">
                <a16:creationId xmlns:a16="http://schemas.microsoft.com/office/drawing/2014/main" id="{579EC8F7-C20C-7D70-8221-BE50F768296A}"/>
              </a:ext>
            </a:extLst>
          </p:cNvPr>
          <p:cNvSpPr>
            <a:spLocks noGrp="1"/>
          </p:cNvSpPr>
          <p:nvPr>
            <p:ph type="title"/>
          </p:nvPr>
        </p:nvSpPr>
        <p:spPr/>
        <p:txBody>
          <a:bodyPr/>
          <a:lstStyle/>
          <a:p>
            <a:r>
              <a:rPr lang="en-US" dirty="0"/>
              <a:t>Gathering your Inputs: Seek First to Understand </a:t>
            </a:r>
          </a:p>
        </p:txBody>
      </p:sp>
      <p:sp>
        <p:nvSpPr>
          <p:cNvPr id="7" name="Subtitle 6">
            <a:extLst>
              <a:ext uri="{FF2B5EF4-FFF2-40B4-BE49-F238E27FC236}">
                <a16:creationId xmlns:a16="http://schemas.microsoft.com/office/drawing/2014/main" id="{CFFF5EDD-5FA8-5202-31B5-327FF664ECAF}"/>
              </a:ext>
            </a:extLst>
          </p:cNvPr>
          <p:cNvSpPr>
            <a:spLocks noGrp="1"/>
          </p:cNvSpPr>
          <p:nvPr>
            <p:ph type="subTitle" idx="1"/>
          </p:nvPr>
        </p:nvSpPr>
        <p:spPr/>
        <p:txBody>
          <a:bodyPr/>
          <a:lstStyle/>
          <a:p>
            <a:r>
              <a:rPr lang="en-US" dirty="0"/>
              <a:t>Individual Activity</a:t>
            </a:r>
          </a:p>
        </p:txBody>
      </p:sp>
      <p:grpSp>
        <p:nvGrpSpPr>
          <p:cNvPr id="2" name="Group 1">
            <a:extLst>
              <a:ext uri="{FF2B5EF4-FFF2-40B4-BE49-F238E27FC236}">
                <a16:creationId xmlns:a16="http://schemas.microsoft.com/office/drawing/2014/main" id="{615503E4-C012-10F5-2358-D83584B51F68}"/>
              </a:ext>
            </a:extLst>
          </p:cNvPr>
          <p:cNvGrpSpPr/>
          <p:nvPr/>
        </p:nvGrpSpPr>
        <p:grpSpPr>
          <a:xfrm>
            <a:off x="9994605" y="216575"/>
            <a:ext cx="2113276" cy="999282"/>
            <a:chOff x="9994605" y="216575"/>
            <a:chExt cx="2113276" cy="999282"/>
          </a:xfrm>
        </p:grpSpPr>
        <p:sp>
          <p:nvSpPr>
            <p:cNvPr id="8" name="Rectangle 7">
              <a:extLst>
                <a:ext uri="{FF2B5EF4-FFF2-40B4-BE49-F238E27FC236}">
                  <a16:creationId xmlns:a16="http://schemas.microsoft.com/office/drawing/2014/main" id="{0E85B677-0178-3D75-52F8-2250D0BAE25C}"/>
                </a:ext>
              </a:extLst>
            </p:cNvPr>
            <p:cNvSpPr/>
            <p:nvPr/>
          </p:nvSpPr>
          <p:spPr bwMode="auto">
            <a:xfrm>
              <a:off x="9994605" y="216575"/>
              <a:ext cx="2113276" cy="940713"/>
            </a:xfrm>
            <a:prstGeom prst="rect">
              <a:avLst/>
            </a:prstGeom>
            <a:solidFill>
              <a:schemeClr val="bg2">
                <a:lumMod val="20000"/>
                <a:lumOff val="80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l" eaLnBrk="0" fontAlgn="auto" hangingPunct="0">
                <a:spcBef>
                  <a:spcPts val="300"/>
                </a:spcBef>
                <a:spcAft>
                  <a:spcPts val="300"/>
                </a:spcAft>
                <a:buClr>
                  <a:schemeClr val="tx2"/>
                </a:buClr>
                <a:buSzPct val="110000"/>
              </a:pPr>
              <a:endParaRPr lang="en-PH" sz="1600" kern="0" dirty="0" err="1">
                <a:solidFill>
                  <a:schemeClr val="tx1"/>
                </a:solidFill>
              </a:endParaRPr>
            </a:p>
          </p:txBody>
        </p:sp>
        <p:pic>
          <p:nvPicPr>
            <p:cNvPr id="9" name="Graphic 8" descr="Pencil with solid fill">
              <a:extLst>
                <a:ext uri="{FF2B5EF4-FFF2-40B4-BE49-F238E27FC236}">
                  <a16:creationId xmlns:a16="http://schemas.microsoft.com/office/drawing/2014/main" id="{AF761AD6-DE55-4DCA-5778-EB3342F5768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93481" y="216575"/>
              <a:ext cx="914400" cy="914400"/>
            </a:xfrm>
            <a:prstGeom prst="rect">
              <a:avLst/>
            </a:prstGeom>
          </p:spPr>
        </p:pic>
        <p:sp>
          <p:nvSpPr>
            <p:cNvPr id="10" name="TextBox 9">
              <a:extLst>
                <a:ext uri="{FF2B5EF4-FFF2-40B4-BE49-F238E27FC236}">
                  <a16:creationId xmlns:a16="http://schemas.microsoft.com/office/drawing/2014/main" id="{F43B1900-5776-8D19-F3B9-ABB88CD1A8D7}"/>
                </a:ext>
              </a:extLst>
            </p:cNvPr>
            <p:cNvSpPr txBox="1"/>
            <p:nvPr/>
          </p:nvSpPr>
          <p:spPr>
            <a:xfrm>
              <a:off x="10367215" y="301457"/>
              <a:ext cx="914400" cy="914400"/>
            </a:xfrm>
            <a:prstGeom prst="rect">
              <a:avLst/>
            </a:prstGeom>
            <a:noFill/>
          </p:spPr>
          <p:txBody>
            <a:bodyPr wrap="none" lIns="36000" tIns="36000" rIns="36000" bIns="36000" rtlCol="0">
              <a:noAutofit/>
            </a:bodyPr>
            <a:lstStyle/>
            <a:p>
              <a:pPr algn="r">
                <a:spcBef>
                  <a:spcPts val="300"/>
                </a:spcBef>
                <a:spcAft>
                  <a:spcPts val="300"/>
                </a:spcAft>
                <a:buClr>
                  <a:schemeClr val="tx2"/>
                </a:buClr>
                <a:buSzPct val="110000"/>
              </a:pPr>
              <a:r>
                <a:rPr lang="en-PH" sz="1600" b="1" dirty="0"/>
                <a:t>Suggested </a:t>
              </a:r>
            </a:p>
            <a:p>
              <a:pPr algn="r">
                <a:spcBef>
                  <a:spcPts val="300"/>
                </a:spcBef>
                <a:spcAft>
                  <a:spcPts val="300"/>
                </a:spcAft>
                <a:buClr>
                  <a:schemeClr val="tx2"/>
                </a:buClr>
                <a:buSzPct val="110000"/>
              </a:pPr>
              <a:r>
                <a:rPr lang="en-PH" sz="1600" b="1" dirty="0"/>
                <a:t>Activity</a:t>
              </a:r>
            </a:p>
          </p:txBody>
        </p:sp>
      </p:grpSp>
    </p:spTree>
    <p:extLst>
      <p:ext uri="{BB962C8B-B14F-4D97-AF65-F5344CB8AC3E}">
        <p14:creationId xmlns:p14="http://schemas.microsoft.com/office/powerpoint/2010/main" val="1607431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33">
            <a:extLst>
              <a:ext uri="{FF2B5EF4-FFF2-40B4-BE49-F238E27FC236}">
                <a16:creationId xmlns:a16="http://schemas.microsoft.com/office/drawing/2014/main" id="{15562890-032A-73E4-C986-14E2E98623DF}"/>
              </a:ext>
            </a:extLst>
          </p:cNvPr>
          <p:cNvSpPr>
            <a:spLocks noGrp="1"/>
          </p:cNvSpPr>
          <p:nvPr>
            <p:ph type="title"/>
          </p:nvPr>
        </p:nvSpPr>
        <p:spPr/>
        <p:txBody>
          <a:bodyPr/>
          <a:lstStyle/>
          <a:p>
            <a:r>
              <a:rPr lang="en-PH"/>
              <a:t>Suggested Activity</a:t>
            </a:r>
          </a:p>
        </p:txBody>
      </p:sp>
      <p:sp>
        <p:nvSpPr>
          <p:cNvPr id="35" name="Subtitle 34">
            <a:extLst>
              <a:ext uri="{FF2B5EF4-FFF2-40B4-BE49-F238E27FC236}">
                <a16:creationId xmlns:a16="http://schemas.microsoft.com/office/drawing/2014/main" id="{A10D565A-2FEC-8E4F-860C-A5E6B3A52B31}"/>
              </a:ext>
            </a:extLst>
          </p:cNvPr>
          <p:cNvSpPr>
            <a:spLocks noGrp="1"/>
          </p:cNvSpPr>
          <p:nvPr>
            <p:ph type="subTitle" idx="1"/>
          </p:nvPr>
        </p:nvSpPr>
        <p:spPr/>
        <p:txBody>
          <a:bodyPr/>
          <a:lstStyle/>
          <a:p>
            <a:r>
              <a:rPr lang="en-PH"/>
              <a:t>Fill in the blank reframe</a:t>
            </a:r>
          </a:p>
        </p:txBody>
      </p:sp>
      <p:sp>
        <p:nvSpPr>
          <p:cNvPr id="4" name="Title 2">
            <a:extLst>
              <a:ext uri="{FF2B5EF4-FFF2-40B4-BE49-F238E27FC236}">
                <a16:creationId xmlns:a16="http://schemas.microsoft.com/office/drawing/2014/main" id="{E1C7159F-DD47-4B2D-A726-A6F35F0BD025}"/>
              </a:ext>
            </a:extLst>
          </p:cNvPr>
          <p:cNvSpPr txBox="1">
            <a:spLocks/>
          </p:cNvSpPr>
          <p:nvPr/>
        </p:nvSpPr>
        <p:spPr>
          <a:xfrm>
            <a:off x="419100" y="1281462"/>
            <a:ext cx="9947413" cy="443198"/>
          </a:xfrm>
          <a:prstGeom prst="rect">
            <a:avLst/>
          </a:prstGeom>
        </p:spPr>
        <p:txBody>
          <a:bodyPr vert="horz" lIns="0" tIns="0" rIns="0" bIns="0" rtlCol="0" anchor="b" anchorCtr="0">
            <a:normAutofit/>
          </a:bodyPr>
          <a:lstStyle>
            <a:lvl1pPr algn="l" defTabSz="1219170" rtl="0" eaLnBrk="1" latinLnBrk="0" hangingPunct="1">
              <a:lnSpc>
                <a:spcPct val="100000"/>
              </a:lnSpc>
              <a:spcBef>
                <a:spcPct val="0"/>
              </a:spcBef>
              <a:buNone/>
              <a:defRPr sz="2800" b="1" kern="1200" cap="none">
                <a:solidFill>
                  <a:schemeClr val="tx1"/>
                </a:solidFill>
                <a:latin typeface="+mj-lt"/>
                <a:ea typeface="+mj-ea"/>
                <a:cs typeface="+mj-cs"/>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a:ln>
                  <a:noFill/>
                </a:ln>
                <a:solidFill>
                  <a:srgbClr val="FFFFFF"/>
                </a:solidFill>
                <a:effectLst/>
                <a:uLnTx/>
                <a:uFillTx/>
                <a:latin typeface="GSK Precision Light"/>
                <a:ea typeface="+mj-ea"/>
                <a:cs typeface="Arial"/>
              </a:rPr>
              <a:t>Fill in the Blank Reframe</a:t>
            </a:r>
          </a:p>
        </p:txBody>
      </p:sp>
      <p:sp>
        <p:nvSpPr>
          <p:cNvPr id="5" name="Rectangle 13">
            <a:extLst>
              <a:ext uri="{FF2B5EF4-FFF2-40B4-BE49-F238E27FC236}">
                <a16:creationId xmlns:a16="http://schemas.microsoft.com/office/drawing/2014/main" id="{4A485649-268B-FE58-67F7-EA4ADC6EC426}"/>
              </a:ext>
            </a:extLst>
          </p:cNvPr>
          <p:cNvSpPr>
            <a:spLocks noChangeArrowheads="1"/>
          </p:cNvSpPr>
          <p:nvPr/>
        </p:nvSpPr>
        <p:spPr bwMode="auto">
          <a:xfrm>
            <a:off x="4465326" y="3712003"/>
            <a:ext cx="2156712" cy="398904"/>
          </a:xfrm>
          <a:prstGeom prst="rect">
            <a:avLst/>
          </a:prstGeom>
          <a:noFill/>
          <a:ln w="9525">
            <a:noFill/>
            <a:miter lim="800000"/>
            <a:headEnd/>
            <a:tailEnd/>
          </a:ln>
        </p:spPr>
        <p:txBody>
          <a:bodyPr vert="horz" wrap="square" lIns="68580" tIns="34290" rIns="68580" bIns="34290" numCol="1" anchor="ctr" anchorCtr="0" compatLnSpc="1">
            <a:prstTxWarp prst="textNoShape">
              <a:avLst/>
            </a:prstTxWarp>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GSK Precision Light"/>
                <a:ea typeface="ＭＳ Ｐゴシック"/>
                <a:cs typeface="Arial"/>
              </a:rPr>
              <a:t>However,</a:t>
            </a:r>
          </a:p>
        </p:txBody>
      </p:sp>
      <p:sp>
        <p:nvSpPr>
          <p:cNvPr id="6" name="Rectangle: Rounded Corners 5">
            <a:extLst>
              <a:ext uri="{FF2B5EF4-FFF2-40B4-BE49-F238E27FC236}">
                <a16:creationId xmlns:a16="http://schemas.microsoft.com/office/drawing/2014/main" id="{F07DFD23-2DAB-14DC-2C78-FDDDFDF36037}"/>
              </a:ext>
            </a:extLst>
          </p:cNvPr>
          <p:cNvSpPr/>
          <p:nvPr/>
        </p:nvSpPr>
        <p:spPr>
          <a:xfrm>
            <a:off x="2616806" y="4475585"/>
            <a:ext cx="5853752" cy="1097280"/>
          </a:xfrm>
          <a:prstGeom prst="roundRect">
            <a:avLst/>
          </a:prstGeom>
          <a:solidFill>
            <a:schemeClr val="bg2"/>
          </a:solidFill>
          <a:ln w="12700">
            <a:noFill/>
          </a:ln>
        </p:spPr>
        <p:txBody>
          <a:bodyPr wrap="square" lIns="182880" tIns="182880" rIns="182880" bIns="182880" anchor="ctr" anchorCtr="0">
            <a:noAutofit/>
          </a:bodyPr>
          <a:lstStyle/>
          <a:p>
            <a:pPr marL="0" marR="0" lvl="0" indent="0" algn="l" defTabSz="401194"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282828"/>
                </a:solidFill>
                <a:effectLst/>
                <a:uLnTx/>
                <a:uFillTx/>
                <a:latin typeface="GSK Precision Light"/>
                <a:ea typeface="+mn-ea"/>
                <a:cs typeface="Arial"/>
              </a:rPr>
              <a:t>…What is happening is that___________.</a:t>
            </a:r>
            <a:endParaRPr kumimoji="0" lang="en-US" sz="1800" b="0" i="0" u="none" strike="noStrike" kern="1200" cap="none" spc="0" normalizeH="0" baseline="0" noProof="0">
              <a:ln>
                <a:noFill/>
              </a:ln>
              <a:solidFill>
                <a:srgbClr val="282828"/>
              </a:solidFill>
              <a:effectLst/>
              <a:uLnTx/>
              <a:uFillTx/>
              <a:latin typeface="GSK Precision Light"/>
              <a:ea typeface="+mn-ea"/>
              <a:cs typeface="Arial"/>
            </a:endParaRPr>
          </a:p>
        </p:txBody>
      </p:sp>
      <p:sp>
        <p:nvSpPr>
          <p:cNvPr id="7" name="Rectangle 6">
            <a:extLst>
              <a:ext uri="{FF2B5EF4-FFF2-40B4-BE49-F238E27FC236}">
                <a16:creationId xmlns:a16="http://schemas.microsoft.com/office/drawing/2014/main" id="{583F8837-BE09-B3EF-A71F-35E4EA39998E}"/>
              </a:ext>
            </a:extLst>
          </p:cNvPr>
          <p:cNvSpPr/>
          <p:nvPr/>
        </p:nvSpPr>
        <p:spPr>
          <a:xfrm>
            <a:off x="5874014" y="4854872"/>
            <a:ext cx="911688" cy="246221"/>
          </a:xfrm>
          <a:prstGeom prst="rect">
            <a:avLst/>
          </a:prstGeom>
        </p:spPr>
        <p:txBody>
          <a:bodyPr wrap="square" lIns="0" tIns="0" rIns="0" bIns="0">
            <a:spAutoFit/>
          </a:bodyPr>
          <a:lstStyle/>
          <a:p>
            <a:pPr marL="0" marR="0" lvl="0" indent="0" algn="ctr" defTabSz="401194"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raphik Bold"/>
                <a:ea typeface="ＭＳ Ｐゴシック"/>
                <a:cs typeface="Arial"/>
              </a:rPr>
              <a:t>(#4)</a:t>
            </a:r>
            <a:endParaRPr kumimoji="0" lang="en-US" sz="1600" b="0" i="0" u="none" strike="noStrike" kern="1200" cap="none" spc="0" normalizeH="0" baseline="0" noProof="0" dirty="0">
              <a:ln>
                <a:noFill/>
              </a:ln>
              <a:solidFill>
                <a:srgbClr val="000000"/>
              </a:solidFill>
              <a:effectLst/>
              <a:uLnTx/>
              <a:uFillTx/>
              <a:latin typeface="Graphik Bold"/>
              <a:ea typeface="+mn-ea"/>
              <a:cs typeface="Arial"/>
            </a:endParaRPr>
          </a:p>
        </p:txBody>
      </p:sp>
      <p:sp>
        <p:nvSpPr>
          <p:cNvPr id="8" name="Rectangle 7">
            <a:extLst>
              <a:ext uri="{FF2B5EF4-FFF2-40B4-BE49-F238E27FC236}">
                <a16:creationId xmlns:a16="http://schemas.microsoft.com/office/drawing/2014/main" id="{F5F9437F-6621-0A03-7721-F0EF9096E4A0}"/>
              </a:ext>
            </a:extLst>
          </p:cNvPr>
          <p:cNvSpPr/>
          <p:nvPr/>
        </p:nvSpPr>
        <p:spPr>
          <a:xfrm>
            <a:off x="9110574" y="2111477"/>
            <a:ext cx="2522626" cy="923330"/>
          </a:xfrm>
          <a:prstGeom prst="rect">
            <a:avLst/>
          </a:prstGeom>
        </p:spPr>
        <p:txBody>
          <a:bodyPr wrap="square" lIns="0" tIns="0" rIns="0" bIns="0">
            <a:spAutoFit/>
          </a:bodyPr>
          <a:lstStyle/>
          <a:p>
            <a:pPr marL="0" marR="0" lvl="0" indent="0" algn="l" defTabSz="401194"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GSK Precision Light"/>
                <a:ea typeface="+mn-ea"/>
                <a:cs typeface="Arial"/>
              </a:rPr>
              <a:t>When done right:</a:t>
            </a:r>
          </a:p>
          <a:p>
            <a:pPr marL="0" marR="0" lvl="0" indent="0" algn="l" defTabSz="401194"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GSK Precision Light"/>
                <a:ea typeface="+mn-ea"/>
                <a:cs typeface="Arial"/>
              </a:rPr>
              <a:t>Opens conversation, builds credibility</a:t>
            </a:r>
          </a:p>
          <a:p>
            <a:pPr marL="0" marR="0" lvl="0" indent="0" algn="l" defTabSz="401194"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GSK Precision Light"/>
              <a:ea typeface="+mn-ea"/>
              <a:cs typeface="Arial"/>
            </a:endParaRPr>
          </a:p>
          <a:p>
            <a:pPr marL="0" marR="0" lvl="0" indent="0" algn="l" defTabSz="401194"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GSK Precision Light"/>
                <a:ea typeface="+mn-ea"/>
                <a:cs typeface="Arial"/>
              </a:rPr>
              <a:t>When done right:</a:t>
            </a:r>
          </a:p>
          <a:p>
            <a:pPr marL="0" marR="0" lvl="0" indent="0" algn="l" defTabSz="401194"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GSK Precision Light"/>
                <a:ea typeface="+mn-ea"/>
                <a:cs typeface="Arial"/>
              </a:rPr>
              <a:t>Gets verbal agreement, “head nod”</a:t>
            </a:r>
            <a:endParaRPr kumimoji="0" lang="en-US" sz="12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9" name="Arrow: Right 8">
            <a:extLst>
              <a:ext uri="{FF2B5EF4-FFF2-40B4-BE49-F238E27FC236}">
                <a16:creationId xmlns:a16="http://schemas.microsoft.com/office/drawing/2014/main" id="{C4B038C1-83B1-5976-DE32-9D8ECED95633}"/>
              </a:ext>
            </a:extLst>
          </p:cNvPr>
          <p:cNvSpPr/>
          <p:nvPr/>
        </p:nvSpPr>
        <p:spPr>
          <a:xfrm>
            <a:off x="8668970" y="2124177"/>
            <a:ext cx="325925" cy="181319"/>
          </a:xfrm>
          <a:prstGeom prst="rightArrow">
            <a:avLst/>
          </a:prstGeom>
          <a:solidFill>
            <a:schemeClr val="bg1"/>
          </a:solidFill>
        </p:spPr>
        <p:txBody>
          <a:bodyPr wrap="square" lIns="109728" tIns="109728" bIns="109728" rtlCol="0" anchor="t" anchorCtr="0">
            <a:noAutofit/>
          </a:bodyPr>
          <a:lstStyle/>
          <a:p>
            <a:pPr marL="0" marR="0" lvl="0" indent="0" algn="l" defTabSz="914400" rtl="0" eaLnBrk="1" fontAlgn="auto" latinLnBrk="0" hangingPunct="1">
              <a:lnSpc>
                <a:spcPts val="2256"/>
              </a:lnSpc>
              <a:spcBef>
                <a:spcPts val="0"/>
              </a:spcBef>
              <a:spcAft>
                <a:spcPts val="0"/>
              </a:spcAft>
              <a:buClrTx/>
              <a:buSzTx/>
              <a:buFontTx/>
              <a:buNone/>
              <a:tabLst/>
              <a:defRPr/>
            </a:pPr>
            <a:endParaRPr kumimoji="0" lang="en-US" sz="1680" b="0" i="0" u="none" strike="noStrike" kern="1200" cap="none" spc="0" normalizeH="0" baseline="0" noProof="0" err="1">
              <a:ln>
                <a:noFill/>
              </a:ln>
              <a:solidFill>
                <a:srgbClr val="FFFFFF"/>
              </a:solidFill>
              <a:effectLst/>
              <a:uLnTx/>
              <a:uFillTx/>
              <a:latin typeface="Lyon Text Bold" panose="02000503070000020004" pitchFamily="2" charset="77"/>
              <a:ea typeface="Lyon Text Bold" charset="0"/>
              <a:cs typeface="Lyon Text Bold" charset="0"/>
            </a:endParaRPr>
          </a:p>
        </p:txBody>
      </p:sp>
      <p:sp>
        <p:nvSpPr>
          <p:cNvPr id="10" name="Rectangle: Rounded Corners 9">
            <a:extLst>
              <a:ext uri="{FF2B5EF4-FFF2-40B4-BE49-F238E27FC236}">
                <a16:creationId xmlns:a16="http://schemas.microsoft.com/office/drawing/2014/main" id="{F4450390-B525-EA19-15B5-FEFB4811A17D}"/>
              </a:ext>
            </a:extLst>
          </p:cNvPr>
          <p:cNvSpPr/>
          <p:nvPr/>
        </p:nvSpPr>
        <p:spPr>
          <a:xfrm>
            <a:off x="2616806" y="2007623"/>
            <a:ext cx="5853752" cy="1339703"/>
          </a:xfrm>
          <a:prstGeom prst="roundRect">
            <a:avLst/>
          </a:prstGeom>
          <a:solidFill>
            <a:schemeClr val="bg2"/>
          </a:solidFill>
          <a:ln w="12700">
            <a:noFill/>
          </a:ln>
        </p:spPr>
        <p:txBody>
          <a:bodyPr wrap="square" lIns="182880" tIns="182880" rIns="182880" bIns="182880" anchor="ctr" anchorCtr="0">
            <a:noAutofit/>
          </a:bodyPr>
          <a:lstStyle/>
          <a:p>
            <a:pPr marL="0" marR="0" lvl="0" indent="0" algn="l" defTabSz="401194"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GSK Precision Light"/>
                <a:ea typeface="+mn-ea"/>
                <a:cs typeface="Arial"/>
              </a:rPr>
              <a:t>We understand that your goal is to  ___________ In our previous call, you shared that you manage COPD by prescribing ________and __________, because ___________ .</a:t>
            </a:r>
            <a:endParaRPr kumimoji="0" lang="en-US" sz="18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11" name="Rectangle 10">
            <a:extLst>
              <a:ext uri="{FF2B5EF4-FFF2-40B4-BE49-F238E27FC236}">
                <a16:creationId xmlns:a16="http://schemas.microsoft.com/office/drawing/2014/main" id="{AAA1DE88-4A6C-93B3-856A-30E63339AF66}"/>
              </a:ext>
            </a:extLst>
          </p:cNvPr>
          <p:cNvSpPr/>
          <p:nvPr/>
        </p:nvSpPr>
        <p:spPr>
          <a:xfrm>
            <a:off x="6846199" y="2094369"/>
            <a:ext cx="749848" cy="246221"/>
          </a:xfrm>
          <a:prstGeom prst="rect">
            <a:avLst/>
          </a:prstGeom>
        </p:spPr>
        <p:txBody>
          <a:bodyPr wrap="square" lIns="0" tIns="0" rIns="0" bIns="0">
            <a:spAutoFit/>
          </a:bodyPr>
          <a:lstStyle/>
          <a:p>
            <a:pPr marL="0" marR="0" lvl="0" indent="0" algn="ctr" defTabSz="401194"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Graphik Bold"/>
                <a:ea typeface="ＭＳ Ｐゴシック"/>
                <a:cs typeface="Arial"/>
              </a:rPr>
              <a:t>(#1)</a:t>
            </a:r>
            <a:endParaRPr kumimoji="0" lang="en-US" sz="1600" b="0" i="0" u="none" strike="noStrike" kern="1200" cap="none" spc="0" normalizeH="0" baseline="0" noProof="0">
              <a:ln>
                <a:noFill/>
              </a:ln>
              <a:solidFill>
                <a:srgbClr val="000000"/>
              </a:solidFill>
              <a:effectLst/>
              <a:uLnTx/>
              <a:uFillTx/>
              <a:latin typeface="Graphik Bold"/>
              <a:ea typeface="+mn-ea"/>
              <a:cs typeface="Arial"/>
            </a:endParaRPr>
          </a:p>
        </p:txBody>
      </p:sp>
      <p:sp>
        <p:nvSpPr>
          <p:cNvPr id="12" name="Rectangle 11">
            <a:extLst>
              <a:ext uri="{FF2B5EF4-FFF2-40B4-BE49-F238E27FC236}">
                <a16:creationId xmlns:a16="http://schemas.microsoft.com/office/drawing/2014/main" id="{FC122247-CFF9-39AE-CC61-7918F8FB885E}"/>
              </a:ext>
            </a:extLst>
          </p:cNvPr>
          <p:cNvSpPr/>
          <p:nvPr/>
        </p:nvSpPr>
        <p:spPr>
          <a:xfrm>
            <a:off x="5248123" y="2634284"/>
            <a:ext cx="789670" cy="246221"/>
          </a:xfrm>
          <a:prstGeom prst="rect">
            <a:avLst/>
          </a:prstGeom>
        </p:spPr>
        <p:txBody>
          <a:bodyPr wrap="square" lIns="0" tIns="0" rIns="0" bIns="0">
            <a:spAutoFit/>
          </a:bodyPr>
          <a:lstStyle/>
          <a:p>
            <a:pPr marL="0" marR="0" lvl="0" indent="0" algn="ctr" defTabSz="401194"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Graphik Bold"/>
                <a:ea typeface="ＭＳ Ｐゴシック"/>
                <a:cs typeface="Arial"/>
              </a:rPr>
              <a:t>(#2)</a:t>
            </a:r>
            <a:endParaRPr kumimoji="0" lang="en-US" sz="1600" b="0" i="0" u="none" strike="noStrike" kern="1200" cap="none" spc="0" normalizeH="0" baseline="0" noProof="0">
              <a:ln>
                <a:noFill/>
              </a:ln>
              <a:solidFill>
                <a:srgbClr val="000000"/>
              </a:solidFill>
              <a:effectLst/>
              <a:uLnTx/>
              <a:uFillTx/>
              <a:latin typeface="Graphik Bold"/>
              <a:ea typeface="+mn-ea"/>
              <a:cs typeface="Arial"/>
            </a:endParaRPr>
          </a:p>
        </p:txBody>
      </p:sp>
      <p:sp>
        <p:nvSpPr>
          <p:cNvPr id="13" name="Rectangle 12">
            <a:extLst>
              <a:ext uri="{FF2B5EF4-FFF2-40B4-BE49-F238E27FC236}">
                <a16:creationId xmlns:a16="http://schemas.microsoft.com/office/drawing/2014/main" id="{1C16DB7D-AFFA-A398-9475-993E1C0E703D}"/>
              </a:ext>
            </a:extLst>
          </p:cNvPr>
          <p:cNvSpPr/>
          <p:nvPr/>
        </p:nvSpPr>
        <p:spPr>
          <a:xfrm>
            <a:off x="4096744" y="2915553"/>
            <a:ext cx="705814" cy="246221"/>
          </a:xfrm>
          <a:prstGeom prst="rect">
            <a:avLst/>
          </a:prstGeom>
        </p:spPr>
        <p:txBody>
          <a:bodyPr wrap="square" lIns="0" tIns="0" rIns="0" bIns="0">
            <a:spAutoFit/>
          </a:bodyPr>
          <a:lstStyle/>
          <a:p>
            <a:pPr marL="0" marR="0" lvl="0" indent="0" algn="ctr" defTabSz="401194"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raphik Bold"/>
                <a:ea typeface="ＭＳ Ｐゴシック"/>
                <a:cs typeface="Arial"/>
              </a:rPr>
              <a:t>(#3)</a:t>
            </a:r>
            <a:endParaRPr kumimoji="0" lang="en-US" sz="1600" b="0" i="0" u="none" strike="noStrike" kern="1200" cap="none" spc="0" normalizeH="0" baseline="0" noProof="0" dirty="0">
              <a:ln>
                <a:noFill/>
              </a:ln>
              <a:solidFill>
                <a:srgbClr val="000000"/>
              </a:solidFill>
              <a:effectLst/>
              <a:uLnTx/>
              <a:uFillTx/>
              <a:latin typeface="Graphik Bold"/>
              <a:ea typeface="+mn-ea"/>
              <a:cs typeface="Arial"/>
            </a:endParaRPr>
          </a:p>
        </p:txBody>
      </p:sp>
      <p:sp>
        <p:nvSpPr>
          <p:cNvPr id="14" name="Rectangle 13">
            <a:extLst>
              <a:ext uri="{FF2B5EF4-FFF2-40B4-BE49-F238E27FC236}">
                <a16:creationId xmlns:a16="http://schemas.microsoft.com/office/drawing/2014/main" id="{8E070174-142F-E3AD-A3D3-6F1B2691E80A}"/>
              </a:ext>
            </a:extLst>
          </p:cNvPr>
          <p:cNvSpPr/>
          <p:nvPr/>
        </p:nvSpPr>
        <p:spPr>
          <a:xfrm>
            <a:off x="6988310" y="2657835"/>
            <a:ext cx="990290" cy="246221"/>
          </a:xfrm>
          <a:prstGeom prst="rect">
            <a:avLst/>
          </a:prstGeom>
        </p:spPr>
        <p:txBody>
          <a:bodyPr wrap="square" lIns="0" tIns="0" rIns="0" bIns="0">
            <a:spAutoFit/>
          </a:bodyPr>
          <a:lstStyle/>
          <a:p>
            <a:pPr marL="0" marR="0" lvl="0" indent="0" algn="ctr" defTabSz="401194"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raphik Bold"/>
                <a:ea typeface="ＭＳ Ｐゴシック"/>
                <a:cs typeface="Arial"/>
              </a:rPr>
              <a:t>(#2)</a:t>
            </a:r>
            <a:endParaRPr kumimoji="0" lang="en-US" sz="1600" b="0" i="0" u="none" strike="noStrike" kern="1200" cap="none" spc="0" normalizeH="0" baseline="0" noProof="0" dirty="0">
              <a:ln>
                <a:noFill/>
              </a:ln>
              <a:solidFill>
                <a:srgbClr val="000000"/>
              </a:solidFill>
              <a:effectLst/>
              <a:uLnTx/>
              <a:uFillTx/>
              <a:latin typeface="Graphik Bold"/>
              <a:ea typeface="+mn-ea"/>
              <a:cs typeface="Arial"/>
            </a:endParaRPr>
          </a:p>
        </p:txBody>
      </p:sp>
      <p:sp>
        <p:nvSpPr>
          <p:cNvPr id="16" name="Arrow: Right 15">
            <a:extLst>
              <a:ext uri="{FF2B5EF4-FFF2-40B4-BE49-F238E27FC236}">
                <a16:creationId xmlns:a16="http://schemas.microsoft.com/office/drawing/2014/main" id="{3A3256F2-F357-F9CD-3E0F-9FF5D0957692}"/>
              </a:ext>
            </a:extLst>
          </p:cNvPr>
          <p:cNvSpPr/>
          <p:nvPr/>
        </p:nvSpPr>
        <p:spPr>
          <a:xfrm>
            <a:off x="8644911" y="2813838"/>
            <a:ext cx="325925" cy="181319"/>
          </a:xfrm>
          <a:prstGeom prst="rightArrow">
            <a:avLst/>
          </a:prstGeom>
          <a:solidFill>
            <a:schemeClr val="bg1"/>
          </a:solidFill>
        </p:spPr>
        <p:txBody>
          <a:bodyPr wrap="square" lIns="109728" tIns="109728" bIns="109728" rtlCol="0" anchor="t" anchorCtr="0">
            <a:noAutofit/>
          </a:bodyPr>
          <a:lstStyle/>
          <a:p>
            <a:pPr marL="0" marR="0" lvl="0" indent="0" algn="l" defTabSz="914400" rtl="0" eaLnBrk="1" fontAlgn="auto" latinLnBrk="0" hangingPunct="1">
              <a:lnSpc>
                <a:spcPts val="2256"/>
              </a:lnSpc>
              <a:spcBef>
                <a:spcPts val="0"/>
              </a:spcBef>
              <a:spcAft>
                <a:spcPts val="0"/>
              </a:spcAft>
              <a:buClrTx/>
              <a:buSzTx/>
              <a:buFontTx/>
              <a:buNone/>
              <a:tabLst/>
              <a:defRPr/>
            </a:pPr>
            <a:endParaRPr kumimoji="0" lang="en-US" sz="1680" b="0" i="0" u="none" strike="noStrike" kern="1200" cap="none" spc="0" normalizeH="0" baseline="0" noProof="0" err="1">
              <a:ln>
                <a:noFill/>
              </a:ln>
              <a:solidFill>
                <a:srgbClr val="FFFFFF"/>
              </a:solidFill>
              <a:effectLst/>
              <a:uLnTx/>
              <a:uFillTx/>
              <a:latin typeface="Lyon Text Bold" panose="02000503070000020004" pitchFamily="2" charset="77"/>
              <a:ea typeface="Lyon Text Bold" charset="0"/>
              <a:cs typeface="Lyon Text Bold" charset="0"/>
            </a:endParaRPr>
          </a:p>
        </p:txBody>
      </p:sp>
      <p:sp>
        <p:nvSpPr>
          <p:cNvPr id="17" name="Rectangle 16">
            <a:extLst>
              <a:ext uri="{FF2B5EF4-FFF2-40B4-BE49-F238E27FC236}">
                <a16:creationId xmlns:a16="http://schemas.microsoft.com/office/drawing/2014/main" id="{6F526DA0-81A5-EC04-657E-0E587FC08D03}"/>
              </a:ext>
            </a:extLst>
          </p:cNvPr>
          <p:cNvSpPr/>
          <p:nvPr/>
        </p:nvSpPr>
        <p:spPr>
          <a:xfrm>
            <a:off x="9110573" y="4554795"/>
            <a:ext cx="2729001" cy="738664"/>
          </a:xfrm>
          <a:prstGeom prst="rect">
            <a:avLst/>
          </a:prstGeom>
        </p:spPr>
        <p:txBody>
          <a:bodyPr wrap="square" lIns="0" tIns="0" rIns="0" bIns="0">
            <a:spAutoFit/>
          </a:bodyPr>
          <a:lstStyle/>
          <a:p>
            <a:pPr marL="0" marR="0" lvl="0" indent="0" algn="l" defTabSz="401194"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GSK Precision Light"/>
                <a:ea typeface="+mn-ea"/>
                <a:cs typeface="Arial"/>
              </a:rPr>
              <a:t>When done right:</a:t>
            </a:r>
          </a:p>
          <a:p>
            <a:pPr marL="0" marR="0" lvl="0" indent="0" algn="l" defTabSz="401194"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GSK Precision Light"/>
                <a:ea typeface="+mn-ea"/>
                <a:cs typeface="Arial"/>
              </a:rPr>
              <a:t>Elicits reaction - “I never thought about it that way before…” or “wait a minute…what are you talking about?”</a:t>
            </a:r>
            <a:endParaRPr kumimoji="0" lang="en-US" sz="12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18" name="Arrow: Right 17">
            <a:extLst>
              <a:ext uri="{FF2B5EF4-FFF2-40B4-BE49-F238E27FC236}">
                <a16:creationId xmlns:a16="http://schemas.microsoft.com/office/drawing/2014/main" id="{E196339A-DAE7-0F33-BBD9-D3B50A5F5A06}"/>
              </a:ext>
            </a:extLst>
          </p:cNvPr>
          <p:cNvSpPr/>
          <p:nvPr/>
        </p:nvSpPr>
        <p:spPr>
          <a:xfrm>
            <a:off x="8640644" y="4554795"/>
            <a:ext cx="325925" cy="181319"/>
          </a:xfrm>
          <a:prstGeom prst="rightArrow">
            <a:avLst/>
          </a:prstGeom>
          <a:solidFill>
            <a:schemeClr val="bg1"/>
          </a:solidFill>
        </p:spPr>
        <p:txBody>
          <a:bodyPr wrap="square" lIns="109728" tIns="109728" bIns="109728" rtlCol="0" anchor="t" anchorCtr="0">
            <a:noAutofit/>
          </a:bodyPr>
          <a:lstStyle/>
          <a:p>
            <a:pPr marL="0" marR="0" lvl="0" indent="0" algn="l" defTabSz="914400" rtl="0" eaLnBrk="1" fontAlgn="auto" latinLnBrk="0" hangingPunct="1">
              <a:lnSpc>
                <a:spcPts val="2256"/>
              </a:lnSpc>
              <a:spcBef>
                <a:spcPts val="0"/>
              </a:spcBef>
              <a:spcAft>
                <a:spcPts val="0"/>
              </a:spcAft>
              <a:buClrTx/>
              <a:buSzTx/>
              <a:buFontTx/>
              <a:buNone/>
              <a:tabLst/>
              <a:defRPr/>
            </a:pPr>
            <a:endParaRPr kumimoji="0" lang="en-US" sz="1680" b="0" i="0" u="none" strike="noStrike" kern="1200" cap="none" spc="0" normalizeH="0" baseline="0" noProof="0" err="1">
              <a:ln>
                <a:noFill/>
              </a:ln>
              <a:solidFill>
                <a:srgbClr val="FFFFFF"/>
              </a:solidFill>
              <a:effectLst/>
              <a:uLnTx/>
              <a:uFillTx/>
              <a:latin typeface="Lyon Text Bold" panose="02000503070000020004" pitchFamily="2" charset="77"/>
              <a:ea typeface="Lyon Text Bold" charset="0"/>
              <a:cs typeface="Lyon Text Bold" charset="0"/>
            </a:endParaRPr>
          </a:p>
        </p:txBody>
      </p:sp>
      <p:sp>
        <p:nvSpPr>
          <p:cNvPr id="19" name="Rectangle 18">
            <a:extLst>
              <a:ext uri="{FF2B5EF4-FFF2-40B4-BE49-F238E27FC236}">
                <a16:creationId xmlns:a16="http://schemas.microsoft.com/office/drawing/2014/main" id="{6520337D-7D57-A975-DCD8-5C5FFD1E004C}"/>
              </a:ext>
            </a:extLst>
          </p:cNvPr>
          <p:cNvSpPr/>
          <p:nvPr/>
        </p:nvSpPr>
        <p:spPr>
          <a:xfrm>
            <a:off x="419099" y="3444986"/>
            <a:ext cx="1983858" cy="553998"/>
          </a:xfrm>
          <a:prstGeom prst="rect">
            <a:avLst/>
          </a:prstGeom>
        </p:spPr>
        <p:txBody>
          <a:bodyPr wrap="square" lIns="0" tIns="0" rIns="0" bIns="0">
            <a:spAutoFit/>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GSK Precision Light"/>
                <a:ea typeface="ＭＳ Ｐゴシック"/>
                <a:cs typeface="Arial"/>
              </a:rPr>
              <a:t>In your words, empathetically describe the status quo</a:t>
            </a:r>
          </a:p>
        </p:txBody>
      </p:sp>
      <p:sp>
        <p:nvSpPr>
          <p:cNvPr id="20" name="Rectangle 19">
            <a:extLst>
              <a:ext uri="{FF2B5EF4-FFF2-40B4-BE49-F238E27FC236}">
                <a16:creationId xmlns:a16="http://schemas.microsoft.com/office/drawing/2014/main" id="{6F829386-A6A1-4759-B1B9-37BB5CCDDEA1}"/>
              </a:ext>
            </a:extLst>
          </p:cNvPr>
          <p:cNvSpPr>
            <a:spLocks noChangeArrowheads="1"/>
          </p:cNvSpPr>
          <p:nvPr/>
        </p:nvSpPr>
        <p:spPr bwMode="auto">
          <a:xfrm>
            <a:off x="451300" y="5680557"/>
            <a:ext cx="1919456" cy="369332"/>
          </a:xfrm>
          <a:prstGeom prst="rect">
            <a:avLst/>
          </a:prstGeom>
          <a:noFill/>
          <a:ln w="9525">
            <a:noFill/>
            <a:miter lim="800000"/>
            <a:headEnd/>
            <a:tailEnd/>
          </a:ln>
        </p:spPr>
        <p:txBody>
          <a:bodyPr vert="horz" wrap="square" lIns="0" tIns="0" rIns="0" bIns="0" numCol="1" anchor="ctr" anchorCtr="0" compatLnSpc="1">
            <a:prstTxWarp prst="textNoShape">
              <a:avLst/>
            </a:prstTxWarp>
            <a:spAutoFit/>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GSK Precision Light"/>
                <a:ea typeface="ＭＳ Ｐゴシック"/>
                <a:cs typeface="Arial"/>
              </a:rPr>
              <a:t>Reveal the flaw in that way of thinking about the issue</a:t>
            </a:r>
          </a:p>
        </p:txBody>
      </p:sp>
      <p:sp>
        <p:nvSpPr>
          <p:cNvPr id="21" name="Rectangle: Rounded Corners 20">
            <a:extLst>
              <a:ext uri="{FF2B5EF4-FFF2-40B4-BE49-F238E27FC236}">
                <a16:creationId xmlns:a16="http://schemas.microsoft.com/office/drawing/2014/main" id="{4F4385DE-1418-C7D9-6944-D95E281EFCCE}"/>
              </a:ext>
            </a:extLst>
          </p:cNvPr>
          <p:cNvSpPr/>
          <p:nvPr/>
        </p:nvSpPr>
        <p:spPr>
          <a:xfrm>
            <a:off x="419099" y="4475585"/>
            <a:ext cx="1983858" cy="109728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SK Precision Light"/>
              <a:ea typeface="+mn-ea"/>
              <a:cs typeface="Arial"/>
            </a:endParaRPr>
          </a:p>
        </p:txBody>
      </p:sp>
      <p:pic>
        <p:nvPicPr>
          <p:cNvPr id="22" name="Graphic 21">
            <a:extLst>
              <a:ext uri="{FF2B5EF4-FFF2-40B4-BE49-F238E27FC236}">
                <a16:creationId xmlns:a16="http://schemas.microsoft.com/office/drawing/2014/main" id="{D7786AB7-D740-A4E8-269C-1C7BDDF2178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9670" y="4534413"/>
            <a:ext cx="702716" cy="596541"/>
          </a:xfrm>
          <a:prstGeom prst="rect">
            <a:avLst/>
          </a:prstGeom>
        </p:spPr>
      </p:pic>
      <p:sp>
        <p:nvSpPr>
          <p:cNvPr id="23" name="TextBox 22">
            <a:extLst>
              <a:ext uri="{FF2B5EF4-FFF2-40B4-BE49-F238E27FC236}">
                <a16:creationId xmlns:a16="http://schemas.microsoft.com/office/drawing/2014/main" id="{DB03C54D-E532-C7F0-71CF-8A103C0D8528}"/>
              </a:ext>
            </a:extLst>
          </p:cNvPr>
          <p:cNvSpPr txBox="1"/>
          <p:nvPr/>
        </p:nvSpPr>
        <p:spPr>
          <a:xfrm>
            <a:off x="1023060" y="4702250"/>
            <a:ext cx="669606"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360"/>
              </a:spcAft>
              <a:buClrTx/>
              <a:buSzTx/>
              <a:buFontTx/>
              <a:buNone/>
              <a:tabLst/>
              <a:defRPr/>
            </a:pPr>
            <a:r>
              <a:rPr kumimoji="0" lang="en-US" sz="1600" b="0" i="0" u="none" strike="noStrike" kern="1200" cap="none" spc="0" normalizeH="0" baseline="0" noProof="0">
                <a:ln>
                  <a:noFill/>
                </a:ln>
                <a:solidFill>
                  <a:srgbClr val="FFFFFF"/>
                </a:solidFill>
                <a:effectLst/>
                <a:uLnTx/>
                <a:uFillTx/>
                <a:latin typeface="Graphik Bold" panose="020B0803030202060203" pitchFamily="34" charset="0"/>
                <a:ea typeface="+mn-ea"/>
                <a:cs typeface="Arial"/>
              </a:rPr>
              <a:t>Gap</a:t>
            </a:r>
          </a:p>
        </p:txBody>
      </p:sp>
      <p:sp>
        <p:nvSpPr>
          <p:cNvPr id="24" name="TextBox 23">
            <a:extLst>
              <a:ext uri="{FF2B5EF4-FFF2-40B4-BE49-F238E27FC236}">
                <a16:creationId xmlns:a16="http://schemas.microsoft.com/office/drawing/2014/main" id="{4E317795-E76E-792D-2A9F-C8B793885584}"/>
              </a:ext>
            </a:extLst>
          </p:cNvPr>
          <p:cNvSpPr txBox="1"/>
          <p:nvPr/>
        </p:nvSpPr>
        <p:spPr>
          <a:xfrm>
            <a:off x="739527" y="5144705"/>
            <a:ext cx="1343003" cy="33855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SK Precision Light"/>
                <a:ea typeface="+mn-ea"/>
                <a:cs typeface="Arial"/>
              </a:rPr>
              <a:t>What the customer is missing</a:t>
            </a:r>
          </a:p>
        </p:txBody>
      </p:sp>
      <p:grpSp>
        <p:nvGrpSpPr>
          <p:cNvPr id="25" name="Group 24">
            <a:extLst>
              <a:ext uri="{FF2B5EF4-FFF2-40B4-BE49-F238E27FC236}">
                <a16:creationId xmlns:a16="http://schemas.microsoft.com/office/drawing/2014/main" id="{ECFCFDE0-347A-E440-19ED-4BBE3F513CF3}"/>
              </a:ext>
            </a:extLst>
          </p:cNvPr>
          <p:cNvGrpSpPr/>
          <p:nvPr/>
        </p:nvGrpSpPr>
        <p:grpSpPr>
          <a:xfrm>
            <a:off x="268569" y="1892691"/>
            <a:ext cx="2287267" cy="1469924"/>
            <a:chOff x="268569" y="1709814"/>
            <a:chExt cx="2287267" cy="1469924"/>
          </a:xfrm>
        </p:grpSpPr>
        <p:sp>
          <p:nvSpPr>
            <p:cNvPr id="26" name="Rectangle: Rounded Corners 25">
              <a:extLst>
                <a:ext uri="{FF2B5EF4-FFF2-40B4-BE49-F238E27FC236}">
                  <a16:creationId xmlns:a16="http://schemas.microsoft.com/office/drawing/2014/main" id="{CE677414-FCCA-E64C-16B1-17C3F2266F0B}"/>
                </a:ext>
              </a:extLst>
            </p:cNvPr>
            <p:cNvSpPr/>
            <p:nvPr/>
          </p:nvSpPr>
          <p:spPr>
            <a:xfrm>
              <a:off x="419099" y="1808138"/>
              <a:ext cx="1983858" cy="137160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SK Precision Light"/>
                <a:ea typeface="+mn-ea"/>
                <a:cs typeface="Arial"/>
              </a:endParaRPr>
            </a:p>
          </p:txBody>
        </p:sp>
        <p:sp>
          <p:nvSpPr>
            <p:cNvPr id="27" name="TextBox 26">
              <a:extLst>
                <a:ext uri="{FF2B5EF4-FFF2-40B4-BE49-F238E27FC236}">
                  <a16:creationId xmlns:a16="http://schemas.microsoft.com/office/drawing/2014/main" id="{88878408-CBA5-D5AE-FEC8-C12D29C56F86}"/>
                </a:ext>
              </a:extLst>
            </p:cNvPr>
            <p:cNvSpPr txBox="1"/>
            <p:nvPr/>
          </p:nvSpPr>
          <p:spPr>
            <a:xfrm>
              <a:off x="268569" y="1709814"/>
              <a:ext cx="2274073" cy="923330"/>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6000" b="0" i="0" u="none" strike="noStrike" kern="1200" cap="none" spc="0" normalizeH="0" baseline="0" noProof="0">
                  <a:ln>
                    <a:noFill/>
                  </a:ln>
                  <a:solidFill>
                    <a:srgbClr val="F36633"/>
                  </a:solidFill>
                  <a:effectLst/>
                  <a:uLnTx/>
                  <a:uFillTx/>
                  <a:latin typeface="GSK Precision Light"/>
                  <a:ea typeface="+mn-ea"/>
                  <a:cs typeface="Arial"/>
                </a:rPr>
                <a:t>A</a:t>
              </a:r>
            </a:p>
          </p:txBody>
        </p:sp>
        <p:sp>
          <p:nvSpPr>
            <p:cNvPr id="28" name="TextBox 27">
              <a:extLst>
                <a:ext uri="{FF2B5EF4-FFF2-40B4-BE49-F238E27FC236}">
                  <a16:creationId xmlns:a16="http://schemas.microsoft.com/office/drawing/2014/main" id="{685D37B9-3D08-4B34-31E9-E0BD6D79625F}"/>
                </a:ext>
              </a:extLst>
            </p:cNvPr>
            <p:cNvSpPr txBox="1"/>
            <p:nvPr/>
          </p:nvSpPr>
          <p:spPr>
            <a:xfrm>
              <a:off x="281763" y="2436019"/>
              <a:ext cx="2274073"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36633"/>
                  </a:solidFill>
                  <a:effectLst/>
                  <a:uLnTx/>
                  <a:uFillTx/>
                  <a:latin typeface="GSK Precision Light"/>
                  <a:ea typeface="+mn-ea"/>
                  <a:cs typeface="Arial"/>
                </a:rPr>
                <a:t>Current State</a:t>
              </a:r>
            </a:p>
          </p:txBody>
        </p:sp>
        <p:sp>
          <p:nvSpPr>
            <p:cNvPr id="29" name="TextBox 28">
              <a:extLst>
                <a:ext uri="{FF2B5EF4-FFF2-40B4-BE49-F238E27FC236}">
                  <a16:creationId xmlns:a16="http://schemas.microsoft.com/office/drawing/2014/main" id="{21AAF850-F5FB-B3E5-14C7-A123513C4403}"/>
                </a:ext>
              </a:extLst>
            </p:cNvPr>
            <p:cNvSpPr txBox="1"/>
            <p:nvPr/>
          </p:nvSpPr>
          <p:spPr>
            <a:xfrm>
              <a:off x="464502" y="2732676"/>
              <a:ext cx="1893052" cy="33855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SK Precision Light"/>
                  <a:ea typeface="+mn-ea"/>
                  <a:cs typeface="Arial"/>
                </a:rPr>
                <a:t>Captures the customer’s current thinking</a:t>
              </a:r>
            </a:p>
          </p:txBody>
        </p:sp>
      </p:grpSp>
      <p:sp>
        <p:nvSpPr>
          <p:cNvPr id="37" name="Arrow: Right 36">
            <a:extLst>
              <a:ext uri="{FF2B5EF4-FFF2-40B4-BE49-F238E27FC236}">
                <a16:creationId xmlns:a16="http://schemas.microsoft.com/office/drawing/2014/main" id="{5FCBA6A6-4D8C-E7DB-8978-E055D5849F7F}"/>
              </a:ext>
            </a:extLst>
          </p:cNvPr>
          <p:cNvSpPr/>
          <p:nvPr/>
        </p:nvSpPr>
        <p:spPr>
          <a:xfrm>
            <a:off x="8604554" y="2276577"/>
            <a:ext cx="325925" cy="181319"/>
          </a:xfrm>
          <a:prstGeom prst="rightArrow">
            <a:avLst/>
          </a:prstGeom>
          <a:solidFill>
            <a:schemeClr val="tx2"/>
          </a:solidFill>
        </p:spPr>
        <p:txBody>
          <a:bodyPr wrap="square" lIns="109728" tIns="109728" bIns="109728" rtlCol="0" anchor="t" anchorCtr="0">
            <a:noAutofit/>
          </a:bodyPr>
          <a:lstStyle/>
          <a:p>
            <a:pPr marL="0" marR="0" lvl="0" indent="0" algn="l" defTabSz="914400" rtl="0" eaLnBrk="1" fontAlgn="auto" latinLnBrk="0" hangingPunct="1">
              <a:lnSpc>
                <a:spcPts val="2256"/>
              </a:lnSpc>
              <a:spcBef>
                <a:spcPts val="0"/>
              </a:spcBef>
              <a:spcAft>
                <a:spcPts val="0"/>
              </a:spcAft>
              <a:buClrTx/>
              <a:buSzTx/>
              <a:buFontTx/>
              <a:buNone/>
              <a:tabLst/>
              <a:defRPr/>
            </a:pPr>
            <a:endParaRPr kumimoji="0" lang="en-US" sz="1680" b="0" i="0" u="none" strike="noStrike" kern="1200" cap="none" spc="0" normalizeH="0" baseline="0" noProof="0" err="1">
              <a:ln>
                <a:noFill/>
              </a:ln>
              <a:solidFill>
                <a:srgbClr val="FFFFFF"/>
              </a:solidFill>
              <a:effectLst/>
              <a:uLnTx/>
              <a:uFillTx/>
              <a:latin typeface="Lyon Text Bold" panose="02000503070000020004" pitchFamily="2" charset="77"/>
              <a:ea typeface="Lyon Text Bold" charset="0"/>
              <a:cs typeface="Lyon Text Bold" charset="0"/>
            </a:endParaRPr>
          </a:p>
        </p:txBody>
      </p:sp>
      <p:sp>
        <p:nvSpPr>
          <p:cNvPr id="38" name="Arrow: Right 37">
            <a:extLst>
              <a:ext uri="{FF2B5EF4-FFF2-40B4-BE49-F238E27FC236}">
                <a16:creationId xmlns:a16="http://schemas.microsoft.com/office/drawing/2014/main" id="{08A51063-859E-F2EB-0A3D-11ABB8AB7705}"/>
              </a:ext>
            </a:extLst>
          </p:cNvPr>
          <p:cNvSpPr/>
          <p:nvPr/>
        </p:nvSpPr>
        <p:spPr>
          <a:xfrm>
            <a:off x="8580495" y="2966238"/>
            <a:ext cx="325925" cy="181319"/>
          </a:xfrm>
          <a:prstGeom prst="rightArrow">
            <a:avLst/>
          </a:prstGeom>
          <a:solidFill>
            <a:schemeClr val="tx2"/>
          </a:solidFill>
        </p:spPr>
        <p:txBody>
          <a:bodyPr wrap="square" lIns="109728" tIns="109728" bIns="109728" rtlCol="0" anchor="t" anchorCtr="0">
            <a:noAutofit/>
          </a:bodyPr>
          <a:lstStyle/>
          <a:p>
            <a:pPr marL="0" marR="0" lvl="0" indent="0" algn="l" defTabSz="914400" rtl="0" eaLnBrk="1" fontAlgn="auto" latinLnBrk="0" hangingPunct="1">
              <a:lnSpc>
                <a:spcPts val="2256"/>
              </a:lnSpc>
              <a:spcBef>
                <a:spcPts val="0"/>
              </a:spcBef>
              <a:spcAft>
                <a:spcPts val="0"/>
              </a:spcAft>
              <a:buClrTx/>
              <a:buSzTx/>
              <a:buFontTx/>
              <a:buNone/>
              <a:tabLst/>
              <a:defRPr/>
            </a:pPr>
            <a:endParaRPr kumimoji="0" lang="en-US" sz="1680" b="0" i="0" u="none" strike="noStrike" kern="1200" cap="none" spc="0" normalizeH="0" baseline="0" noProof="0" err="1">
              <a:ln>
                <a:noFill/>
              </a:ln>
              <a:solidFill>
                <a:srgbClr val="FFFFFF"/>
              </a:solidFill>
              <a:effectLst/>
              <a:uLnTx/>
              <a:uFillTx/>
              <a:latin typeface="Lyon Text Bold" panose="02000503070000020004" pitchFamily="2" charset="77"/>
              <a:ea typeface="Lyon Text Bold" charset="0"/>
              <a:cs typeface="Lyon Text Bold" charset="0"/>
            </a:endParaRPr>
          </a:p>
        </p:txBody>
      </p:sp>
      <p:sp>
        <p:nvSpPr>
          <p:cNvPr id="39" name="Arrow: Right 38">
            <a:extLst>
              <a:ext uri="{FF2B5EF4-FFF2-40B4-BE49-F238E27FC236}">
                <a16:creationId xmlns:a16="http://schemas.microsoft.com/office/drawing/2014/main" id="{ED948B5B-0228-85FE-1EB0-816C1FA39551}"/>
              </a:ext>
            </a:extLst>
          </p:cNvPr>
          <p:cNvSpPr/>
          <p:nvPr/>
        </p:nvSpPr>
        <p:spPr>
          <a:xfrm>
            <a:off x="8576228" y="4707195"/>
            <a:ext cx="325925" cy="181319"/>
          </a:xfrm>
          <a:prstGeom prst="rightArrow">
            <a:avLst/>
          </a:prstGeom>
          <a:solidFill>
            <a:schemeClr val="tx2"/>
          </a:solidFill>
        </p:spPr>
        <p:txBody>
          <a:bodyPr wrap="square" lIns="109728" tIns="109728" bIns="109728" rtlCol="0" anchor="t" anchorCtr="0">
            <a:noAutofit/>
          </a:bodyPr>
          <a:lstStyle/>
          <a:p>
            <a:pPr marL="0" marR="0" lvl="0" indent="0" algn="l" defTabSz="914400" rtl="0" eaLnBrk="1" fontAlgn="auto" latinLnBrk="0" hangingPunct="1">
              <a:lnSpc>
                <a:spcPts val="2256"/>
              </a:lnSpc>
              <a:spcBef>
                <a:spcPts val="0"/>
              </a:spcBef>
              <a:spcAft>
                <a:spcPts val="0"/>
              </a:spcAft>
              <a:buClrTx/>
              <a:buSzTx/>
              <a:buFontTx/>
              <a:buNone/>
              <a:tabLst/>
              <a:defRPr/>
            </a:pPr>
            <a:endParaRPr kumimoji="0" lang="en-US" sz="1680" b="0" i="0" u="none" strike="noStrike" kern="1200" cap="none" spc="0" normalizeH="0" baseline="0" noProof="0" err="1">
              <a:ln>
                <a:noFill/>
              </a:ln>
              <a:solidFill>
                <a:srgbClr val="FFFFFF"/>
              </a:solidFill>
              <a:effectLst/>
              <a:uLnTx/>
              <a:uFillTx/>
              <a:latin typeface="Lyon Text Bold" panose="02000503070000020004" pitchFamily="2" charset="77"/>
              <a:ea typeface="Lyon Text Bold" charset="0"/>
              <a:cs typeface="Lyon Text Bold" charset="0"/>
            </a:endParaRPr>
          </a:p>
        </p:txBody>
      </p:sp>
      <p:grpSp>
        <p:nvGrpSpPr>
          <p:cNvPr id="2" name="Group 1">
            <a:extLst>
              <a:ext uri="{FF2B5EF4-FFF2-40B4-BE49-F238E27FC236}">
                <a16:creationId xmlns:a16="http://schemas.microsoft.com/office/drawing/2014/main" id="{DC2F953F-5171-4EBD-DFC6-82AF1ABF07FF}"/>
              </a:ext>
            </a:extLst>
          </p:cNvPr>
          <p:cNvGrpSpPr/>
          <p:nvPr/>
        </p:nvGrpSpPr>
        <p:grpSpPr>
          <a:xfrm>
            <a:off x="9994605" y="216575"/>
            <a:ext cx="2113276" cy="999282"/>
            <a:chOff x="9994605" y="216575"/>
            <a:chExt cx="2113276" cy="999282"/>
          </a:xfrm>
        </p:grpSpPr>
        <p:sp>
          <p:nvSpPr>
            <p:cNvPr id="3" name="Rectangle 2">
              <a:extLst>
                <a:ext uri="{FF2B5EF4-FFF2-40B4-BE49-F238E27FC236}">
                  <a16:creationId xmlns:a16="http://schemas.microsoft.com/office/drawing/2014/main" id="{B8820A8D-6E1C-5D78-A99B-9D6F73600A62}"/>
                </a:ext>
              </a:extLst>
            </p:cNvPr>
            <p:cNvSpPr/>
            <p:nvPr/>
          </p:nvSpPr>
          <p:spPr bwMode="auto">
            <a:xfrm>
              <a:off x="9994605" y="216575"/>
              <a:ext cx="2113276" cy="940713"/>
            </a:xfrm>
            <a:prstGeom prst="rect">
              <a:avLst/>
            </a:prstGeom>
            <a:solidFill>
              <a:schemeClr val="bg2">
                <a:lumMod val="20000"/>
                <a:lumOff val="80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l" eaLnBrk="0" fontAlgn="auto" hangingPunct="0">
                <a:spcBef>
                  <a:spcPts val="300"/>
                </a:spcBef>
                <a:spcAft>
                  <a:spcPts val="300"/>
                </a:spcAft>
                <a:buClr>
                  <a:schemeClr val="tx2"/>
                </a:buClr>
                <a:buSzPct val="110000"/>
              </a:pPr>
              <a:endParaRPr lang="en-PH" sz="1600" kern="0" dirty="0" err="1">
                <a:solidFill>
                  <a:schemeClr val="tx1"/>
                </a:solidFill>
              </a:endParaRPr>
            </a:p>
          </p:txBody>
        </p:sp>
        <p:pic>
          <p:nvPicPr>
            <p:cNvPr id="15" name="Graphic 14" descr="Pencil with solid fill">
              <a:extLst>
                <a:ext uri="{FF2B5EF4-FFF2-40B4-BE49-F238E27FC236}">
                  <a16:creationId xmlns:a16="http://schemas.microsoft.com/office/drawing/2014/main" id="{BFCB0C7F-2C39-A6BE-18F6-0D174E5D8C6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193481" y="216575"/>
              <a:ext cx="914400" cy="914400"/>
            </a:xfrm>
            <a:prstGeom prst="rect">
              <a:avLst/>
            </a:prstGeom>
          </p:spPr>
        </p:pic>
        <p:sp>
          <p:nvSpPr>
            <p:cNvPr id="30" name="TextBox 29">
              <a:extLst>
                <a:ext uri="{FF2B5EF4-FFF2-40B4-BE49-F238E27FC236}">
                  <a16:creationId xmlns:a16="http://schemas.microsoft.com/office/drawing/2014/main" id="{050500F0-A036-A66F-02B9-B6D58132D22E}"/>
                </a:ext>
              </a:extLst>
            </p:cNvPr>
            <p:cNvSpPr txBox="1"/>
            <p:nvPr/>
          </p:nvSpPr>
          <p:spPr>
            <a:xfrm>
              <a:off x="10367215" y="301457"/>
              <a:ext cx="914400" cy="914400"/>
            </a:xfrm>
            <a:prstGeom prst="rect">
              <a:avLst/>
            </a:prstGeom>
            <a:noFill/>
          </p:spPr>
          <p:txBody>
            <a:bodyPr wrap="none" lIns="36000" tIns="36000" rIns="36000" bIns="36000" rtlCol="0">
              <a:noAutofit/>
            </a:bodyPr>
            <a:lstStyle/>
            <a:p>
              <a:pPr algn="r">
                <a:spcBef>
                  <a:spcPts val="300"/>
                </a:spcBef>
                <a:spcAft>
                  <a:spcPts val="300"/>
                </a:spcAft>
                <a:buClr>
                  <a:schemeClr val="tx2"/>
                </a:buClr>
                <a:buSzPct val="110000"/>
              </a:pPr>
              <a:r>
                <a:rPr lang="en-PH" sz="1600" b="1" dirty="0"/>
                <a:t>Suggested </a:t>
              </a:r>
            </a:p>
            <a:p>
              <a:pPr algn="r">
                <a:spcBef>
                  <a:spcPts val="300"/>
                </a:spcBef>
                <a:spcAft>
                  <a:spcPts val="300"/>
                </a:spcAft>
                <a:buClr>
                  <a:schemeClr val="tx2"/>
                </a:buClr>
                <a:buSzPct val="110000"/>
              </a:pPr>
              <a:r>
                <a:rPr lang="en-PH" sz="1600" b="1" dirty="0"/>
                <a:t>Activity</a:t>
              </a:r>
            </a:p>
          </p:txBody>
        </p:sp>
      </p:grpSp>
    </p:spTree>
    <p:extLst>
      <p:ext uri="{BB962C8B-B14F-4D97-AF65-F5344CB8AC3E}">
        <p14:creationId xmlns:p14="http://schemas.microsoft.com/office/powerpoint/2010/main" val="2676889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60E27-3564-4C2F-9B6C-13066A0D4A62}"/>
              </a:ext>
            </a:extLst>
          </p:cNvPr>
          <p:cNvSpPr>
            <a:spLocks noGrp="1"/>
          </p:cNvSpPr>
          <p:nvPr>
            <p:ph type="title"/>
          </p:nvPr>
        </p:nvSpPr>
        <p:spPr/>
        <p:txBody>
          <a:bodyPr/>
          <a:lstStyle/>
          <a:p>
            <a:r>
              <a:rPr lang="en-US"/>
              <a:t>Developing a Reframe</a:t>
            </a:r>
          </a:p>
        </p:txBody>
      </p:sp>
      <p:sp>
        <p:nvSpPr>
          <p:cNvPr id="4" name="Rectangle 13">
            <a:extLst>
              <a:ext uri="{FF2B5EF4-FFF2-40B4-BE49-F238E27FC236}">
                <a16:creationId xmlns:a16="http://schemas.microsoft.com/office/drawing/2014/main" id="{BCE1BDEC-69C1-DF61-21A1-B138065D5679}"/>
              </a:ext>
            </a:extLst>
          </p:cNvPr>
          <p:cNvSpPr>
            <a:spLocks noChangeArrowheads="1"/>
          </p:cNvSpPr>
          <p:nvPr/>
        </p:nvSpPr>
        <p:spPr bwMode="auto">
          <a:xfrm>
            <a:off x="5586176" y="3597265"/>
            <a:ext cx="2866708" cy="410567"/>
          </a:xfrm>
          <a:prstGeom prst="rect">
            <a:avLst/>
          </a:prstGeom>
          <a:noFill/>
          <a:ln w="9525">
            <a:noFill/>
            <a:miter lim="800000"/>
            <a:headEnd/>
            <a:tailEnd/>
          </a:ln>
        </p:spPr>
        <p:txBody>
          <a:bodyPr vert="horz" wrap="square" lIns="68580" tIns="34290" rIns="68580" bIns="34290" numCol="1" anchor="ctr" anchorCtr="0" compatLnSpc="1">
            <a:prstTxWarp prst="textNoShape">
              <a:avLst/>
            </a:prstTxWarp>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4000" b="1" i="0" u="none" strike="noStrike" kern="0" cap="none" spc="0" normalizeH="0" baseline="0" noProof="0" dirty="0">
                <a:ln>
                  <a:noFill/>
                </a:ln>
                <a:solidFill>
                  <a:srgbClr val="000000"/>
                </a:solidFill>
                <a:effectLst/>
                <a:uLnTx/>
                <a:uFillTx/>
                <a:latin typeface="GSK Precision Light"/>
                <a:ea typeface="ＭＳ Ｐゴシック"/>
                <a:cs typeface="Arial"/>
              </a:rPr>
              <a:t>However,</a:t>
            </a:r>
          </a:p>
        </p:txBody>
      </p:sp>
      <p:sp>
        <p:nvSpPr>
          <p:cNvPr id="7" name="Rectangle 6">
            <a:extLst>
              <a:ext uri="{FF2B5EF4-FFF2-40B4-BE49-F238E27FC236}">
                <a16:creationId xmlns:a16="http://schemas.microsoft.com/office/drawing/2014/main" id="{693F1840-8842-2757-D4F7-136F5D330C67}"/>
              </a:ext>
            </a:extLst>
          </p:cNvPr>
          <p:cNvSpPr/>
          <p:nvPr/>
        </p:nvSpPr>
        <p:spPr>
          <a:xfrm>
            <a:off x="2539939" y="4645589"/>
            <a:ext cx="9232961" cy="740664"/>
          </a:xfrm>
          <a:prstGeom prst="rect">
            <a:avLst/>
          </a:prstGeom>
          <a:noFill/>
          <a:ln w="6350">
            <a:solidFill>
              <a:schemeClr val="accent5"/>
            </a:solidFill>
          </a:ln>
        </p:spPr>
        <p:txBody>
          <a:bodyPr wrap="square" tIns="91440" bIns="9144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6633"/>
              </a:solidFill>
              <a:effectLst/>
              <a:uLnTx/>
              <a:uFillTx/>
              <a:latin typeface="GSK Precision Light"/>
              <a:ea typeface="+mn-ea"/>
              <a:cs typeface="Arial" panose="020B0604020202020204" pitchFamily="34" charset="0"/>
            </a:endParaRPr>
          </a:p>
        </p:txBody>
      </p:sp>
      <p:sp>
        <p:nvSpPr>
          <p:cNvPr id="11" name="Rectangle 10">
            <a:extLst>
              <a:ext uri="{FF2B5EF4-FFF2-40B4-BE49-F238E27FC236}">
                <a16:creationId xmlns:a16="http://schemas.microsoft.com/office/drawing/2014/main" id="{833E9CB5-6CA5-EC02-2B44-485E6F773633}"/>
              </a:ext>
            </a:extLst>
          </p:cNvPr>
          <p:cNvSpPr/>
          <p:nvPr/>
        </p:nvSpPr>
        <p:spPr>
          <a:xfrm>
            <a:off x="2569030" y="2040468"/>
            <a:ext cx="9176440" cy="1014984"/>
          </a:xfrm>
          <a:prstGeom prst="rect">
            <a:avLst/>
          </a:prstGeom>
          <a:noFill/>
          <a:ln w="6350">
            <a:solidFill>
              <a:schemeClr val="accent5"/>
            </a:solidFill>
          </a:ln>
        </p:spPr>
        <p:txBody>
          <a:bodyPr wrap="square" tIns="91440" bIns="9144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6633"/>
              </a:solidFill>
              <a:effectLst/>
              <a:uLnTx/>
              <a:uFillTx/>
              <a:latin typeface="GSK Precision Light"/>
              <a:ea typeface="+mn-ea"/>
              <a:cs typeface="Arial" panose="020B0604020202020204" pitchFamily="34" charset="0"/>
            </a:endParaRPr>
          </a:p>
        </p:txBody>
      </p:sp>
      <p:sp>
        <p:nvSpPr>
          <p:cNvPr id="3" name="Rectangle: Rounded Corners 2">
            <a:extLst>
              <a:ext uri="{FF2B5EF4-FFF2-40B4-BE49-F238E27FC236}">
                <a16:creationId xmlns:a16="http://schemas.microsoft.com/office/drawing/2014/main" id="{4AD9CECB-BD38-5CB6-51F3-FFE146A41B4F}"/>
              </a:ext>
            </a:extLst>
          </p:cNvPr>
          <p:cNvSpPr/>
          <p:nvPr/>
        </p:nvSpPr>
        <p:spPr>
          <a:xfrm>
            <a:off x="419099" y="1808138"/>
            <a:ext cx="1983858" cy="1479646"/>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SK Precision Light"/>
              <a:ea typeface="+mn-ea"/>
              <a:cs typeface="Arial"/>
            </a:endParaRPr>
          </a:p>
        </p:txBody>
      </p:sp>
      <p:sp>
        <p:nvSpPr>
          <p:cNvPr id="5" name="TextBox 4">
            <a:extLst>
              <a:ext uri="{FF2B5EF4-FFF2-40B4-BE49-F238E27FC236}">
                <a16:creationId xmlns:a16="http://schemas.microsoft.com/office/drawing/2014/main" id="{56CA85E5-EEAC-498E-EA3F-A42E2E616F3E}"/>
              </a:ext>
            </a:extLst>
          </p:cNvPr>
          <p:cNvSpPr txBox="1"/>
          <p:nvPr/>
        </p:nvSpPr>
        <p:spPr>
          <a:xfrm>
            <a:off x="268569" y="1757939"/>
            <a:ext cx="2274073" cy="923330"/>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6000" b="0" i="0" u="none" strike="noStrike" kern="1200" cap="none" spc="0" normalizeH="0" baseline="0" noProof="0">
                <a:ln>
                  <a:noFill/>
                </a:ln>
                <a:solidFill>
                  <a:srgbClr val="F36633"/>
                </a:solidFill>
                <a:effectLst/>
                <a:uLnTx/>
                <a:uFillTx/>
                <a:latin typeface="GSK Precision Light"/>
                <a:ea typeface="+mn-ea"/>
                <a:cs typeface="Arial"/>
              </a:rPr>
              <a:t>A</a:t>
            </a:r>
          </a:p>
        </p:txBody>
      </p:sp>
      <p:sp>
        <p:nvSpPr>
          <p:cNvPr id="6" name="TextBox 5">
            <a:extLst>
              <a:ext uri="{FF2B5EF4-FFF2-40B4-BE49-F238E27FC236}">
                <a16:creationId xmlns:a16="http://schemas.microsoft.com/office/drawing/2014/main" id="{FF1C70BD-CCFC-DE3D-4DC3-17FFD1A8457A}"/>
              </a:ext>
            </a:extLst>
          </p:cNvPr>
          <p:cNvSpPr txBox="1"/>
          <p:nvPr/>
        </p:nvSpPr>
        <p:spPr>
          <a:xfrm>
            <a:off x="281763" y="2484144"/>
            <a:ext cx="2274073"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36633"/>
                </a:solidFill>
                <a:effectLst/>
                <a:uLnTx/>
                <a:uFillTx/>
                <a:latin typeface="GSK Precision Light"/>
                <a:ea typeface="+mn-ea"/>
                <a:cs typeface="Arial"/>
              </a:rPr>
              <a:t>Current State</a:t>
            </a:r>
          </a:p>
        </p:txBody>
      </p:sp>
      <p:sp>
        <p:nvSpPr>
          <p:cNvPr id="8" name="Rectangle: Rounded Corners 7">
            <a:extLst>
              <a:ext uri="{FF2B5EF4-FFF2-40B4-BE49-F238E27FC236}">
                <a16:creationId xmlns:a16="http://schemas.microsoft.com/office/drawing/2014/main" id="{B29B0390-4F84-5ED6-F553-16B499FBAB94}"/>
              </a:ext>
            </a:extLst>
          </p:cNvPr>
          <p:cNvSpPr/>
          <p:nvPr/>
        </p:nvSpPr>
        <p:spPr>
          <a:xfrm>
            <a:off x="419099" y="4276099"/>
            <a:ext cx="1983858" cy="14796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SK Precision Light"/>
              <a:ea typeface="+mn-ea"/>
              <a:cs typeface="Arial"/>
            </a:endParaRPr>
          </a:p>
        </p:txBody>
      </p:sp>
      <p:pic>
        <p:nvPicPr>
          <p:cNvPr id="9" name="Graphic 8">
            <a:extLst>
              <a:ext uri="{FF2B5EF4-FFF2-40B4-BE49-F238E27FC236}">
                <a16:creationId xmlns:a16="http://schemas.microsoft.com/office/drawing/2014/main" id="{5BA6816B-E467-2CE9-E017-71D05BC11AF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3756" y="4412342"/>
            <a:ext cx="1007007" cy="854856"/>
          </a:xfrm>
          <a:prstGeom prst="rect">
            <a:avLst/>
          </a:prstGeom>
        </p:spPr>
      </p:pic>
      <p:sp>
        <p:nvSpPr>
          <p:cNvPr id="10" name="TextBox 9">
            <a:extLst>
              <a:ext uri="{FF2B5EF4-FFF2-40B4-BE49-F238E27FC236}">
                <a16:creationId xmlns:a16="http://schemas.microsoft.com/office/drawing/2014/main" id="{5C2E8AD3-A1DC-7846-607C-97864D8BC6F1}"/>
              </a:ext>
            </a:extLst>
          </p:cNvPr>
          <p:cNvSpPr txBox="1"/>
          <p:nvPr/>
        </p:nvSpPr>
        <p:spPr>
          <a:xfrm>
            <a:off x="881293" y="4665553"/>
            <a:ext cx="959560"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360"/>
              </a:spcAft>
              <a:buClrTx/>
              <a:buSzTx/>
              <a:buFontTx/>
              <a:buNone/>
              <a:tabLst/>
              <a:defRPr/>
            </a:pPr>
            <a:r>
              <a:rPr kumimoji="0" lang="en-US" sz="2000" b="0" i="0" u="none" strike="noStrike" kern="1200" cap="none" spc="0" normalizeH="0" baseline="0" noProof="0">
                <a:ln>
                  <a:noFill/>
                </a:ln>
                <a:solidFill>
                  <a:srgbClr val="FFFFFF"/>
                </a:solidFill>
                <a:effectLst/>
                <a:uLnTx/>
                <a:uFillTx/>
                <a:latin typeface="Graphik Bold" panose="020B0803030202060203" pitchFamily="34" charset="0"/>
                <a:ea typeface="+mn-ea"/>
                <a:cs typeface="Arial"/>
              </a:rPr>
              <a:t>Gap</a:t>
            </a:r>
          </a:p>
        </p:txBody>
      </p:sp>
      <p:sp>
        <p:nvSpPr>
          <p:cNvPr id="12" name="TextBox 11">
            <a:extLst>
              <a:ext uri="{FF2B5EF4-FFF2-40B4-BE49-F238E27FC236}">
                <a16:creationId xmlns:a16="http://schemas.microsoft.com/office/drawing/2014/main" id="{52C50001-FEC0-9F1F-B8AC-17DFB018A7AB}"/>
              </a:ext>
            </a:extLst>
          </p:cNvPr>
          <p:cNvSpPr txBox="1"/>
          <p:nvPr/>
        </p:nvSpPr>
        <p:spPr>
          <a:xfrm>
            <a:off x="739527" y="5280948"/>
            <a:ext cx="1343003" cy="33855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SK Precision Light"/>
                <a:ea typeface="+mn-ea"/>
                <a:cs typeface="Arial"/>
              </a:rPr>
              <a:t>What the customer is missing</a:t>
            </a:r>
          </a:p>
        </p:txBody>
      </p:sp>
      <p:sp>
        <p:nvSpPr>
          <p:cNvPr id="13" name="TextBox 12">
            <a:extLst>
              <a:ext uri="{FF2B5EF4-FFF2-40B4-BE49-F238E27FC236}">
                <a16:creationId xmlns:a16="http://schemas.microsoft.com/office/drawing/2014/main" id="{E8585870-E626-B1EC-1239-02973F9A9055}"/>
              </a:ext>
            </a:extLst>
          </p:cNvPr>
          <p:cNvSpPr txBox="1"/>
          <p:nvPr/>
        </p:nvSpPr>
        <p:spPr>
          <a:xfrm>
            <a:off x="464502" y="2780801"/>
            <a:ext cx="1893052" cy="33855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SK Precision Light"/>
                <a:ea typeface="+mn-ea"/>
                <a:cs typeface="Arial"/>
              </a:rPr>
              <a:t>Captures the customer’s current thinking</a:t>
            </a:r>
          </a:p>
        </p:txBody>
      </p:sp>
      <p:sp>
        <p:nvSpPr>
          <p:cNvPr id="14" name="TextBox 13">
            <a:extLst>
              <a:ext uri="{FF2B5EF4-FFF2-40B4-BE49-F238E27FC236}">
                <a16:creationId xmlns:a16="http://schemas.microsoft.com/office/drawing/2014/main" id="{5C9A8EDE-4BE7-0436-76A4-1CCEBB0AA202}"/>
              </a:ext>
            </a:extLst>
          </p:cNvPr>
          <p:cNvSpPr txBox="1"/>
          <p:nvPr/>
        </p:nvSpPr>
        <p:spPr>
          <a:xfrm>
            <a:off x="2830749" y="2237362"/>
            <a:ext cx="914400" cy="914400"/>
          </a:xfrm>
          <a:prstGeom prst="rect">
            <a:avLst/>
          </a:prstGeom>
          <a:noFill/>
        </p:spPr>
        <p:txBody>
          <a:bodyPr wrap="none" lIns="36000" tIns="36000" rIns="36000" bIns="36000" rtlCol="0">
            <a:noAutofit/>
          </a:bodyPr>
          <a:lstStyle/>
          <a:p>
            <a:pPr marL="0" marR="0" lvl="0" indent="0" algn="l" defTabSz="914400" rtl="0" eaLnBrk="1" fontAlgn="auto" latinLnBrk="0" hangingPunct="1">
              <a:lnSpc>
                <a:spcPct val="100000"/>
              </a:lnSpc>
              <a:spcBef>
                <a:spcPts val="300"/>
              </a:spcBef>
              <a:spcAft>
                <a:spcPts val="300"/>
              </a:spcAft>
              <a:buClr>
                <a:srgbClr val="F36633"/>
              </a:buClr>
              <a:buSzPct val="110000"/>
              <a:buFontTx/>
              <a:buNone/>
              <a:tabLst/>
              <a:defRPr/>
            </a:pPr>
            <a:endParaRPr kumimoji="0" lang="en-PH" sz="1600" b="0" i="0" u="none" strike="noStrike" kern="1200" cap="none" spc="0" normalizeH="0" baseline="0" noProof="0">
              <a:ln>
                <a:noFill/>
              </a:ln>
              <a:solidFill>
                <a:srgbClr val="000000"/>
              </a:solidFill>
              <a:effectLst/>
              <a:uLnTx/>
              <a:uFillTx/>
              <a:latin typeface="GSK Precision Light"/>
              <a:ea typeface="+mn-ea"/>
              <a:cs typeface="Arial"/>
            </a:endParaRPr>
          </a:p>
        </p:txBody>
      </p:sp>
      <p:grpSp>
        <p:nvGrpSpPr>
          <p:cNvPr id="19" name="Group 18">
            <a:extLst>
              <a:ext uri="{FF2B5EF4-FFF2-40B4-BE49-F238E27FC236}">
                <a16:creationId xmlns:a16="http://schemas.microsoft.com/office/drawing/2014/main" id="{15027290-11B2-22B2-AEC0-6544D8BD0E4F}"/>
              </a:ext>
            </a:extLst>
          </p:cNvPr>
          <p:cNvGrpSpPr/>
          <p:nvPr/>
        </p:nvGrpSpPr>
        <p:grpSpPr>
          <a:xfrm>
            <a:off x="9994605" y="216575"/>
            <a:ext cx="2113276" cy="999282"/>
            <a:chOff x="9994605" y="216575"/>
            <a:chExt cx="2113276" cy="999282"/>
          </a:xfrm>
        </p:grpSpPr>
        <p:sp>
          <p:nvSpPr>
            <p:cNvPr id="18" name="Rectangle 17">
              <a:extLst>
                <a:ext uri="{FF2B5EF4-FFF2-40B4-BE49-F238E27FC236}">
                  <a16:creationId xmlns:a16="http://schemas.microsoft.com/office/drawing/2014/main" id="{A295D5BC-E161-0DC2-8D58-C81E00C0A08D}"/>
                </a:ext>
              </a:extLst>
            </p:cNvPr>
            <p:cNvSpPr/>
            <p:nvPr/>
          </p:nvSpPr>
          <p:spPr bwMode="auto">
            <a:xfrm>
              <a:off x="9994605" y="216575"/>
              <a:ext cx="2113276" cy="940713"/>
            </a:xfrm>
            <a:prstGeom prst="rect">
              <a:avLst/>
            </a:prstGeom>
            <a:solidFill>
              <a:schemeClr val="bg2">
                <a:lumMod val="20000"/>
                <a:lumOff val="80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l" eaLnBrk="0" fontAlgn="auto" hangingPunct="0">
                <a:spcBef>
                  <a:spcPts val="300"/>
                </a:spcBef>
                <a:spcAft>
                  <a:spcPts val="300"/>
                </a:spcAft>
                <a:buClr>
                  <a:schemeClr val="tx2"/>
                </a:buClr>
                <a:buSzPct val="110000"/>
              </a:pPr>
              <a:endParaRPr lang="en-PH" sz="1600" kern="0" dirty="0" err="1">
                <a:solidFill>
                  <a:schemeClr val="tx1"/>
                </a:solidFill>
              </a:endParaRPr>
            </a:p>
          </p:txBody>
        </p:sp>
        <p:pic>
          <p:nvPicPr>
            <p:cNvPr id="16" name="Graphic 15" descr="Pencil with solid fill">
              <a:extLst>
                <a:ext uri="{FF2B5EF4-FFF2-40B4-BE49-F238E27FC236}">
                  <a16:creationId xmlns:a16="http://schemas.microsoft.com/office/drawing/2014/main" id="{AD2378D1-9556-8516-27A7-8CFFE42BA7F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193481" y="216575"/>
              <a:ext cx="914400" cy="914400"/>
            </a:xfrm>
            <a:prstGeom prst="rect">
              <a:avLst/>
            </a:prstGeom>
          </p:spPr>
        </p:pic>
        <p:sp>
          <p:nvSpPr>
            <p:cNvPr id="17" name="TextBox 16">
              <a:extLst>
                <a:ext uri="{FF2B5EF4-FFF2-40B4-BE49-F238E27FC236}">
                  <a16:creationId xmlns:a16="http://schemas.microsoft.com/office/drawing/2014/main" id="{52E6E08E-43BF-26FC-431F-B4246A816F1B}"/>
                </a:ext>
              </a:extLst>
            </p:cNvPr>
            <p:cNvSpPr txBox="1"/>
            <p:nvPr/>
          </p:nvSpPr>
          <p:spPr>
            <a:xfrm>
              <a:off x="10367215" y="301457"/>
              <a:ext cx="914400" cy="914400"/>
            </a:xfrm>
            <a:prstGeom prst="rect">
              <a:avLst/>
            </a:prstGeom>
            <a:noFill/>
          </p:spPr>
          <p:txBody>
            <a:bodyPr wrap="none" lIns="36000" tIns="36000" rIns="36000" bIns="36000" rtlCol="0">
              <a:noAutofit/>
            </a:bodyPr>
            <a:lstStyle/>
            <a:p>
              <a:pPr algn="r">
                <a:spcBef>
                  <a:spcPts val="300"/>
                </a:spcBef>
                <a:spcAft>
                  <a:spcPts val="300"/>
                </a:spcAft>
                <a:buClr>
                  <a:schemeClr val="tx2"/>
                </a:buClr>
                <a:buSzPct val="110000"/>
              </a:pPr>
              <a:r>
                <a:rPr lang="en-PH" sz="1600" b="1" dirty="0"/>
                <a:t>Suggested </a:t>
              </a:r>
            </a:p>
            <a:p>
              <a:pPr algn="r">
                <a:spcBef>
                  <a:spcPts val="300"/>
                </a:spcBef>
                <a:spcAft>
                  <a:spcPts val="300"/>
                </a:spcAft>
                <a:buClr>
                  <a:schemeClr val="tx2"/>
                </a:buClr>
                <a:buSzPct val="110000"/>
              </a:pPr>
              <a:r>
                <a:rPr lang="en-PH" sz="1600" b="1" dirty="0"/>
                <a:t>Activity</a:t>
              </a:r>
            </a:p>
          </p:txBody>
        </p:sp>
      </p:grpSp>
      <p:sp>
        <p:nvSpPr>
          <p:cNvPr id="20" name="TextBox 19">
            <a:extLst>
              <a:ext uri="{FF2B5EF4-FFF2-40B4-BE49-F238E27FC236}">
                <a16:creationId xmlns:a16="http://schemas.microsoft.com/office/drawing/2014/main" id="{860E21EF-221B-47E9-D18B-1337D9C4AA5B}"/>
              </a:ext>
            </a:extLst>
          </p:cNvPr>
          <p:cNvSpPr txBox="1"/>
          <p:nvPr/>
        </p:nvSpPr>
        <p:spPr>
          <a:xfrm>
            <a:off x="281763" y="786987"/>
            <a:ext cx="7475765" cy="369332"/>
          </a:xfrm>
          <a:prstGeom prst="rect">
            <a:avLst/>
          </a:prstGeom>
          <a:noFill/>
        </p:spPr>
        <p:txBody>
          <a:bodyPr wrap="square">
            <a:spAutoFit/>
          </a:bodyPr>
          <a:lstStyle/>
          <a:p>
            <a:pPr>
              <a:defRPr/>
            </a:pPr>
            <a:r>
              <a:rPr lang="en-US" dirty="0">
                <a:latin typeface="Graphik Regular" panose="020B0503030202060203" pitchFamily="34" charset="0"/>
              </a:rPr>
              <a:t>Develop a reframe anchored on your answers to the 4 questions</a:t>
            </a:r>
            <a:endParaRPr lang="en-US" dirty="0"/>
          </a:p>
        </p:txBody>
      </p:sp>
    </p:spTree>
    <p:custDataLst>
      <p:tags r:id="rId1"/>
    </p:custDataLst>
    <p:extLst>
      <p:ext uri="{BB962C8B-B14F-4D97-AF65-F5344CB8AC3E}">
        <p14:creationId xmlns:p14="http://schemas.microsoft.com/office/powerpoint/2010/main" val="3294274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BE9CC3D-AE61-C9D1-4C80-5B438F77DAF0}"/>
              </a:ext>
            </a:extLst>
          </p:cNvPr>
          <p:cNvSpPr>
            <a:spLocks noGrp="1"/>
          </p:cNvSpPr>
          <p:nvPr>
            <p:ph type="body" sz="quarter" idx="13"/>
          </p:nvPr>
        </p:nvSpPr>
        <p:spPr/>
        <p:txBody>
          <a:bodyPr/>
          <a:lstStyle/>
          <a:p>
            <a:endParaRPr lang="en-PH"/>
          </a:p>
        </p:txBody>
      </p:sp>
      <p:sp>
        <p:nvSpPr>
          <p:cNvPr id="2" name="Title 1">
            <a:extLst>
              <a:ext uri="{FF2B5EF4-FFF2-40B4-BE49-F238E27FC236}">
                <a16:creationId xmlns:a16="http://schemas.microsoft.com/office/drawing/2014/main" id="{24DD0A5F-4864-4BAF-9646-DAF0E245FEC4}"/>
              </a:ext>
            </a:extLst>
          </p:cNvPr>
          <p:cNvSpPr>
            <a:spLocks noGrp="1"/>
          </p:cNvSpPr>
          <p:nvPr>
            <p:ph type="title"/>
          </p:nvPr>
        </p:nvSpPr>
        <p:spPr/>
        <p:txBody>
          <a:bodyPr/>
          <a:lstStyle/>
          <a:p>
            <a:r>
              <a:rPr lang="en-US"/>
              <a:t>Focusing On: Introduce Impact</a:t>
            </a:r>
          </a:p>
        </p:txBody>
      </p:sp>
      <p:sp>
        <p:nvSpPr>
          <p:cNvPr id="10" name="Content Placeholder 2">
            <a:extLst>
              <a:ext uri="{FF2B5EF4-FFF2-40B4-BE49-F238E27FC236}">
                <a16:creationId xmlns:a16="http://schemas.microsoft.com/office/drawing/2014/main" id="{252B411E-1411-70A8-ED91-1C07EDCEFE9E}"/>
              </a:ext>
            </a:extLst>
          </p:cNvPr>
          <p:cNvSpPr txBox="1">
            <a:spLocks/>
          </p:cNvSpPr>
          <p:nvPr/>
        </p:nvSpPr>
        <p:spPr>
          <a:xfrm>
            <a:off x="9518929" y="2302555"/>
            <a:ext cx="2118537" cy="2215991"/>
          </a:xfrm>
          <a:prstGeom prst="rect">
            <a:avLst/>
          </a:prstGeom>
        </p:spPr>
        <p:txBody>
          <a:bodyPr vert="horz" lIns="0" tIns="0" rIns="0" bIns="0" rtlCol="0">
            <a:sp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b="0" i="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600"/>
              </a:spcAft>
              <a:buFont typeface="System Font Regular"/>
              <a:buChar char="⎼"/>
              <a:defRPr sz="1600" b="0" i="0" kern="1200">
                <a:solidFill>
                  <a:schemeClr val="tx1"/>
                </a:solidFill>
                <a:latin typeface="+mn-lt"/>
                <a:ea typeface="+mn-ea"/>
                <a:cs typeface="+mn-cs"/>
              </a:defRPr>
            </a:lvl2pPr>
            <a:lvl3pPr marL="1143000" indent="-228600" algn="l" defTabSz="914400" rtl="0" eaLnBrk="1" latinLnBrk="0" hangingPunct="1">
              <a:lnSpc>
                <a:spcPct val="100000"/>
              </a:lnSpc>
              <a:spcBef>
                <a:spcPts val="0"/>
              </a:spcBef>
              <a:spcAft>
                <a:spcPts val="600"/>
              </a:spcAft>
              <a:buFont typeface="Courier New" panose="02070309020205020404" pitchFamily="49" charset="0"/>
              <a:buChar char="o"/>
              <a:defRPr sz="1600" b="0" i="0" kern="1200">
                <a:solidFill>
                  <a:schemeClr val="tx1"/>
                </a:solidFill>
                <a:latin typeface="+mn-lt"/>
                <a:ea typeface="+mn-ea"/>
                <a:cs typeface="+mn-cs"/>
              </a:defRPr>
            </a:lvl3pPr>
            <a:lvl4pPr marL="1600200" indent="-228600" algn="l" defTabSz="914400" rtl="0" eaLnBrk="1" latinLnBrk="0" hangingPunct="1">
              <a:lnSpc>
                <a:spcPct val="100000"/>
              </a:lnSpc>
              <a:spcBef>
                <a:spcPts val="0"/>
              </a:spcBef>
              <a:spcAft>
                <a:spcPts val="600"/>
              </a:spcAft>
              <a:buFont typeface="Wingdings" pitchFamily="2" charset="2"/>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6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052835"/>
                </a:solidFill>
                <a:effectLst/>
                <a:uLnTx/>
                <a:uFillTx/>
                <a:latin typeface="Graphik Regular" panose="020B0503030202060203" pitchFamily="34" charset="0"/>
                <a:ea typeface="Graphik Bold" charset="0"/>
                <a:cs typeface="Graphik Bold" charset="0"/>
              </a:rPr>
              <a:t>Intensify the </a:t>
            </a:r>
            <a:r>
              <a:rPr kumimoji="0" lang="en-US" sz="1800" b="0" i="0" u="none" strike="noStrike" kern="1200" cap="none" spc="0" normalizeH="0" baseline="0" noProof="0">
                <a:ln>
                  <a:noFill/>
                </a:ln>
                <a:solidFill>
                  <a:srgbClr val="052835"/>
                </a:solidFill>
                <a:effectLst/>
                <a:uLnTx/>
                <a:uFillTx/>
                <a:latin typeface="Graphik Bold" panose="020B0803030202060203" pitchFamily="34" charset="0"/>
                <a:ea typeface="Graphik Bold" charset="0"/>
                <a:cs typeface="Graphik Bold" charset="0"/>
              </a:rPr>
              <a:t>business consequences</a:t>
            </a:r>
            <a:r>
              <a:rPr kumimoji="0" lang="en-US" sz="1800" b="0" i="0" u="none" strike="noStrike" kern="1200" cap="none" spc="0" normalizeH="0" baseline="0" noProof="0">
                <a:ln>
                  <a:noFill/>
                </a:ln>
                <a:solidFill>
                  <a:srgbClr val="052835"/>
                </a:solidFill>
                <a:effectLst/>
                <a:uLnTx/>
                <a:uFillTx/>
                <a:latin typeface="Graphik Regular" panose="020B0503030202060203" pitchFamily="34" charset="0"/>
                <a:ea typeface="Graphik Bold" charset="0"/>
                <a:cs typeface="Graphik Bold" charset="0"/>
              </a:rPr>
              <a:t> and </a:t>
            </a:r>
            <a:r>
              <a:rPr kumimoji="0" lang="en-US" sz="1800" b="1" i="0" u="none" strike="noStrike" kern="1200" cap="none" spc="0" normalizeH="0" baseline="0" noProof="0">
                <a:ln>
                  <a:noFill/>
                </a:ln>
                <a:solidFill>
                  <a:srgbClr val="052835"/>
                </a:solidFill>
                <a:effectLst/>
                <a:uLnTx/>
                <a:uFillTx/>
                <a:latin typeface="Graphik Bold" panose="020B0803030202060203" pitchFamily="34" charset="0"/>
                <a:ea typeface="Graphik Bold" charset="0"/>
                <a:cs typeface="Graphik Bold" charset="0"/>
              </a:rPr>
              <a:t>humanize </a:t>
            </a:r>
            <a:r>
              <a:rPr kumimoji="0" lang="en-US" sz="1800" b="0" i="0" u="none" strike="noStrike" kern="1200" cap="none" spc="0" normalizeH="0" baseline="0" noProof="0">
                <a:ln>
                  <a:noFill/>
                </a:ln>
                <a:solidFill>
                  <a:srgbClr val="052835"/>
                </a:solidFill>
                <a:effectLst/>
                <a:uLnTx/>
                <a:uFillTx/>
                <a:latin typeface="Graphik Regular" panose="020B0503030202060203" pitchFamily="34" charset="0"/>
                <a:ea typeface="Graphik Bold" charset="0"/>
                <a:cs typeface="Graphik Bold" charset="0"/>
              </a:rPr>
              <a:t>the problem by articulating the </a:t>
            </a:r>
            <a:r>
              <a:rPr kumimoji="0" lang="en-US" sz="1800" b="1" i="0" u="none" strike="noStrike" kern="1200" cap="none" spc="0" normalizeH="0" baseline="0" noProof="0">
                <a:ln>
                  <a:noFill/>
                </a:ln>
                <a:solidFill>
                  <a:srgbClr val="052835"/>
                </a:solidFill>
                <a:effectLst/>
                <a:uLnTx/>
                <a:uFillTx/>
                <a:latin typeface="Graphik Bold" panose="020B0803030202060203" pitchFamily="34" charset="0"/>
                <a:ea typeface="Graphik Bold" charset="0"/>
                <a:cs typeface="Graphik Bold" charset="0"/>
              </a:rPr>
              <a:t>cost of staying the same.</a:t>
            </a:r>
            <a:endParaRPr kumimoji="0" lang="en-US" sz="1800" b="0" i="0" u="none" strike="noStrike" kern="1200" cap="none" spc="0" normalizeH="0" baseline="0" noProof="0">
              <a:ln>
                <a:noFill/>
              </a:ln>
              <a:solidFill>
                <a:srgbClr val="052835"/>
              </a:solidFill>
              <a:effectLst/>
              <a:uLnTx/>
              <a:uFillTx/>
              <a:latin typeface="Graphik Regular" panose="020B0503030202060203" pitchFamily="34" charset="0"/>
              <a:ea typeface="Graphik Bold" charset="0"/>
              <a:cs typeface="Graphik Bold" charset="0"/>
            </a:endParaRPr>
          </a:p>
        </p:txBody>
      </p:sp>
      <p:pic>
        <p:nvPicPr>
          <p:cNvPr id="3" name="Picture 2">
            <a:extLst>
              <a:ext uri="{FF2B5EF4-FFF2-40B4-BE49-F238E27FC236}">
                <a16:creationId xmlns:a16="http://schemas.microsoft.com/office/drawing/2014/main" id="{508306A2-70FD-54F8-461D-F3D960659EB9}"/>
              </a:ext>
            </a:extLst>
          </p:cNvPr>
          <p:cNvPicPr>
            <a:picLocks noChangeAspect="1"/>
          </p:cNvPicPr>
          <p:nvPr/>
        </p:nvPicPr>
        <p:blipFill>
          <a:blip r:embed="rId4"/>
          <a:srcRect/>
          <a:stretch/>
        </p:blipFill>
        <p:spPr>
          <a:xfrm>
            <a:off x="1310092" y="1508180"/>
            <a:ext cx="8021015" cy="4352535"/>
          </a:xfrm>
          <a:prstGeom prst="rect">
            <a:avLst/>
          </a:prstGeom>
        </p:spPr>
      </p:pic>
      <p:sp>
        <p:nvSpPr>
          <p:cNvPr id="4" name="TextBox 3">
            <a:extLst>
              <a:ext uri="{FF2B5EF4-FFF2-40B4-BE49-F238E27FC236}">
                <a16:creationId xmlns:a16="http://schemas.microsoft.com/office/drawing/2014/main" id="{AE675189-7013-4EEB-354F-1E3FFF885B24}"/>
              </a:ext>
            </a:extLst>
          </p:cNvPr>
          <p:cNvSpPr txBox="1"/>
          <p:nvPr/>
        </p:nvSpPr>
        <p:spPr>
          <a:xfrm>
            <a:off x="197429" y="1522810"/>
            <a:ext cx="982578" cy="138499"/>
          </a:xfrm>
          <a:prstGeom prst="rect">
            <a:avLst/>
          </a:prstGeom>
          <a:noFill/>
        </p:spPr>
        <p:txBody>
          <a:bodyPr wrap="square" lIns="0" tIns="0" rIns="0" bIns="0" rtlCol="0">
            <a:spAutoFit/>
          </a:bodyPr>
          <a:lstStyle/>
          <a:p>
            <a:pPr marL="0" marR="0" lvl="0" indent="0" algn="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C709"/>
                </a:solidFill>
                <a:effectLst/>
                <a:uLnTx/>
                <a:uFillTx/>
                <a:latin typeface="GSK Precision Light"/>
                <a:ea typeface="+mn-ea"/>
                <a:cs typeface="Arial"/>
              </a:rPr>
              <a:t>Positive</a:t>
            </a:r>
          </a:p>
        </p:txBody>
      </p:sp>
      <p:sp>
        <p:nvSpPr>
          <p:cNvPr id="5" name="TextBox 4">
            <a:extLst>
              <a:ext uri="{FF2B5EF4-FFF2-40B4-BE49-F238E27FC236}">
                <a16:creationId xmlns:a16="http://schemas.microsoft.com/office/drawing/2014/main" id="{3903EC28-D7B2-A807-560A-1CB26BED8864}"/>
              </a:ext>
            </a:extLst>
          </p:cNvPr>
          <p:cNvSpPr txBox="1"/>
          <p:nvPr/>
        </p:nvSpPr>
        <p:spPr>
          <a:xfrm>
            <a:off x="197429" y="4961302"/>
            <a:ext cx="982578" cy="138499"/>
          </a:xfrm>
          <a:prstGeom prst="rect">
            <a:avLst/>
          </a:prstGeom>
          <a:noFill/>
        </p:spPr>
        <p:txBody>
          <a:bodyPr wrap="square" lIns="0" tIns="0" rIns="0" bIns="0" rtlCol="0">
            <a:spAutoFit/>
          </a:bodyPr>
          <a:lstStyle/>
          <a:p>
            <a:pPr marL="0" marR="0" lvl="0" indent="0" algn="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C709"/>
                </a:solidFill>
                <a:effectLst/>
                <a:uLnTx/>
                <a:uFillTx/>
                <a:latin typeface="GSK Precision Light"/>
                <a:ea typeface="+mn-ea"/>
                <a:cs typeface="Arial"/>
              </a:rPr>
              <a:t>Negative</a:t>
            </a:r>
          </a:p>
        </p:txBody>
      </p:sp>
      <p:sp>
        <p:nvSpPr>
          <p:cNvPr id="6" name="TextBox 5">
            <a:extLst>
              <a:ext uri="{FF2B5EF4-FFF2-40B4-BE49-F238E27FC236}">
                <a16:creationId xmlns:a16="http://schemas.microsoft.com/office/drawing/2014/main" id="{5DE84FC8-84E5-7879-B983-29065F198E83}"/>
              </a:ext>
            </a:extLst>
          </p:cNvPr>
          <p:cNvSpPr txBox="1"/>
          <p:nvPr/>
        </p:nvSpPr>
        <p:spPr>
          <a:xfrm>
            <a:off x="197429" y="3228940"/>
            <a:ext cx="982578" cy="138499"/>
          </a:xfrm>
          <a:prstGeom prst="rect">
            <a:avLst/>
          </a:prstGeom>
          <a:noFill/>
        </p:spPr>
        <p:txBody>
          <a:bodyPr wrap="square" lIns="0" tIns="0" rIns="0" bIns="0" rtlCol="0">
            <a:spAutoFit/>
          </a:bodyPr>
          <a:lstStyle/>
          <a:p>
            <a:pPr marL="0" marR="0" lvl="0" indent="0" algn="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C709"/>
                </a:solidFill>
                <a:effectLst/>
                <a:uLnTx/>
                <a:uFillTx/>
                <a:latin typeface="GSK Precision Light"/>
                <a:ea typeface="+mn-ea"/>
                <a:cs typeface="Arial"/>
              </a:rPr>
              <a:t>Neutral</a:t>
            </a:r>
          </a:p>
        </p:txBody>
      </p:sp>
      <p:sp>
        <p:nvSpPr>
          <p:cNvPr id="7" name="TextBox 6">
            <a:extLst>
              <a:ext uri="{FF2B5EF4-FFF2-40B4-BE49-F238E27FC236}">
                <a16:creationId xmlns:a16="http://schemas.microsoft.com/office/drawing/2014/main" id="{F2AEB1E6-C53B-0B94-DB25-94B58F7EBC96}"/>
              </a:ext>
            </a:extLst>
          </p:cNvPr>
          <p:cNvSpPr txBox="1"/>
          <p:nvPr/>
        </p:nvSpPr>
        <p:spPr>
          <a:xfrm rot="16200000">
            <a:off x="-790179" y="3225400"/>
            <a:ext cx="2527524" cy="138499"/>
          </a:xfrm>
          <a:prstGeom prst="rect">
            <a:avLst/>
          </a:prstGeom>
          <a:noFill/>
        </p:spPr>
        <p:txBody>
          <a:bodyPr wrap="square" lIns="0" tIns="0" rIns="0" bIns="0" rtlCol="0">
            <a:spAutoFit/>
          </a:bodyPr>
          <a:lstStyle/>
          <a:p>
            <a:pPr marL="0" marR="0" lvl="0" indent="0" algn="ct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C709"/>
                </a:solidFill>
                <a:effectLst/>
                <a:uLnTx/>
                <a:uFillTx/>
                <a:latin typeface="GSK Precision Light"/>
                <a:ea typeface="+mn-ea"/>
                <a:cs typeface="Arial"/>
              </a:rPr>
              <a:t>Customer Emotional State</a:t>
            </a:r>
          </a:p>
        </p:txBody>
      </p:sp>
      <p:sp>
        <p:nvSpPr>
          <p:cNvPr id="11" name="TextBox 10">
            <a:extLst>
              <a:ext uri="{FF2B5EF4-FFF2-40B4-BE49-F238E27FC236}">
                <a16:creationId xmlns:a16="http://schemas.microsoft.com/office/drawing/2014/main" id="{C949DAF5-ABDC-F53F-BFD3-E47F2B7355CD}"/>
              </a:ext>
            </a:extLst>
          </p:cNvPr>
          <p:cNvSpPr txBox="1"/>
          <p:nvPr/>
        </p:nvSpPr>
        <p:spPr>
          <a:xfrm>
            <a:off x="1531631" y="1640983"/>
            <a:ext cx="2157827" cy="32316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100" b="0" i="0" u="none" strike="noStrike" kern="1200" cap="none" spc="0" normalizeH="0" baseline="0" noProof="0">
                <a:ln>
                  <a:noFill/>
                </a:ln>
                <a:solidFill>
                  <a:srgbClr val="C6C7C7"/>
                </a:solidFill>
                <a:effectLst/>
                <a:uLnTx/>
                <a:uFillTx/>
                <a:latin typeface="GSK Precision Light"/>
                <a:ea typeface="+mn-ea"/>
                <a:cs typeface="Arial"/>
              </a:rPr>
              <a:t>Share Reframe</a:t>
            </a:r>
          </a:p>
        </p:txBody>
      </p:sp>
      <p:sp>
        <p:nvSpPr>
          <p:cNvPr id="12" name="TextBox 11">
            <a:extLst>
              <a:ext uri="{FF2B5EF4-FFF2-40B4-BE49-F238E27FC236}">
                <a16:creationId xmlns:a16="http://schemas.microsoft.com/office/drawing/2014/main" id="{5BE9572A-A021-C6E5-435C-656B3BA4A118}"/>
              </a:ext>
            </a:extLst>
          </p:cNvPr>
          <p:cNvSpPr txBox="1"/>
          <p:nvPr/>
        </p:nvSpPr>
        <p:spPr>
          <a:xfrm>
            <a:off x="4202542" y="1640983"/>
            <a:ext cx="2328640" cy="32316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100" b="0" i="0" u="none" strike="noStrike" kern="1200" cap="none" spc="0" normalizeH="0" baseline="0" noProof="0">
                <a:ln>
                  <a:noFill/>
                </a:ln>
                <a:solidFill>
                  <a:srgbClr val="F36633"/>
                </a:solidFill>
                <a:effectLst/>
                <a:uLnTx/>
                <a:uFillTx/>
                <a:latin typeface="GSK Precision Light"/>
                <a:ea typeface="+mn-ea"/>
                <a:cs typeface="Arial"/>
              </a:rPr>
              <a:t>Introduce Impact</a:t>
            </a:r>
          </a:p>
        </p:txBody>
      </p:sp>
      <p:sp>
        <p:nvSpPr>
          <p:cNvPr id="13" name="TextBox 12">
            <a:extLst>
              <a:ext uri="{FF2B5EF4-FFF2-40B4-BE49-F238E27FC236}">
                <a16:creationId xmlns:a16="http://schemas.microsoft.com/office/drawing/2014/main" id="{C558EA4F-5E5E-F173-215F-F7F40950CAB2}"/>
              </a:ext>
            </a:extLst>
          </p:cNvPr>
          <p:cNvSpPr txBox="1"/>
          <p:nvPr/>
        </p:nvSpPr>
        <p:spPr>
          <a:xfrm>
            <a:off x="6945626" y="1640983"/>
            <a:ext cx="2157827" cy="30664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100" b="0" i="0" u="none" strike="noStrike" kern="1200" cap="none" spc="0" normalizeH="0" baseline="0" noProof="0">
                <a:ln>
                  <a:noFill/>
                </a:ln>
                <a:solidFill>
                  <a:srgbClr val="C6C7C7"/>
                </a:solidFill>
                <a:effectLst/>
                <a:uLnTx/>
                <a:uFillTx/>
                <a:latin typeface="GSK Precision Light"/>
                <a:ea typeface="+mn-ea"/>
                <a:cs typeface="Arial"/>
              </a:rPr>
              <a:t>Reveal Value</a:t>
            </a:r>
          </a:p>
        </p:txBody>
      </p:sp>
      <p:sp>
        <p:nvSpPr>
          <p:cNvPr id="14" name="TextBox 13">
            <a:extLst>
              <a:ext uri="{FF2B5EF4-FFF2-40B4-BE49-F238E27FC236}">
                <a16:creationId xmlns:a16="http://schemas.microsoft.com/office/drawing/2014/main" id="{89B69254-EB0C-ECA2-C5DA-833194C7F43C}"/>
              </a:ext>
            </a:extLst>
          </p:cNvPr>
          <p:cNvSpPr txBox="1"/>
          <p:nvPr/>
        </p:nvSpPr>
        <p:spPr>
          <a:xfrm>
            <a:off x="1255187" y="5104691"/>
            <a:ext cx="2157827" cy="52567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3600" b="0" i="0" u="none" strike="noStrike" kern="1200" cap="none" spc="0" normalizeH="0" baseline="0" noProof="0">
                <a:ln>
                  <a:noFill/>
                </a:ln>
                <a:solidFill>
                  <a:srgbClr val="C6C7C7"/>
                </a:solidFill>
                <a:effectLst/>
                <a:uLnTx/>
                <a:uFillTx/>
                <a:latin typeface="GSK Precision Light"/>
                <a:ea typeface="+mn-ea"/>
                <a:cs typeface="Arial"/>
              </a:rPr>
              <a:t>A</a:t>
            </a:r>
          </a:p>
        </p:txBody>
      </p:sp>
      <p:sp>
        <p:nvSpPr>
          <p:cNvPr id="15" name="TextBox 14">
            <a:extLst>
              <a:ext uri="{FF2B5EF4-FFF2-40B4-BE49-F238E27FC236}">
                <a16:creationId xmlns:a16="http://schemas.microsoft.com/office/drawing/2014/main" id="{E435920F-B7DE-66FD-EE3E-82875ADCDB66}"/>
              </a:ext>
            </a:extLst>
          </p:cNvPr>
          <p:cNvSpPr txBox="1"/>
          <p:nvPr/>
        </p:nvSpPr>
        <p:spPr>
          <a:xfrm>
            <a:off x="1787396" y="5616101"/>
            <a:ext cx="1097280" cy="131419"/>
          </a:xfrm>
          <a:prstGeom prst="rect">
            <a:avLst/>
          </a:prstGeom>
          <a:noFill/>
        </p:spPr>
        <p:txBody>
          <a:bodyPr wrap="square" lIns="0" tIns="0" rIns="0" bIns="0" rtlCol="0">
            <a:spAutoFit/>
          </a:bodyPr>
          <a:lstStyle/>
          <a:p>
            <a:pPr marL="0" marR="0" lvl="0" indent="0" algn="ct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C6C7C7"/>
                </a:solidFill>
                <a:effectLst/>
                <a:uLnTx/>
                <a:uFillTx/>
                <a:latin typeface="GSK Precision Light"/>
                <a:ea typeface="+mn-ea"/>
                <a:cs typeface="Arial"/>
              </a:rPr>
              <a:t>Current State</a:t>
            </a:r>
          </a:p>
        </p:txBody>
      </p:sp>
      <p:sp>
        <p:nvSpPr>
          <p:cNvPr id="16" name="TextBox 15">
            <a:extLst>
              <a:ext uri="{FF2B5EF4-FFF2-40B4-BE49-F238E27FC236}">
                <a16:creationId xmlns:a16="http://schemas.microsoft.com/office/drawing/2014/main" id="{94A44DA6-57FF-1DAE-5008-51724C9A5172}"/>
              </a:ext>
            </a:extLst>
          </p:cNvPr>
          <p:cNvSpPr txBox="1"/>
          <p:nvPr/>
        </p:nvSpPr>
        <p:spPr>
          <a:xfrm>
            <a:off x="6937590" y="5104691"/>
            <a:ext cx="2157827" cy="52567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3600" b="0" i="0" u="none" strike="noStrike" kern="1200" cap="none" spc="0" normalizeH="0" baseline="0" noProof="0">
                <a:ln>
                  <a:noFill/>
                </a:ln>
                <a:solidFill>
                  <a:srgbClr val="C6C7C7"/>
                </a:solidFill>
                <a:effectLst/>
                <a:uLnTx/>
                <a:uFillTx/>
                <a:latin typeface="GSK Precision Light"/>
                <a:ea typeface="+mn-ea"/>
                <a:cs typeface="Arial"/>
              </a:rPr>
              <a:t>B</a:t>
            </a:r>
          </a:p>
        </p:txBody>
      </p:sp>
      <p:sp>
        <p:nvSpPr>
          <p:cNvPr id="17" name="TextBox 16">
            <a:extLst>
              <a:ext uri="{FF2B5EF4-FFF2-40B4-BE49-F238E27FC236}">
                <a16:creationId xmlns:a16="http://schemas.microsoft.com/office/drawing/2014/main" id="{916F24CF-F540-8EC7-EDAD-FAF3962587F5}"/>
              </a:ext>
            </a:extLst>
          </p:cNvPr>
          <p:cNvSpPr txBox="1"/>
          <p:nvPr/>
        </p:nvSpPr>
        <p:spPr>
          <a:xfrm>
            <a:off x="7452526" y="5616101"/>
            <a:ext cx="1127955" cy="131419"/>
          </a:xfrm>
          <a:prstGeom prst="rect">
            <a:avLst/>
          </a:prstGeom>
          <a:noFill/>
        </p:spPr>
        <p:txBody>
          <a:bodyPr wrap="square" lIns="0" tIns="0" rIns="0" bIns="0" rtlCol="0">
            <a:spAutoFit/>
          </a:bodyPr>
          <a:lstStyle/>
          <a:p>
            <a:pPr marL="0" marR="0" lvl="0" indent="0" algn="ct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C6C7C7"/>
                </a:solidFill>
                <a:effectLst/>
                <a:uLnTx/>
                <a:uFillTx/>
                <a:latin typeface="GSK Precision Light"/>
                <a:ea typeface="+mn-ea"/>
                <a:cs typeface="Arial"/>
              </a:rPr>
              <a:t>New Approach</a:t>
            </a:r>
          </a:p>
        </p:txBody>
      </p:sp>
      <p:sp>
        <p:nvSpPr>
          <p:cNvPr id="18" name="TextBox 17">
            <a:extLst>
              <a:ext uri="{FF2B5EF4-FFF2-40B4-BE49-F238E27FC236}">
                <a16:creationId xmlns:a16="http://schemas.microsoft.com/office/drawing/2014/main" id="{786C122F-ABB8-6423-3761-70B72C0C8309}"/>
              </a:ext>
            </a:extLst>
          </p:cNvPr>
          <p:cNvSpPr txBox="1"/>
          <p:nvPr/>
        </p:nvSpPr>
        <p:spPr>
          <a:xfrm>
            <a:off x="3917764" y="5345730"/>
            <a:ext cx="2157827" cy="26283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C6C7C7"/>
                </a:solidFill>
                <a:effectLst/>
                <a:uLnTx/>
                <a:uFillTx/>
                <a:latin typeface="GSK Precision Light"/>
                <a:ea typeface="+mn-ea"/>
                <a:cs typeface="Arial"/>
              </a:rPr>
              <a:t>GAP</a:t>
            </a:r>
          </a:p>
        </p:txBody>
      </p:sp>
      <p:sp>
        <p:nvSpPr>
          <p:cNvPr id="8" name="Content Placeholder 2">
            <a:extLst>
              <a:ext uri="{FF2B5EF4-FFF2-40B4-BE49-F238E27FC236}">
                <a16:creationId xmlns:a16="http://schemas.microsoft.com/office/drawing/2014/main" id="{19C981D3-FEF3-A5BB-42B6-26C733201147}"/>
              </a:ext>
            </a:extLst>
          </p:cNvPr>
          <p:cNvSpPr txBox="1">
            <a:spLocks/>
          </p:cNvSpPr>
          <p:nvPr/>
        </p:nvSpPr>
        <p:spPr>
          <a:xfrm>
            <a:off x="9461192" y="1345177"/>
            <a:ext cx="2118537" cy="738664"/>
          </a:xfrm>
          <a:prstGeom prst="rect">
            <a:avLst/>
          </a:prstGeom>
        </p:spPr>
        <p:txBody>
          <a:bodyPr vert="horz" lIns="0" tIns="0" rIns="0" bIns="0" rtlCol="0" anchor="b" anchorCtr="0">
            <a:noAutofit/>
          </a:bodyPr>
          <a:lst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dirty="0">
                <a:latin typeface="+mj-lt"/>
              </a:rPr>
              <a:t>Introduce Impact:</a:t>
            </a:r>
            <a:endParaRPr lang="en-US" sz="1600" dirty="0">
              <a:latin typeface="+mj-lt"/>
              <a:ea typeface="Graphik Bold" charset="0"/>
              <a:cs typeface="Graphik Bold" charset="0"/>
            </a:endParaRPr>
          </a:p>
        </p:txBody>
      </p:sp>
    </p:spTree>
    <p:custDataLst>
      <p:tags r:id="rId1"/>
    </p:custDataLst>
    <p:extLst>
      <p:ext uri="{BB962C8B-B14F-4D97-AF65-F5344CB8AC3E}">
        <p14:creationId xmlns:p14="http://schemas.microsoft.com/office/powerpoint/2010/main" val="2289205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B23FF4A8-C43E-9E10-F6D3-82D58EE5CA21}"/>
              </a:ext>
            </a:extLst>
          </p:cNvPr>
          <p:cNvSpPr>
            <a:spLocks noGrp="1"/>
          </p:cNvSpPr>
          <p:nvPr>
            <p:ph type="body" sz="quarter" idx="31"/>
          </p:nvPr>
        </p:nvSpPr>
        <p:spPr>
          <a:xfrm>
            <a:off x="336845" y="4754448"/>
            <a:ext cx="5607050" cy="299295"/>
          </a:xfrm>
        </p:spPr>
        <p:txBody>
          <a:bodyPr/>
          <a:lstStyle/>
          <a:p>
            <a:endParaRPr lang="en-US"/>
          </a:p>
        </p:txBody>
      </p:sp>
      <p:sp>
        <p:nvSpPr>
          <p:cNvPr id="12" name="Text Placeholder 11">
            <a:extLst>
              <a:ext uri="{FF2B5EF4-FFF2-40B4-BE49-F238E27FC236}">
                <a16:creationId xmlns:a16="http://schemas.microsoft.com/office/drawing/2014/main" id="{256F20DA-C471-A2B1-ED00-A3EFFAE6C8EB}"/>
              </a:ext>
            </a:extLst>
          </p:cNvPr>
          <p:cNvSpPr>
            <a:spLocks noGrp="1"/>
          </p:cNvSpPr>
          <p:nvPr>
            <p:ph type="body" idx="19"/>
          </p:nvPr>
        </p:nvSpPr>
        <p:spPr>
          <a:xfrm>
            <a:off x="119496" y="2519582"/>
            <a:ext cx="5493650" cy="781200"/>
          </a:xfrm>
        </p:spPr>
        <p:txBody>
          <a:bodyPr/>
          <a:lstStyle/>
          <a:p>
            <a:r>
              <a:rPr lang="en-SG"/>
              <a:t>Building the RATIONAL Case for Change</a:t>
            </a:r>
            <a:endParaRPr lang="en-US"/>
          </a:p>
        </p:txBody>
      </p:sp>
      <p:sp>
        <p:nvSpPr>
          <p:cNvPr id="14" name="Text Placeholder 13">
            <a:extLst>
              <a:ext uri="{FF2B5EF4-FFF2-40B4-BE49-F238E27FC236}">
                <a16:creationId xmlns:a16="http://schemas.microsoft.com/office/drawing/2014/main" id="{B499FB49-0E7C-0034-6BBA-BA2D6731EE6B}"/>
              </a:ext>
            </a:extLst>
          </p:cNvPr>
          <p:cNvSpPr>
            <a:spLocks noGrp="1"/>
          </p:cNvSpPr>
          <p:nvPr>
            <p:ph type="body" idx="21"/>
          </p:nvPr>
        </p:nvSpPr>
        <p:spPr>
          <a:xfrm>
            <a:off x="6228258" y="2497049"/>
            <a:ext cx="5493600" cy="781200"/>
          </a:xfrm>
        </p:spPr>
        <p:txBody>
          <a:bodyPr/>
          <a:lstStyle/>
          <a:p>
            <a:r>
              <a:rPr lang="en-SG"/>
              <a:t>Building EMOTIONAL Case for Change</a:t>
            </a:r>
            <a:endParaRPr lang="en-US"/>
          </a:p>
        </p:txBody>
      </p:sp>
      <p:sp>
        <p:nvSpPr>
          <p:cNvPr id="10" name="Title 9">
            <a:extLst>
              <a:ext uri="{FF2B5EF4-FFF2-40B4-BE49-F238E27FC236}">
                <a16:creationId xmlns:a16="http://schemas.microsoft.com/office/drawing/2014/main" id="{60B0D4F7-AAC3-025A-1F3A-6576750BF6BC}"/>
              </a:ext>
            </a:extLst>
          </p:cNvPr>
          <p:cNvSpPr>
            <a:spLocks noGrp="1"/>
          </p:cNvSpPr>
          <p:nvPr>
            <p:ph type="title"/>
          </p:nvPr>
        </p:nvSpPr>
        <p:spPr/>
        <p:txBody>
          <a:bodyPr/>
          <a:lstStyle/>
          <a:p>
            <a:r>
              <a:rPr lang="en-SG"/>
              <a:t>Introduce the Impact</a:t>
            </a:r>
            <a:endParaRPr lang="en-US"/>
          </a:p>
        </p:txBody>
      </p:sp>
      <p:sp>
        <p:nvSpPr>
          <p:cNvPr id="13" name="Text Placeholder 12">
            <a:extLst>
              <a:ext uri="{FF2B5EF4-FFF2-40B4-BE49-F238E27FC236}">
                <a16:creationId xmlns:a16="http://schemas.microsoft.com/office/drawing/2014/main" id="{CE2558B5-F630-E820-B6CC-C285BDB112EA}"/>
              </a:ext>
            </a:extLst>
          </p:cNvPr>
          <p:cNvSpPr>
            <a:spLocks noGrp="1"/>
          </p:cNvSpPr>
          <p:nvPr>
            <p:ph type="body" sz="quarter" idx="20"/>
          </p:nvPr>
        </p:nvSpPr>
        <p:spPr>
          <a:xfrm>
            <a:off x="6228258" y="3038370"/>
            <a:ext cx="5608963" cy="1594417"/>
          </a:xfrm>
        </p:spPr>
        <p:txBody>
          <a:bodyPr/>
          <a:lstStyle/>
          <a:p>
            <a:pPr>
              <a:spcAft>
                <a:spcPts val="600"/>
              </a:spcAft>
            </a:pPr>
            <a:endParaRPr lang="en-US" sz="1800"/>
          </a:p>
          <a:p>
            <a:pPr>
              <a:spcAft>
                <a:spcPts val="600"/>
              </a:spcAft>
            </a:pPr>
            <a:r>
              <a:rPr lang="en-US" sz="1800" b="1"/>
              <a:t>Emotional Impacts helps</a:t>
            </a:r>
          </a:p>
          <a:p>
            <a:pPr marL="285750" indent="-285750">
              <a:spcAft>
                <a:spcPts val="600"/>
              </a:spcAft>
              <a:buFont typeface="Wingdings" panose="05000000000000000000" pitchFamily="2" charset="2"/>
              <a:buChar char="ü"/>
            </a:pPr>
            <a:r>
              <a:rPr lang="en-US" sz="1800"/>
              <a:t>Tell the Story of what the ‘Pain of Same’ looks like</a:t>
            </a:r>
          </a:p>
          <a:p>
            <a:pPr marL="285750" indent="-285750">
              <a:spcAft>
                <a:spcPts val="600"/>
              </a:spcAft>
              <a:buFont typeface="Wingdings" panose="05000000000000000000" pitchFamily="2" charset="2"/>
              <a:buChar char="ü"/>
            </a:pPr>
            <a:r>
              <a:rPr lang="en-US" sz="1800"/>
              <a:t>Personalize impact by putting a human face to the problem </a:t>
            </a:r>
          </a:p>
          <a:p>
            <a:pPr>
              <a:spcAft>
                <a:spcPts val="600"/>
              </a:spcAft>
            </a:pPr>
            <a:endParaRPr lang="en-US" sz="1800"/>
          </a:p>
        </p:txBody>
      </p:sp>
      <p:sp>
        <p:nvSpPr>
          <p:cNvPr id="23" name="TextBox 22">
            <a:extLst>
              <a:ext uri="{FF2B5EF4-FFF2-40B4-BE49-F238E27FC236}">
                <a16:creationId xmlns:a16="http://schemas.microsoft.com/office/drawing/2014/main" id="{63ECCAC9-BF25-11A3-3B63-37C0BDD5DBAE}"/>
              </a:ext>
            </a:extLst>
          </p:cNvPr>
          <p:cNvSpPr txBox="1"/>
          <p:nvPr/>
        </p:nvSpPr>
        <p:spPr>
          <a:xfrm>
            <a:off x="6331730" y="4297244"/>
            <a:ext cx="5705549" cy="2031325"/>
          </a:xfrm>
          <a:prstGeom prst="rect">
            <a:avLst/>
          </a:prstGeom>
          <a:solidFill>
            <a:schemeClr val="tx2">
              <a:lumMod val="20000"/>
              <a:lumOff val="80000"/>
            </a:schemeClr>
          </a:solidFill>
        </p:spPr>
        <p:style>
          <a:lnRef idx="1">
            <a:schemeClr val="accent6"/>
          </a:lnRef>
          <a:fillRef idx="2">
            <a:schemeClr val="accent6"/>
          </a:fillRef>
          <a:effectRef idx="1">
            <a:schemeClr val="accent6"/>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GSK Precision Light"/>
                <a:ea typeface="+mn-ea"/>
                <a:cs typeface="Arial"/>
              </a:rPr>
              <a:t>"Doctor, I'd like to share the story of Humberto, a 65-year-old patient who envisioned an active retirement, traveling with his family and enjoying life. Unfortunately, his COPD and the fear of hospitalization have made those plans impossible.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GSK Precision Light"/>
                <a:ea typeface="+mn-ea"/>
                <a:cs typeface="Arial"/>
              </a:rPr>
              <a:t>In your experience, how many of your patients might be facing similar challenges to Humberto?"</a:t>
            </a:r>
          </a:p>
        </p:txBody>
      </p:sp>
      <p:sp>
        <p:nvSpPr>
          <p:cNvPr id="24" name="TextBox 23">
            <a:extLst>
              <a:ext uri="{FF2B5EF4-FFF2-40B4-BE49-F238E27FC236}">
                <a16:creationId xmlns:a16="http://schemas.microsoft.com/office/drawing/2014/main" id="{8078DE13-3804-3489-9A59-F48BA581E769}"/>
              </a:ext>
            </a:extLst>
          </p:cNvPr>
          <p:cNvSpPr txBox="1"/>
          <p:nvPr/>
        </p:nvSpPr>
        <p:spPr>
          <a:xfrm>
            <a:off x="134874" y="3835579"/>
            <a:ext cx="5705549" cy="1477328"/>
          </a:xfrm>
          <a:prstGeom prst="rect">
            <a:avLst/>
          </a:prstGeom>
          <a:solidFill>
            <a:schemeClr val="tx2">
              <a:lumMod val="20000"/>
              <a:lumOff val="80000"/>
            </a:schemeClr>
          </a:solidFill>
        </p:spPr>
        <p:style>
          <a:lnRef idx="1">
            <a:schemeClr val="accent6"/>
          </a:lnRef>
          <a:fillRef idx="2">
            <a:schemeClr val="accent6"/>
          </a:fillRef>
          <a:effectRef idx="1">
            <a:schemeClr val="accent6"/>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000000"/>
                </a:solidFill>
                <a:effectLst/>
                <a:uLnTx/>
                <a:uFillTx/>
                <a:latin typeface="GSK Precision Light"/>
                <a:ea typeface="+mn-ea"/>
                <a:cs typeface="Arial"/>
              </a:rPr>
              <a:t>“Doctor, studies have shown that a single exacerbation can trigger more symptoms and accelerated disease progression and in  severe cases potentially duplicate the risk of mortality over 5 years. This is the risk some patients face.</a:t>
            </a:r>
          </a:p>
        </p:txBody>
      </p:sp>
      <p:sp>
        <p:nvSpPr>
          <p:cNvPr id="25" name="TextBox 24">
            <a:extLst>
              <a:ext uri="{FF2B5EF4-FFF2-40B4-BE49-F238E27FC236}">
                <a16:creationId xmlns:a16="http://schemas.microsoft.com/office/drawing/2014/main" id="{6E708B3D-25E5-2A27-D12D-46F1B1DB6379}"/>
              </a:ext>
            </a:extLst>
          </p:cNvPr>
          <p:cNvSpPr txBox="1"/>
          <p:nvPr/>
        </p:nvSpPr>
        <p:spPr>
          <a:xfrm>
            <a:off x="413582" y="2974722"/>
            <a:ext cx="5127074" cy="914400"/>
          </a:xfrm>
          <a:prstGeom prst="rect">
            <a:avLst/>
          </a:prstGeom>
          <a:noFill/>
        </p:spPr>
        <p:txBody>
          <a:bodyPr wrap="none" lIns="36000" tIns="36000" rIns="36000" bIns="36000" rtlCol="0">
            <a:noAutofit/>
          </a:bodyPr>
          <a:lstStyle/>
          <a:p>
            <a:pPr marL="285750" marR="0" lvl="0" indent="-285750" algn="l" defTabSz="914400" rtl="0" eaLnBrk="1" fontAlgn="auto" latinLnBrk="0" hangingPunct="1">
              <a:lnSpc>
                <a:spcPct val="100000"/>
              </a:lnSpc>
              <a:spcBef>
                <a:spcPts val="300"/>
              </a:spcBef>
              <a:spcAft>
                <a:spcPts val="300"/>
              </a:spcAft>
              <a:buClr>
                <a:srgbClr val="F36633"/>
              </a:buClr>
              <a:buSzPct val="110000"/>
              <a:buFont typeface="Wingdings" panose="05000000000000000000" pitchFamily="2" charset="2"/>
              <a:buChar char="ü"/>
              <a:tabLst/>
              <a:defRPr/>
            </a:pPr>
            <a:r>
              <a:rPr kumimoji="0" lang="en-SG" sz="2000" b="0" i="0" u="none" strike="noStrike" kern="1200" cap="none" spc="0" normalizeH="0" baseline="0" noProof="0">
                <a:ln>
                  <a:noFill/>
                </a:ln>
                <a:solidFill>
                  <a:srgbClr val="000000"/>
                </a:solidFill>
                <a:effectLst/>
                <a:uLnTx/>
                <a:uFillTx/>
                <a:latin typeface="GSK Precision Light"/>
                <a:ea typeface="+mn-ea"/>
                <a:cs typeface="Arial"/>
              </a:rPr>
              <a:t>Risk of Exacerbations</a:t>
            </a:r>
          </a:p>
          <a:p>
            <a:pPr marL="285750" marR="0" lvl="0" indent="-285750" algn="l" defTabSz="914400" rtl="0" eaLnBrk="1" fontAlgn="auto" latinLnBrk="0" hangingPunct="1">
              <a:lnSpc>
                <a:spcPct val="100000"/>
              </a:lnSpc>
              <a:spcBef>
                <a:spcPts val="300"/>
              </a:spcBef>
              <a:spcAft>
                <a:spcPts val="300"/>
              </a:spcAft>
              <a:buClr>
                <a:srgbClr val="F36633"/>
              </a:buClr>
              <a:buSzPct val="110000"/>
              <a:buFont typeface="Wingdings" panose="05000000000000000000" pitchFamily="2" charset="2"/>
              <a:buChar char="ü"/>
              <a:tabLst/>
              <a:defRPr/>
            </a:pPr>
            <a:r>
              <a:rPr kumimoji="0" lang="en-SG" sz="2000" b="0" i="0" u="none" strike="noStrike" kern="1200" cap="none" spc="0" normalizeH="0" baseline="0" noProof="0">
                <a:ln>
                  <a:noFill/>
                </a:ln>
                <a:solidFill>
                  <a:srgbClr val="000000"/>
                </a:solidFill>
                <a:effectLst/>
                <a:uLnTx/>
                <a:uFillTx/>
                <a:latin typeface="GSK Precision Light"/>
                <a:ea typeface="+mn-ea"/>
                <a:cs typeface="Arial"/>
              </a:rPr>
              <a:t>All-cause mortality (ACM) risk</a:t>
            </a:r>
            <a:endParaRPr kumimoji="0" lang="en-US" sz="20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16" name="Text Placeholder 2">
            <a:extLst>
              <a:ext uri="{FF2B5EF4-FFF2-40B4-BE49-F238E27FC236}">
                <a16:creationId xmlns:a16="http://schemas.microsoft.com/office/drawing/2014/main" id="{181B8A30-802E-9FA1-5CDC-2027893F7661}"/>
              </a:ext>
            </a:extLst>
          </p:cNvPr>
          <p:cNvSpPr txBox="1">
            <a:spLocks/>
          </p:cNvSpPr>
          <p:nvPr/>
        </p:nvSpPr>
        <p:spPr>
          <a:xfrm>
            <a:off x="398665" y="6414946"/>
            <a:ext cx="11460164" cy="298800"/>
          </a:xfrm>
          <a:prstGeom prst="rect">
            <a:avLst/>
          </a:prstGeom>
        </p:spPr>
        <p:txBody>
          <a:bodyPr/>
          <a:lstStyle>
            <a:lvl1pPr marL="359991" indent="-359991" algn="l" defTabSz="1219170" rtl="0" eaLnBrk="1" latinLnBrk="0" hangingPunct="1">
              <a:spcBef>
                <a:spcPts val="300"/>
              </a:spcBef>
              <a:spcAft>
                <a:spcPts val="300"/>
              </a:spcAft>
              <a:buClr>
                <a:schemeClr val="tx2"/>
              </a:buClr>
              <a:buSzPct val="110000"/>
              <a:buFont typeface="Arial" panose="020B0604020202020204" pitchFamily="34" charset="0"/>
              <a:buChar char="•"/>
              <a:defRPr sz="2200" kern="1200">
                <a:solidFill>
                  <a:schemeClr val="tx1"/>
                </a:solidFill>
                <a:latin typeface="+mn-lt"/>
                <a:ea typeface="+mn-ea"/>
                <a:cs typeface="+mn-cs"/>
              </a:defRPr>
            </a:lvl1pPr>
            <a:lvl2pPr marL="717533" indent="-359991" algn="l" defTabSz="1219170" rtl="0" eaLnBrk="1" latinLnBrk="0" hangingPunct="1">
              <a:spcBef>
                <a:spcPts val="300"/>
              </a:spcBef>
              <a:spcAft>
                <a:spcPts val="300"/>
              </a:spcAft>
              <a:buClr>
                <a:schemeClr val="tx1"/>
              </a:buClr>
              <a:buFont typeface="Arial" panose="020B0604020202020204" pitchFamily="34" charset="0"/>
              <a:buChar char="­"/>
              <a:defRPr sz="2000" kern="1200">
                <a:solidFill>
                  <a:schemeClr val="tx1"/>
                </a:solidFill>
                <a:latin typeface="+mn-lt"/>
                <a:ea typeface="+mn-ea"/>
                <a:cs typeface="+mn-cs"/>
              </a:defRPr>
            </a:lvl2pPr>
            <a:lvl3pPr marL="1079973" indent="-359991" algn="l" defTabSz="1219170" rtl="0" eaLnBrk="1" latinLnBrk="0" hangingPunct="1">
              <a:spcBef>
                <a:spcPts val="300"/>
              </a:spcBef>
              <a:spcAft>
                <a:spcPts val="300"/>
              </a:spcAft>
              <a:buClr>
                <a:schemeClr val="tx1"/>
              </a:buClr>
              <a:buFont typeface="Arial" panose="020B0604020202020204" pitchFamily="34" charset="0"/>
              <a:buChar char="­"/>
              <a:defRPr sz="1800" kern="1200">
                <a:solidFill>
                  <a:schemeClr val="tx1"/>
                </a:solidFill>
                <a:latin typeface="+mn-lt"/>
                <a:ea typeface="+mn-ea"/>
                <a:cs typeface="+mn-cs"/>
              </a:defRPr>
            </a:lvl3pPr>
            <a:lvl4pPr marL="1441415" indent="-359991" algn="l" defTabSz="1219170" rtl="0" eaLnBrk="1" latinLnBrk="0" hangingPunct="1">
              <a:spcBef>
                <a:spcPts val="300"/>
              </a:spcBef>
              <a:spcAft>
                <a:spcPts val="300"/>
              </a:spcAft>
              <a:buClr>
                <a:schemeClr val="tx1"/>
              </a:buClr>
              <a:buFont typeface="Arial" panose="020B0604020202020204" pitchFamily="34" charset="0"/>
              <a:buChar char="­"/>
              <a:defRPr sz="1600" kern="1200">
                <a:solidFill>
                  <a:schemeClr val="tx1"/>
                </a:solidFill>
                <a:latin typeface="+mn-lt"/>
                <a:ea typeface="+mn-ea"/>
                <a:cs typeface="+mn-cs"/>
              </a:defRPr>
            </a:lvl4pPr>
            <a:lvl5pPr marL="1799955" indent="-359991" algn="l" defTabSz="1219170" rtl="0" eaLnBrk="1" latinLnBrk="0" hangingPunct="1">
              <a:spcBef>
                <a:spcPts val="300"/>
              </a:spcBef>
              <a:spcAft>
                <a:spcPts val="300"/>
              </a:spcAft>
              <a:buClr>
                <a:schemeClr val="tx1"/>
              </a:buClr>
              <a:buFont typeface="Arial" panose="020B0604020202020204" pitchFamily="34" charset="0"/>
              <a:buChar char="­"/>
              <a:defRPr sz="14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100" b="0" i="0" u="none" strike="noStrike" kern="1200" cap="none" spc="0" normalizeH="0" baseline="0" noProof="0">
                <a:ln>
                  <a:noFill/>
                </a:ln>
                <a:solidFill>
                  <a:srgbClr val="09090B"/>
                </a:solidFill>
                <a:effectLst/>
                <a:uLnTx/>
                <a:uFillTx/>
                <a:latin typeface="inherit"/>
                <a:ea typeface="+mn-ea"/>
                <a:cs typeface="Arial"/>
              </a:rPr>
              <a:t>The sample dialogue provided in this presentation are for illustrative purposes only. </a:t>
            </a:r>
          </a:p>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100" b="0" i="0" u="none" strike="noStrike" kern="1200" cap="none" spc="0" normalizeH="0" baseline="0" noProof="0">
                <a:ln>
                  <a:noFill/>
                </a:ln>
                <a:solidFill>
                  <a:srgbClr val="09090B"/>
                </a:solidFill>
                <a:effectLst/>
                <a:uLnTx/>
                <a:uFillTx/>
                <a:latin typeface="inherit"/>
                <a:ea typeface="+mn-ea"/>
                <a:cs typeface="Arial"/>
              </a:rPr>
              <a:t>These materials must be reviewed and locally approved by the Medical Affairs team prior to use in any healthcare professional (HCP) interactions.</a:t>
            </a:r>
            <a:endParaRPr kumimoji="0" lang="en-US" altLang="en-US" sz="100" b="0" i="0" u="none" strike="noStrike" kern="1200" cap="none" spc="0" normalizeH="0" baseline="0" noProof="0">
              <a:ln>
                <a:noFill/>
              </a:ln>
              <a:solidFill>
                <a:srgbClr val="09090B"/>
              </a:solidFill>
              <a:effectLst/>
              <a:uLnTx/>
              <a:uFillTx/>
              <a:latin typeface="inherit"/>
              <a:ea typeface="+mn-ea"/>
              <a:cs typeface="Arial"/>
            </a:endParaRPr>
          </a:p>
        </p:txBody>
      </p:sp>
      <p:sp>
        <p:nvSpPr>
          <p:cNvPr id="17" name="TextBox 16">
            <a:extLst>
              <a:ext uri="{FF2B5EF4-FFF2-40B4-BE49-F238E27FC236}">
                <a16:creationId xmlns:a16="http://schemas.microsoft.com/office/drawing/2014/main" id="{777F714C-7EDC-5E4F-59BB-506313BE9373}"/>
              </a:ext>
            </a:extLst>
          </p:cNvPr>
          <p:cNvSpPr txBox="1"/>
          <p:nvPr/>
        </p:nvSpPr>
        <p:spPr>
          <a:xfrm>
            <a:off x="413582" y="5491616"/>
            <a:ext cx="5705549" cy="923330"/>
          </a:xfrm>
          <a:prstGeom prst="rect">
            <a:avLst/>
          </a:prstGeom>
          <a:solidFill>
            <a:schemeClr val="tx2">
              <a:lumMod val="20000"/>
              <a:lumOff val="80000"/>
            </a:schemeClr>
          </a:solidFill>
        </p:spPr>
        <p:style>
          <a:lnRef idx="1">
            <a:schemeClr val="accent6"/>
          </a:lnRef>
          <a:fillRef idx="2">
            <a:schemeClr val="accent6"/>
          </a:fillRef>
          <a:effectRef idx="1">
            <a:schemeClr val="accent6"/>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GSK Precision Light"/>
                <a:ea typeface="+mn-ea"/>
                <a:cs typeface="Arial"/>
              </a:rPr>
              <a:t>…Doctor, what considerations do you take into account when choosing treatment among your COPD patients who are at risk of exacerbations?”</a:t>
            </a:r>
          </a:p>
        </p:txBody>
      </p:sp>
      <p:pic>
        <p:nvPicPr>
          <p:cNvPr id="19" name="Picture 18" descr="A blue and orange scale with a pin and arrows&#10;&#10;AI-generated content may be incorrect.">
            <a:extLst>
              <a:ext uri="{FF2B5EF4-FFF2-40B4-BE49-F238E27FC236}">
                <a16:creationId xmlns:a16="http://schemas.microsoft.com/office/drawing/2014/main" id="{A8A588F3-AFC7-4DA6-9F7A-0000DE3F04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66315" y="197013"/>
            <a:ext cx="2801911" cy="2230182"/>
          </a:xfrm>
          <a:prstGeom prst="rect">
            <a:avLst/>
          </a:prstGeom>
        </p:spPr>
      </p:pic>
    </p:spTree>
    <p:extLst>
      <p:ext uri="{BB962C8B-B14F-4D97-AF65-F5344CB8AC3E}">
        <p14:creationId xmlns:p14="http://schemas.microsoft.com/office/powerpoint/2010/main" val="3015955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500"/>
                                        <p:tgtEl>
                                          <p:spTgt spid="1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xEl>
                                              <p:pRg st="1" end="1"/>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xEl>
                                              <p:pRg st="2" end="2"/>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xEl>
                                              <p:pRg st="3" end="3"/>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4" grpId="0" build="p"/>
      <p:bldP spid="13" grpId="0" uiExpand="1" build="p"/>
      <p:bldP spid="23" grpId="0" animBg="1"/>
      <p:bldP spid="24" grpId="0" animBg="1"/>
      <p:bldP spid="25" grpId="0"/>
      <p:bldP spid="1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9ACCE-2ACA-4837-A4EE-B6456641C739}"/>
              </a:ext>
            </a:extLst>
          </p:cNvPr>
          <p:cNvSpPr>
            <a:spLocks noGrp="1"/>
          </p:cNvSpPr>
          <p:nvPr>
            <p:ph type="title"/>
          </p:nvPr>
        </p:nvSpPr>
        <p:spPr>
          <a:xfrm>
            <a:off x="419100" y="482252"/>
            <a:ext cx="11353800" cy="443198"/>
          </a:xfrm>
        </p:spPr>
        <p:txBody>
          <a:bodyPr/>
          <a:lstStyle/>
          <a:p>
            <a:r>
              <a:rPr lang="en-US" dirty="0"/>
              <a:t>EMOTIVE SELLING TACTICS</a:t>
            </a:r>
          </a:p>
        </p:txBody>
      </p:sp>
      <p:cxnSp>
        <p:nvCxnSpPr>
          <p:cNvPr id="11" name="Straight Connector 10">
            <a:extLst>
              <a:ext uri="{FF2B5EF4-FFF2-40B4-BE49-F238E27FC236}">
                <a16:creationId xmlns:a16="http://schemas.microsoft.com/office/drawing/2014/main" id="{B22A566A-5C24-FA41-FEAD-0F3A89D30E79}"/>
              </a:ext>
            </a:extLst>
          </p:cNvPr>
          <p:cNvCxnSpPr>
            <a:cxnSpLocks/>
          </p:cNvCxnSpPr>
          <p:nvPr/>
        </p:nvCxnSpPr>
        <p:spPr>
          <a:xfrm>
            <a:off x="419100" y="1941004"/>
            <a:ext cx="1133856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E705A2B7-E2E3-47D5-0FF3-236F999BD38C}"/>
              </a:ext>
            </a:extLst>
          </p:cNvPr>
          <p:cNvGrpSpPr/>
          <p:nvPr/>
        </p:nvGrpSpPr>
        <p:grpSpPr>
          <a:xfrm>
            <a:off x="427101" y="3410497"/>
            <a:ext cx="4112713" cy="3269605"/>
            <a:chOff x="376301" y="3410497"/>
            <a:chExt cx="3673939" cy="3269605"/>
          </a:xfrm>
        </p:grpSpPr>
        <p:sp>
          <p:nvSpPr>
            <p:cNvPr id="21" name="Rectangle 20">
              <a:extLst>
                <a:ext uri="{FF2B5EF4-FFF2-40B4-BE49-F238E27FC236}">
                  <a16:creationId xmlns:a16="http://schemas.microsoft.com/office/drawing/2014/main" id="{09F5238E-8E7F-4587-BCBE-A30DEB763B56}"/>
                </a:ext>
              </a:extLst>
            </p:cNvPr>
            <p:cNvSpPr/>
            <p:nvPr/>
          </p:nvSpPr>
          <p:spPr>
            <a:xfrm>
              <a:off x="481297" y="4279445"/>
              <a:ext cx="3483716" cy="2400657"/>
            </a:xfrm>
            <a:prstGeom prst="rect">
              <a:avLst/>
            </a:prstGeom>
            <a:noFill/>
            <a:ln>
              <a:noFill/>
            </a:ln>
          </p:spPr>
          <p:txBody>
            <a:bodyPr wrap="square" lIns="0" tIns="0" rIns="0" bIns="0">
              <a:sp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effectLst/>
                  <a:uLnTx/>
                  <a:uFillTx/>
                  <a:ea typeface="+mn-ea"/>
                  <a:cs typeface="+mn-cs"/>
                </a:rPr>
                <a:t>Example: </a:t>
              </a:r>
              <a:r>
                <a:rPr kumimoji="0" lang="en-US" sz="1200" b="0" i="1" u="none" strike="noStrike" kern="0" cap="none" spc="0" normalizeH="0" baseline="0" noProof="0" dirty="0">
                  <a:ln>
                    <a:noFill/>
                  </a:ln>
                  <a:effectLst/>
                  <a:uLnTx/>
                  <a:uFillTx/>
                  <a:ea typeface="+mn-ea"/>
                  <a:cs typeface="+mn-cs"/>
                </a:rPr>
                <a:t>"That’s how our patients feel when they are experiencing exacerbations—like being caught underwater, desperately trying to reach the surface but held back by an invisible weight pressing down on their chest. Each inhale feels shallow and strained, as if the air they need is just out of reach. The overwhelming sense of suffocation can leave them panicked, exhausted, and unable to focus on anything else. Even simple activities, like walking across the room or climbing a few steps, can seem like insurmountable obstacles. This is the daily battle for many living with COPD, and it fuels our determination to create treatments that bring them relief and restore their ability to breathe freely."</a:t>
              </a:r>
            </a:p>
          </p:txBody>
        </p:sp>
        <p:sp>
          <p:nvSpPr>
            <p:cNvPr id="6" name="Rectangle 5">
              <a:extLst>
                <a:ext uri="{FF2B5EF4-FFF2-40B4-BE49-F238E27FC236}">
                  <a16:creationId xmlns:a16="http://schemas.microsoft.com/office/drawing/2014/main" id="{10207DF3-2D62-5BF1-12F8-1FD9CCBDB676}"/>
                </a:ext>
              </a:extLst>
            </p:cNvPr>
            <p:cNvSpPr/>
            <p:nvPr/>
          </p:nvSpPr>
          <p:spPr>
            <a:xfrm>
              <a:off x="941280" y="3410497"/>
              <a:ext cx="3108960" cy="830997"/>
            </a:xfrm>
            <a:prstGeom prst="rect">
              <a:avLst/>
            </a:prstGeom>
            <a:noFill/>
            <a:ln>
              <a:noFill/>
            </a:ln>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52835"/>
                  </a:solidFill>
                  <a:effectLst/>
                  <a:uLnTx/>
                  <a:uFillTx/>
                  <a:latin typeface="Lyon Text Bold" panose="02000505080000020004" pitchFamily="50" charset="0"/>
                  <a:ea typeface="+mn-ea"/>
                  <a:cs typeface="+mn-cs"/>
                </a:rPr>
                <a:t>Imagery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52835"/>
                  </a:solidFill>
                  <a:effectLst/>
                  <a:uLnTx/>
                  <a:uFillTx/>
                  <a:latin typeface="Graphik Regular" panose="020B0503030202060203" pitchFamily="34" charset="0"/>
                  <a:ea typeface="+mn-ea"/>
                  <a:cs typeface="+mn-cs"/>
                </a:rPr>
                <a:t>Incorporate details that invoke the five senses</a:t>
              </a:r>
              <a:endParaRPr kumimoji="0" lang="en-US" sz="1800" b="0" i="0" u="none" strike="noStrike" kern="0" cap="none" spc="0" normalizeH="0" baseline="0" noProof="0" dirty="0">
                <a:ln>
                  <a:noFill/>
                </a:ln>
                <a:solidFill>
                  <a:srgbClr val="052835"/>
                </a:solidFill>
                <a:effectLst/>
                <a:uLnTx/>
                <a:uFillTx/>
                <a:latin typeface="Graphik Regular" panose="020B0503030202060203" pitchFamily="34" charset="0"/>
                <a:ea typeface="+mn-ea"/>
                <a:cs typeface="+mn-cs"/>
              </a:endParaRPr>
            </a:p>
          </p:txBody>
        </p:sp>
        <p:pic>
          <p:nvPicPr>
            <p:cNvPr id="29" name="Graphic 28">
              <a:extLst>
                <a:ext uri="{FF2B5EF4-FFF2-40B4-BE49-F238E27FC236}">
                  <a16:creationId xmlns:a16="http://schemas.microsoft.com/office/drawing/2014/main" id="{3E9CBDD8-9668-F302-41D3-FE6E82B557B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76301" y="3483592"/>
              <a:ext cx="437714" cy="523131"/>
            </a:xfrm>
            <a:prstGeom prst="rect">
              <a:avLst/>
            </a:prstGeom>
          </p:spPr>
        </p:pic>
      </p:grpSp>
      <p:sp>
        <p:nvSpPr>
          <p:cNvPr id="4" name="TextBox 3">
            <a:extLst>
              <a:ext uri="{FF2B5EF4-FFF2-40B4-BE49-F238E27FC236}">
                <a16:creationId xmlns:a16="http://schemas.microsoft.com/office/drawing/2014/main" id="{BD4B184C-B0D3-8445-D6B4-DF5903A7AADA}"/>
              </a:ext>
            </a:extLst>
          </p:cNvPr>
          <p:cNvSpPr txBox="1"/>
          <p:nvPr/>
        </p:nvSpPr>
        <p:spPr>
          <a:xfrm>
            <a:off x="1105338" y="1298496"/>
            <a:ext cx="10153787" cy="369332"/>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2400" b="0" i="0" u="none" strike="noStrike" kern="1200" cap="none" spc="0" normalizeH="0" baseline="0" noProof="0" dirty="0">
                <a:ln>
                  <a:noFill/>
                </a:ln>
                <a:solidFill>
                  <a:srgbClr val="052835"/>
                </a:solidFill>
                <a:effectLst/>
                <a:uLnTx/>
                <a:uFillTx/>
                <a:latin typeface="Graphik Regular" panose="020B0503030202060203" pitchFamily="34" charset="0"/>
                <a:ea typeface="+mn-ea"/>
                <a:cs typeface="+mn-cs"/>
              </a:rPr>
              <a:t>Utilize emotive selling concepts to convey the emotional case for change </a:t>
            </a:r>
          </a:p>
        </p:txBody>
      </p:sp>
      <p:pic>
        <p:nvPicPr>
          <p:cNvPr id="12" name="Graphic 11">
            <a:extLst>
              <a:ext uri="{FF2B5EF4-FFF2-40B4-BE49-F238E27FC236}">
                <a16:creationId xmlns:a16="http://schemas.microsoft.com/office/drawing/2014/main" id="{6A8BBFD9-DCA2-F51E-42BA-61D8575627C7}"/>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419100" y="1156568"/>
            <a:ext cx="560855" cy="560855"/>
          </a:xfrm>
          <a:prstGeom prst="rect">
            <a:avLst/>
          </a:prstGeom>
        </p:spPr>
      </p:pic>
      <p:sp>
        <p:nvSpPr>
          <p:cNvPr id="16" name="TextBox 15">
            <a:extLst>
              <a:ext uri="{FF2B5EF4-FFF2-40B4-BE49-F238E27FC236}">
                <a16:creationId xmlns:a16="http://schemas.microsoft.com/office/drawing/2014/main" id="{675DC74A-3E0F-B379-D995-982141806E7D}"/>
              </a:ext>
            </a:extLst>
          </p:cNvPr>
          <p:cNvSpPr txBox="1"/>
          <p:nvPr/>
        </p:nvSpPr>
        <p:spPr>
          <a:xfrm>
            <a:off x="2534990" y="2542102"/>
            <a:ext cx="9601200" cy="276999"/>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dirty="0">
                <a:ln>
                  <a:noFill/>
                </a:ln>
                <a:solidFill>
                  <a:srgbClr val="052835"/>
                </a:solidFill>
                <a:effectLst/>
                <a:uLnTx/>
                <a:uFillTx/>
                <a:latin typeface="Graphik Regular" panose="020B0503030202060203" pitchFamily="34" charset="0"/>
                <a:ea typeface="+mn-ea"/>
                <a:cs typeface="+mn-cs"/>
              </a:rPr>
              <a:t>Dial up the Constructive Tension your story creates with: </a:t>
            </a:r>
          </a:p>
        </p:txBody>
      </p:sp>
      <p:grpSp>
        <p:nvGrpSpPr>
          <p:cNvPr id="37" name="Group 36">
            <a:extLst>
              <a:ext uri="{FF2B5EF4-FFF2-40B4-BE49-F238E27FC236}">
                <a16:creationId xmlns:a16="http://schemas.microsoft.com/office/drawing/2014/main" id="{6EE66268-CAA1-15D7-AF43-395B7E2D9D6B}"/>
              </a:ext>
            </a:extLst>
          </p:cNvPr>
          <p:cNvGrpSpPr/>
          <p:nvPr/>
        </p:nvGrpSpPr>
        <p:grpSpPr>
          <a:xfrm>
            <a:off x="4872572" y="3307003"/>
            <a:ext cx="3120255" cy="2273181"/>
            <a:chOff x="4283836" y="3483592"/>
            <a:chExt cx="3120255" cy="2273181"/>
          </a:xfrm>
        </p:grpSpPr>
        <p:sp>
          <p:nvSpPr>
            <p:cNvPr id="19" name="Rectangle 18">
              <a:extLst>
                <a:ext uri="{FF2B5EF4-FFF2-40B4-BE49-F238E27FC236}">
                  <a16:creationId xmlns:a16="http://schemas.microsoft.com/office/drawing/2014/main" id="{3B351172-90FE-49D0-A66B-080905148379}"/>
                </a:ext>
              </a:extLst>
            </p:cNvPr>
            <p:cNvSpPr/>
            <p:nvPr/>
          </p:nvSpPr>
          <p:spPr>
            <a:xfrm>
              <a:off x="4295131" y="5387441"/>
              <a:ext cx="3108960" cy="369332"/>
            </a:xfrm>
            <a:prstGeom prst="rect">
              <a:avLst/>
            </a:prstGeom>
            <a:noFill/>
            <a:ln>
              <a:noFill/>
            </a:ln>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effectLst/>
                  <a:uLnTx/>
                  <a:uFillTx/>
                  <a:ea typeface="+mn-ea"/>
                  <a:cs typeface="+mn-cs"/>
                </a:rPr>
                <a:t>Example: </a:t>
              </a:r>
              <a:r>
                <a:rPr kumimoji="0" lang="en-US" sz="1200" b="0" i="0" u="none" strike="noStrike" kern="0" cap="none" spc="0" normalizeH="0" baseline="0" noProof="0" dirty="0">
                  <a:ln>
                    <a:noFill/>
                  </a:ln>
                  <a:effectLst/>
                  <a:uLnTx/>
                  <a:uFillTx/>
                  <a:ea typeface="+mn-ea"/>
                  <a:cs typeface="+mn-cs"/>
                </a:rPr>
                <a:t>like trying to sip air through a straw riddled with tiny holes</a:t>
              </a:r>
              <a:endParaRPr kumimoji="0" lang="en-US" sz="1200" b="0" i="0" u="none" strike="noStrike" kern="1200" cap="none" spc="0" normalizeH="0" baseline="0" noProof="0" dirty="0">
                <a:ln>
                  <a:noFill/>
                </a:ln>
                <a:effectLst/>
                <a:uLnTx/>
                <a:uFillTx/>
                <a:ea typeface="+mn-ea"/>
                <a:cs typeface="+mn-cs"/>
              </a:endParaRPr>
            </a:p>
          </p:txBody>
        </p:sp>
        <p:sp>
          <p:nvSpPr>
            <p:cNvPr id="8" name="Rectangle 7">
              <a:extLst>
                <a:ext uri="{FF2B5EF4-FFF2-40B4-BE49-F238E27FC236}">
                  <a16:creationId xmlns:a16="http://schemas.microsoft.com/office/drawing/2014/main" id="{D944E80B-406F-B11F-F5BA-F0DDF2DF4C60}"/>
                </a:ext>
              </a:extLst>
            </p:cNvPr>
            <p:cNvSpPr/>
            <p:nvPr/>
          </p:nvSpPr>
          <p:spPr>
            <a:xfrm>
              <a:off x="4295131" y="4143084"/>
              <a:ext cx="3108960" cy="1107996"/>
            </a:xfrm>
            <a:prstGeom prst="rect">
              <a:avLst/>
            </a:prstGeom>
            <a:noFill/>
            <a:ln>
              <a:noFill/>
            </a:ln>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52835"/>
                  </a:solidFill>
                  <a:effectLst/>
                  <a:uLnTx/>
                  <a:uFillTx/>
                  <a:latin typeface="Lyon Text Bold" panose="02000505080000020004" pitchFamily="50" charset="0"/>
                  <a:ea typeface="+mn-ea"/>
                  <a:cs typeface="+mn-cs"/>
                </a:rPr>
                <a:t>Analogies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52835"/>
                  </a:solidFill>
                  <a:effectLst/>
                  <a:uLnTx/>
                  <a:uFillTx/>
                  <a:latin typeface="Graphik Regular" panose="020B0503030202060203" pitchFamily="34" charset="0"/>
                  <a:ea typeface="+mn-ea"/>
                  <a:cs typeface="+mn-cs"/>
                </a:rPr>
                <a:t>Create a comparison </a:t>
              </a:r>
              <a:r>
                <a:rPr kumimoji="0" lang="en-US" sz="1800" b="0" i="0" u="none" strike="noStrike" kern="0" cap="none" spc="0" normalizeH="0" baseline="0" noProof="0" dirty="0">
                  <a:ln>
                    <a:noFill/>
                  </a:ln>
                  <a:solidFill>
                    <a:srgbClr val="052835"/>
                  </a:solidFill>
                  <a:effectLst/>
                  <a:uLnTx/>
                  <a:uFillTx/>
                  <a:latin typeface="Graphik Regular" panose="020B0503030202060203" pitchFamily="34" charset="0"/>
                  <a:ea typeface="+mn-ea"/>
                  <a:cs typeface="+mn-cs"/>
                </a:rPr>
                <a:t>to make your point more memorable</a:t>
              </a:r>
              <a:endParaRPr kumimoji="0" lang="en-US" sz="1800" b="0" i="0" u="none" strike="noStrike" kern="1200" cap="none" spc="0" normalizeH="0" baseline="0" noProof="0" dirty="0">
                <a:ln>
                  <a:noFill/>
                </a:ln>
                <a:solidFill>
                  <a:srgbClr val="052835"/>
                </a:solidFill>
                <a:effectLst/>
                <a:uLnTx/>
                <a:uFillTx/>
                <a:latin typeface="Graphik Regular" panose="020B0503030202060203" pitchFamily="34" charset="0"/>
                <a:ea typeface="+mn-ea"/>
                <a:cs typeface="+mn-cs"/>
              </a:endParaRPr>
            </a:p>
          </p:txBody>
        </p:sp>
        <p:grpSp>
          <p:nvGrpSpPr>
            <p:cNvPr id="35" name="Group 34">
              <a:extLst>
                <a:ext uri="{FF2B5EF4-FFF2-40B4-BE49-F238E27FC236}">
                  <a16:creationId xmlns:a16="http://schemas.microsoft.com/office/drawing/2014/main" id="{BF3A0D6D-9C2E-6EA1-86F7-DBCA094BF8EE}"/>
                </a:ext>
              </a:extLst>
            </p:cNvPr>
            <p:cNvGrpSpPr/>
            <p:nvPr/>
          </p:nvGrpSpPr>
          <p:grpSpPr>
            <a:xfrm>
              <a:off x="4283836" y="3483592"/>
              <a:ext cx="847125" cy="523131"/>
              <a:chOff x="4710112" y="2576512"/>
              <a:chExt cx="2767869" cy="1709261"/>
            </a:xfrm>
            <a:solidFill>
              <a:schemeClr val="tx1"/>
            </a:solidFill>
          </p:grpSpPr>
          <p:sp>
            <p:nvSpPr>
              <p:cNvPr id="9" name="Freeform: Shape 8">
                <a:extLst>
                  <a:ext uri="{FF2B5EF4-FFF2-40B4-BE49-F238E27FC236}">
                    <a16:creationId xmlns:a16="http://schemas.microsoft.com/office/drawing/2014/main" id="{5AEB3BFC-FC75-836F-1D46-E46C7EC44473}"/>
                  </a:ext>
                </a:extLst>
              </p:cNvPr>
              <p:cNvSpPr/>
              <p:nvPr/>
            </p:nvSpPr>
            <p:spPr>
              <a:xfrm>
                <a:off x="4710112" y="2576512"/>
                <a:ext cx="2767869" cy="1709261"/>
              </a:xfrm>
              <a:custGeom>
                <a:avLst/>
                <a:gdLst>
                  <a:gd name="connsiteX0" fmla="*/ 0 w 2767869"/>
                  <a:gd name="connsiteY0" fmla="*/ 332708 h 1709261"/>
                  <a:gd name="connsiteX1" fmla="*/ 0 w 2767869"/>
                  <a:gd name="connsiteY1" fmla="*/ 1129189 h 1709261"/>
                  <a:gd name="connsiteX2" fmla="*/ 334994 w 2767869"/>
                  <a:gd name="connsiteY2" fmla="*/ 1463135 h 1709261"/>
                  <a:gd name="connsiteX3" fmla="*/ 2009585 w 2767869"/>
                  <a:gd name="connsiteY3" fmla="*/ 1463135 h 1709261"/>
                  <a:gd name="connsiteX4" fmla="*/ 2009585 w 2767869"/>
                  <a:gd name="connsiteY4" fmla="*/ 1463135 h 1709261"/>
                  <a:gd name="connsiteX5" fmla="*/ 2575179 w 2767869"/>
                  <a:gd name="connsiteY5" fmla="*/ 1679734 h 1709261"/>
                  <a:gd name="connsiteX6" fmla="*/ 2652236 w 2767869"/>
                  <a:gd name="connsiteY6" fmla="*/ 1709261 h 1709261"/>
                  <a:gd name="connsiteX7" fmla="*/ 2698528 w 2767869"/>
                  <a:gd name="connsiteY7" fmla="*/ 1699546 h 1709261"/>
                  <a:gd name="connsiteX8" fmla="*/ 2767870 w 2767869"/>
                  <a:gd name="connsiteY8" fmla="*/ 1595818 h 1709261"/>
                  <a:gd name="connsiteX9" fmla="*/ 2767870 w 2767869"/>
                  <a:gd name="connsiteY9" fmla="*/ 336709 h 1709261"/>
                  <a:gd name="connsiteX10" fmla="*/ 2428685 w 2767869"/>
                  <a:gd name="connsiteY10" fmla="*/ 0 h 1709261"/>
                  <a:gd name="connsiteX11" fmla="*/ 335185 w 2767869"/>
                  <a:gd name="connsiteY11" fmla="*/ 0 h 1709261"/>
                  <a:gd name="connsiteX12" fmla="*/ 0 w 2767869"/>
                  <a:gd name="connsiteY12" fmla="*/ 332708 h 1709261"/>
                  <a:gd name="connsiteX13" fmla="*/ 112014 w 2767869"/>
                  <a:gd name="connsiteY13" fmla="*/ 1129189 h 1709261"/>
                  <a:gd name="connsiteX14" fmla="*/ 112014 w 2767869"/>
                  <a:gd name="connsiteY14" fmla="*/ 1129189 h 1709261"/>
                  <a:gd name="connsiteX15" fmla="*/ 112014 w 2767869"/>
                  <a:gd name="connsiteY15" fmla="*/ 332708 h 1709261"/>
                  <a:gd name="connsiteX16" fmla="*/ 335185 w 2767869"/>
                  <a:gd name="connsiteY16" fmla="*/ 111443 h 1709261"/>
                  <a:gd name="connsiteX17" fmla="*/ 2428685 w 2767869"/>
                  <a:gd name="connsiteY17" fmla="*/ 111443 h 1709261"/>
                  <a:gd name="connsiteX18" fmla="*/ 2655856 w 2767869"/>
                  <a:gd name="connsiteY18" fmla="*/ 336614 h 1709261"/>
                  <a:gd name="connsiteX19" fmla="*/ 2655856 w 2767869"/>
                  <a:gd name="connsiteY19" fmla="*/ 1595342 h 1709261"/>
                  <a:gd name="connsiteX20" fmla="*/ 2653474 w 2767869"/>
                  <a:gd name="connsiteY20" fmla="*/ 1597438 h 1709261"/>
                  <a:gd name="connsiteX21" fmla="*/ 2650522 w 2767869"/>
                  <a:gd name="connsiteY21" fmla="*/ 1597057 h 1709261"/>
                  <a:gd name="connsiteX22" fmla="*/ 2009680 w 2767869"/>
                  <a:gd name="connsiteY22" fmla="*/ 1351502 h 1709261"/>
                  <a:gd name="connsiteX23" fmla="*/ 334994 w 2767869"/>
                  <a:gd name="connsiteY23" fmla="*/ 1351502 h 1709261"/>
                  <a:gd name="connsiteX24" fmla="*/ 112109 w 2767869"/>
                  <a:gd name="connsiteY24" fmla="*/ 1129094 h 1709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67869" h="1709261">
                    <a:moveTo>
                      <a:pt x="0" y="332708"/>
                    </a:moveTo>
                    <a:lnTo>
                      <a:pt x="0" y="1129189"/>
                    </a:lnTo>
                    <a:cubicBezTo>
                      <a:pt x="0" y="1313307"/>
                      <a:pt x="150305" y="1463135"/>
                      <a:pt x="334994" y="1463135"/>
                    </a:cubicBezTo>
                    <a:lnTo>
                      <a:pt x="2009585" y="1463135"/>
                    </a:lnTo>
                    <a:cubicBezTo>
                      <a:pt x="2009585" y="1463135"/>
                      <a:pt x="2009585" y="1463135"/>
                      <a:pt x="2009585" y="1463135"/>
                    </a:cubicBezTo>
                    <a:cubicBezTo>
                      <a:pt x="2219135" y="1463135"/>
                      <a:pt x="2420017" y="1540002"/>
                      <a:pt x="2575179" y="1679734"/>
                    </a:cubicBezTo>
                    <a:cubicBezTo>
                      <a:pt x="2596610" y="1699070"/>
                      <a:pt x="2624233" y="1709261"/>
                      <a:pt x="2652236" y="1709261"/>
                    </a:cubicBezTo>
                    <a:cubicBezTo>
                      <a:pt x="2667857" y="1709261"/>
                      <a:pt x="2683669" y="1706118"/>
                      <a:pt x="2698528" y="1699546"/>
                    </a:cubicBezTo>
                    <a:cubicBezTo>
                      <a:pt x="2740628" y="1681163"/>
                      <a:pt x="2767870" y="1640396"/>
                      <a:pt x="2767870" y="1595818"/>
                    </a:cubicBezTo>
                    <a:lnTo>
                      <a:pt x="2767870" y="336709"/>
                    </a:lnTo>
                    <a:cubicBezTo>
                      <a:pt x="2767965" y="151067"/>
                      <a:pt x="2615756" y="0"/>
                      <a:pt x="2428685" y="0"/>
                    </a:cubicBezTo>
                    <a:lnTo>
                      <a:pt x="335185" y="0"/>
                    </a:lnTo>
                    <a:cubicBezTo>
                      <a:pt x="150400" y="0"/>
                      <a:pt x="0" y="149257"/>
                      <a:pt x="0" y="332708"/>
                    </a:cubicBezTo>
                    <a:close/>
                    <a:moveTo>
                      <a:pt x="112014" y="1129189"/>
                    </a:moveTo>
                    <a:lnTo>
                      <a:pt x="112014" y="1129189"/>
                    </a:lnTo>
                    <a:lnTo>
                      <a:pt x="112014" y="332708"/>
                    </a:lnTo>
                    <a:cubicBezTo>
                      <a:pt x="112014" y="210693"/>
                      <a:pt x="212122" y="111443"/>
                      <a:pt x="335185" y="111443"/>
                    </a:cubicBezTo>
                    <a:lnTo>
                      <a:pt x="2428685" y="111443"/>
                    </a:lnTo>
                    <a:cubicBezTo>
                      <a:pt x="2553938" y="111443"/>
                      <a:pt x="2655856" y="212503"/>
                      <a:pt x="2655856" y="336614"/>
                    </a:cubicBezTo>
                    <a:lnTo>
                      <a:pt x="2655856" y="1595342"/>
                    </a:lnTo>
                    <a:cubicBezTo>
                      <a:pt x="2655570" y="1595914"/>
                      <a:pt x="2654713" y="1596866"/>
                      <a:pt x="2653474" y="1597438"/>
                    </a:cubicBezTo>
                    <a:cubicBezTo>
                      <a:pt x="2652617" y="1597819"/>
                      <a:pt x="2651093" y="1597533"/>
                      <a:pt x="2650522" y="1597057"/>
                    </a:cubicBezTo>
                    <a:cubicBezTo>
                      <a:pt x="2474595" y="1438656"/>
                      <a:pt x="2247043" y="1351502"/>
                      <a:pt x="2009680" y="1351502"/>
                    </a:cubicBezTo>
                    <a:lnTo>
                      <a:pt x="334994" y="1351502"/>
                    </a:lnTo>
                    <a:cubicBezTo>
                      <a:pt x="212027" y="1351502"/>
                      <a:pt x="112109" y="1251776"/>
                      <a:pt x="112109" y="1129094"/>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52835"/>
                  </a:solidFill>
                  <a:effectLst/>
                  <a:uLnTx/>
                  <a:uFillTx/>
                  <a:latin typeface="Graphik Regular"/>
                  <a:ea typeface="+mn-ea"/>
                  <a:cs typeface="+mn-cs"/>
                </a:endParaRPr>
              </a:p>
            </p:txBody>
          </p:sp>
          <p:sp>
            <p:nvSpPr>
              <p:cNvPr id="10" name="Freeform: Shape 9">
                <a:extLst>
                  <a:ext uri="{FF2B5EF4-FFF2-40B4-BE49-F238E27FC236}">
                    <a16:creationId xmlns:a16="http://schemas.microsoft.com/office/drawing/2014/main" id="{630C6672-59EB-474D-2606-0664EE2C449A}"/>
                  </a:ext>
                </a:extLst>
              </p:cNvPr>
              <p:cNvSpPr/>
              <p:nvPr/>
            </p:nvSpPr>
            <p:spPr>
              <a:xfrm>
                <a:off x="4967572" y="3160394"/>
                <a:ext cx="90677" cy="313277"/>
              </a:xfrm>
              <a:custGeom>
                <a:avLst/>
                <a:gdLst>
                  <a:gd name="connsiteX0" fmla="*/ 0 w 90677"/>
                  <a:gd name="connsiteY0" fmla="*/ 0 h 313277"/>
                  <a:gd name="connsiteX1" fmla="*/ 90678 w 90677"/>
                  <a:gd name="connsiteY1" fmla="*/ 0 h 313277"/>
                  <a:gd name="connsiteX2" fmla="*/ 90678 w 90677"/>
                  <a:gd name="connsiteY2" fmla="*/ 313277 h 313277"/>
                  <a:gd name="connsiteX3" fmla="*/ 0 w 90677"/>
                  <a:gd name="connsiteY3" fmla="*/ 313277 h 313277"/>
                  <a:gd name="connsiteX4" fmla="*/ 0 w 90677"/>
                  <a:gd name="connsiteY4" fmla="*/ 0 h 313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77" h="313277">
                    <a:moveTo>
                      <a:pt x="0" y="0"/>
                    </a:moveTo>
                    <a:lnTo>
                      <a:pt x="90678" y="0"/>
                    </a:lnTo>
                    <a:lnTo>
                      <a:pt x="90678" y="313277"/>
                    </a:lnTo>
                    <a:lnTo>
                      <a:pt x="0" y="313277"/>
                    </a:lnTo>
                    <a:lnTo>
                      <a:pt x="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52835"/>
                  </a:solidFill>
                  <a:effectLst/>
                  <a:uLnTx/>
                  <a:uFillTx/>
                  <a:latin typeface="Graphik Regular"/>
                  <a:ea typeface="+mn-ea"/>
                  <a:cs typeface="+mn-cs"/>
                </a:endParaRPr>
              </a:p>
            </p:txBody>
          </p:sp>
          <p:sp>
            <p:nvSpPr>
              <p:cNvPr id="14" name="Freeform: Shape 13">
                <a:extLst>
                  <a:ext uri="{FF2B5EF4-FFF2-40B4-BE49-F238E27FC236}">
                    <a16:creationId xmlns:a16="http://schemas.microsoft.com/office/drawing/2014/main" id="{64FBADB9-BA97-FE22-3881-FA5C4721F234}"/>
                  </a:ext>
                </a:extLst>
              </p:cNvPr>
              <p:cNvSpPr/>
              <p:nvPr/>
            </p:nvSpPr>
            <p:spPr>
              <a:xfrm>
                <a:off x="5099017" y="3160394"/>
                <a:ext cx="252412" cy="313277"/>
              </a:xfrm>
              <a:custGeom>
                <a:avLst/>
                <a:gdLst>
                  <a:gd name="connsiteX0" fmla="*/ 81058 w 252412"/>
                  <a:gd name="connsiteY0" fmla="*/ 69247 h 313277"/>
                  <a:gd name="connsiteX1" fmla="*/ 0 w 252412"/>
                  <a:gd name="connsiteY1" fmla="*/ 69247 h 313277"/>
                  <a:gd name="connsiteX2" fmla="*/ 0 w 252412"/>
                  <a:gd name="connsiteY2" fmla="*/ 0 h 313277"/>
                  <a:gd name="connsiteX3" fmla="*/ 252413 w 252412"/>
                  <a:gd name="connsiteY3" fmla="*/ 0 h 313277"/>
                  <a:gd name="connsiteX4" fmla="*/ 252413 w 252412"/>
                  <a:gd name="connsiteY4" fmla="*/ 69247 h 313277"/>
                  <a:gd name="connsiteX5" fmla="*/ 171355 w 252412"/>
                  <a:gd name="connsiteY5" fmla="*/ 69247 h 313277"/>
                  <a:gd name="connsiteX6" fmla="*/ 171355 w 252412"/>
                  <a:gd name="connsiteY6" fmla="*/ 313277 h 313277"/>
                  <a:gd name="connsiteX7" fmla="*/ 81058 w 252412"/>
                  <a:gd name="connsiteY7" fmla="*/ 313277 h 313277"/>
                  <a:gd name="connsiteX8" fmla="*/ 81058 w 252412"/>
                  <a:gd name="connsiteY8" fmla="*/ 69247 h 313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2412" h="313277">
                    <a:moveTo>
                      <a:pt x="81058" y="69247"/>
                    </a:moveTo>
                    <a:lnTo>
                      <a:pt x="0" y="69247"/>
                    </a:lnTo>
                    <a:lnTo>
                      <a:pt x="0" y="0"/>
                    </a:lnTo>
                    <a:lnTo>
                      <a:pt x="252413" y="0"/>
                    </a:lnTo>
                    <a:lnTo>
                      <a:pt x="252413" y="69247"/>
                    </a:lnTo>
                    <a:lnTo>
                      <a:pt x="171355" y="69247"/>
                    </a:lnTo>
                    <a:lnTo>
                      <a:pt x="171355" y="313277"/>
                    </a:lnTo>
                    <a:lnTo>
                      <a:pt x="81058" y="313277"/>
                    </a:lnTo>
                    <a:lnTo>
                      <a:pt x="81058" y="69247"/>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52835"/>
                  </a:solidFill>
                  <a:effectLst/>
                  <a:uLnTx/>
                  <a:uFillTx/>
                  <a:latin typeface="Graphik Regular"/>
                  <a:ea typeface="+mn-ea"/>
                  <a:cs typeface="+mn-cs"/>
                </a:endParaRPr>
              </a:p>
            </p:txBody>
          </p:sp>
          <p:sp>
            <p:nvSpPr>
              <p:cNvPr id="17" name="Freeform: Shape 16">
                <a:extLst>
                  <a:ext uri="{FF2B5EF4-FFF2-40B4-BE49-F238E27FC236}">
                    <a16:creationId xmlns:a16="http://schemas.microsoft.com/office/drawing/2014/main" id="{546BE201-6E44-FC6E-2E2D-D226449C223F}"/>
                  </a:ext>
                </a:extLst>
              </p:cNvPr>
              <p:cNvSpPr/>
              <p:nvPr/>
            </p:nvSpPr>
            <p:spPr>
              <a:xfrm>
                <a:off x="5374671" y="3154679"/>
                <a:ext cx="104298" cy="131444"/>
              </a:xfrm>
              <a:custGeom>
                <a:avLst/>
                <a:gdLst>
                  <a:gd name="connsiteX0" fmla="*/ 0 w 104298"/>
                  <a:gd name="connsiteY0" fmla="*/ 114395 h 131444"/>
                  <a:gd name="connsiteX1" fmla="*/ 35052 w 104298"/>
                  <a:gd name="connsiteY1" fmla="*/ 0 h 131444"/>
                  <a:gd name="connsiteX2" fmla="*/ 104299 w 104298"/>
                  <a:gd name="connsiteY2" fmla="*/ 23241 h 131444"/>
                  <a:gd name="connsiteX3" fmla="*/ 44291 w 104298"/>
                  <a:gd name="connsiteY3" fmla="*/ 131445 h 131444"/>
                  <a:gd name="connsiteX4" fmla="*/ 0 w 104298"/>
                  <a:gd name="connsiteY4" fmla="*/ 114395 h 131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98" h="131444">
                    <a:moveTo>
                      <a:pt x="0" y="114395"/>
                    </a:moveTo>
                    <a:lnTo>
                      <a:pt x="35052" y="0"/>
                    </a:lnTo>
                    <a:lnTo>
                      <a:pt x="104299" y="23241"/>
                    </a:lnTo>
                    <a:lnTo>
                      <a:pt x="44291" y="131445"/>
                    </a:lnTo>
                    <a:lnTo>
                      <a:pt x="0" y="114395"/>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52835"/>
                  </a:solidFill>
                  <a:effectLst/>
                  <a:uLnTx/>
                  <a:uFillTx/>
                  <a:latin typeface="Graphik Regular"/>
                  <a:ea typeface="+mn-ea"/>
                  <a:cs typeface="+mn-cs"/>
                </a:endParaRPr>
              </a:p>
            </p:txBody>
          </p:sp>
          <p:sp>
            <p:nvSpPr>
              <p:cNvPr id="22" name="Freeform: Shape 21">
                <a:extLst>
                  <a:ext uri="{FF2B5EF4-FFF2-40B4-BE49-F238E27FC236}">
                    <a16:creationId xmlns:a16="http://schemas.microsoft.com/office/drawing/2014/main" id="{71BA09A3-B41A-CA38-D101-DE3A71D5ED53}"/>
                  </a:ext>
                </a:extLst>
              </p:cNvPr>
              <p:cNvSpPr/>
              <p:nvPr/>
            </p:nvSpPr>
            <p:spPr>
              <a:xfrm>
                <a:off x="5485447" y="3156013"/>
                <a:ext cx="261175" cy="322992"/>
              </a:xfrm>
              <a:custGeom>
                <a:avLst/>
                <a:gdLst>
                  <a:gd name="connsiteX0" fmla="*/ 0 w 261175"/>
                  <a:gd name="connsiteY0" fmla="*/ 218218 h 322992"/>
                  <a:gd name="connsiteX1" fmla="*/ 85439 w 261175"/>
                  <a:gd name="connsiteY1" fmla="*/ 218218 h 322992"/>
                  <a:gd name="connsiteX2" fmla="*/ 134969 w 261175"/>
                  <a:gd name="connsiteY2" fmla="*/ 258985 h 322992"/>
                  <a:gd name="connsiteX3" fmla="*/ 175260 w 261175"/>
                  <a:gd name="connsiteY3" fmla="*/ 227838 h 322992"/>
                  <a:gd name="connsiteX4" fmla="*/ 125730 w 261175"/>
                  <a:gd name="connsiteY4" fmla="*/ 197644 h 322992"/>
                  <a:gd name="connsiteX5" fmla="*/ 7429 w 261175"/>
                  <a:gd name="connsiteY5" fmla="*/ 97726 h 322992"/>
                  <a:gd name="connsiteX6" fmla="*/ 128778 w 261175"/>
                  <a:gd name="connsiteY6" fmla="*/ 0 h 322992"/>
                  <a:gd name="connsiteX7" fmla="*/ 252317 w 261175"/>
                  <a:gd name="connsiteY7" fmla="*/ 97726 h 322992"/>
                  <a:gd name="connsiteX8" fmla="*/ 169069 w 261175"/>
                  <a:gd name="connsiteY8" fmla="*/ 97726 h 322992"/>
                  <a:gd name="connsiteX9" fmla="*/ 128778 w 261175"/>
                  <a:gd name="connsiteY9" fmla="*/ 64008 h 322992"/>
                  <a:gd name="connsiteX10" fmla="*/ 92392 w 261175"/>
                  <a:gd name="connsiteY10" fmla="*/ 90773 h 322992"/>
                  <a:gd name="connsiteX11" fmla="*/ 141065 w 261175"/>
                  <a:gd name="connsiteY11" fmla="*/ 121444 h 322992"/>
                  <a:gd name="connsiteX12" fmla="*/ 261175 w 261175"/>
                  <a:gd name="connsiteY12" fmla="*/ 218694 h 322992"/>
                  <a:gd name="connsiteX13" fmla="*/ 134969 w 261175"/>
                  <a:gd name="connsiteY13" fmla="*/ 322993 h 322992"/>
                  <a:gd name="connsiteX14" fmla="*/ 0 w 261175"/>
                  <a:gd name="connsiteY14" fmla="*/ 218218 h 322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1175" h="322992">
                    <a:moveTo>
                      <a:pt x="0" y="218218"/>
                    </a:moveTo>
                    <a:lnTo>
                      <a:pt x="85439" y="218218"/>
                    </a:lnTo>
                    <a:cubicBezTo>
                      <a:pt x="87630" y="240601"/>
                      <a:pt x="97727" y="258985"/>
                      <a:pt x="134969" y="258985"/>
                    </a:cubicBezTo>
                    <a:cubicBezTo>
                      <a:pt x="160782" y="258985"/>
                      <a:pt x="175260" y="246316"/>
                      <a:pt x="175260" y="227838"/>
                    </a:cubicBezTo>
                    <a:cubicBezTo>
                      <a:pt x="175260" y="209360"/>
                      <a:pt x="163449" y="203264"/>
                      <a:pt x="125730" y="197644"/>
                    </a:cubicBezTo>
                    <a:cubicBezTo>
                      <a:pt x="37243" y="187166"/>
                      <a:pt x="7429" y="160877"/>
                      <a:pt x="7429" y="97726"/>
                    </a:cubicBezTo>
                    <a:cubicBezTo>
                      <a:pt x="7429" y="41243"/>
                      <a:pt x="53911" y="0"/>
                      <a:pt x="128778" y="0"/>
                    </a:cubicBezTo>
                    <a:cubicBezTo>
                      <a:pt x="203644" y="0"/>
                      <a:pt x="246698" y="31528"/>
                      <a:pt x="252317" y="97726"/>
                    </a:cubicBezTo>
                    <a:lnTo>
                      <a:pt x="169069" y="97726"/>
                    </a:lnTo>
                    <a:cubicBezTo>
                      <a:pt x="166021" y="75343"/>
                      <a:pt x="153257" y="64008"/>
                      <a:pt x="128778" y="64008"/>
                    </a:cubicBezTo>
                    <a:cubicBezTo>
                      <a:pt x="104299" y="64008"/>
                      <a:pt x="92392" y="74962"/>
                      <a:pt x="92392" y="90773"/>
                    </a:cubicBezTo>
                    <a:cubicBezTo>
                      <a:pt x="92392" y="108299"/>
                      <a:pt x="102013" y="116205"/>
                      <a:pt x="141065" y="121444"/>
                    </a:cubicBezTo>
                    <a:cubicBezTo>
                      <a:pt x="220409" y="130207"/>
                      <a:pt x="261175" y="150781"/>
                      <a:pt x="261175" y="218694"/>
                    </a:cubicBezTo>
                    <a:cubicBezTo>
                      <a:pt x="261175" y="276130"/>
                      <a:pt x="215551" y="322993"/>
                      <a:pt x="134969" y="322993"/>
                    </a:cubicBezTo>
                    <a:cubicBezTo>
                      <a:pt x="47339" y="322993"/>
                      <a:pt x="2667" y="286226"/>
                      <a:pt x="0" y="218218"/>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52835"/>
                  </a:solidFill>
                  <a:effectLst/>
                  <a:uLnTx/>
                  <a:uFillTx/>
                  <a:latin typeface="Graphik Regular"/>
                  <a:ea typeface="+mn-ea"/>
                  <a:cs typeface="+mn-cs"/>
                </a:endParaRPr>
              </a:p>
            </p:txBody>
          </p:sp>
          <p:sp>
            <p:nvSpPr>
              <p:cNvPr id="25" name="Freeform: Shape 24">
                <a:extLst>
                  <a:ext uri="{FF2B5EF4-FFF2-40B4-BE49-F238E27FC236}">
                    <a16:creationId xmlns:a16="http://schemas.microsoft.com/office/drawing/2014/main" id="{C133A642-BD82-22C0-9072-7D1D1033BAB1}"/>
                  </a:ext>
                </a:extLst>
              </p:cNvPr>
              <p:cNvSpPr/>
              <p:nvPr/>
            </p:nvSpPr>
            <p:spPr>
              <a:xfrm>
                <a:off x="5875400" y="3160394"/>
                <a:ext cx="208597" cy="313277"/>
              </a:xfrm>
              <a:custGeom>
                <a:avLst/>
                <a:gdLst>
                  <a:gd name="connsiteX0" fmla="*/ 0 w 208597"/>
                  <a:gd name="connsiteY0" fmla="*/ 0 h 313277"/>
                  <a:gd name="connsiteX1" fmla="*/ 90297 w 208597"/>
                  <a:gd name="connsiteY1" fmla="*/ 0 h 313277"/>
                  <a:gd name="connsiteX2" fmla="*/ 90297 w 208597"/>
                  <a:gd name="connsiteY2" fmla="*/ 243649 h 313277"/>
                  <a:gd name="connsiteX3" fmla="*/ 208598 w 208597"/>
                  <a:gd name="connsiteY3" fmla="*/ 243649 h 313277"/>
                  <a:gd name="connsiteX4" fmla="*/ 208598 w 208597"/>
                  <a:gd name="connsiteY4" fmla="*/ 313277 h 313277"/>
                  <a:gd name="connsiteX5" fmla="*/ 0 w 208597"/>
                  <a:gd name="connsiteY5" fmla="*/ 313277 h 313277"/>
                  <a:gd name="connsiteX6" fmla="*/ 0 w 208597"/>
                  <a:gd name="connsiteY6" fmla="*/ 0 h 313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8597" h="313277">
                    <a:moveTo>
                      <a:pt x="0" y="0"/>
                    </a:moveTo>
                    <a:lnTo>
                      <a:pt x="90297" y="0"/>
                    </a:lnTo>
                    <a:lnTo>
                      <a:pt x="90297" y="243649"/>
                    </a:lnTo>
                    <a:lnTo>
                      <a:pt x="208598" y="243649"/>
                    </a:lnTo>
                    <a:lnTo>
                      <a:pt x="208598" y="313277"/>
                    </a:lnTo>
                    <a:lnTo>
                      <a:pt x="0" y="313277"/>
                    </a:lnTo>
                    <a:lnTo>
                      <a:pt x="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52835"/>
                  </a:solidFill>
                  <a:effectLst/>
                  <a:uLnTx/>
                  <a:uFillTx/>
                  <a:latin typeface="Graphik Regular"/>
                  <a:ea typeface="+mn-ea"/>
                  <a:cs typeface="+mn-cs"/>
                </a:endParaRPr>
              </a:p>
            </p:txBody>
          </p:sp>
          <p:sp>
            <p:nvSpPr>
              <p:cNvPr id="27" name="Freeform: Shape 26">
                <a:extLst>
                  <a:ext uri="{FF2B5EF4-FFF2-40B4-BE49-F238E27FC236}">
                    <a16:creationId xmlns:a16="http://schemas.microsoft.com/office/drawing/2014/main" id="{568545E3-BCEC-1C4F-3BF6-E4DD985B3D17}"/>
                  </a:ext>
                </a:extLst>
              </p:cNvPr>
              <p:cNvSpPr/>
              <p:nvPr/>
            </p:nvSpPr>
            <p:spPr>
              <a:xfrm>
                <a:off x="6129146" y="3160394"/>
                <a:ext cx="90678" cy="313277"/>
              </a:xfrm>
              <a:custGeom>
                <a:avLst/>
                <a:gdLst>
                  <a:gd name="connsiteX0" fmla="*/ 0 w 90678"/>
                  <a:gd name="connsiteY0" fmla="*/ 0 h 313277"/>
                  <a:gd name="connsiteX1" fmla="*/ 90678 w 90678"/>
                  <a:gd name="connsiteY1" fmla="*/ 0 h 313277"/>
                  <a:gd name="connsiteX2" fmla="*/ 90678 w 90678"/>
                  <a:gd name="connsiteY2" fmla="*/ 313277 h 313277"/>
                  <a:gd name="connsiteX3" fmla="*/ 0 w 90678"/>
                  <a:gd name="connsiteY3" fmla="*/ 313277 h 313277"/>
                  <a:gd name="connsiteX4" fmla="*/ 0 w 90678"/>
                  <a:gd name="connsiteY4" fmla="*/ 0 h 313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78" h="313277">
                    <a:moveTo>
                      <a:pt x="0" y="0"/>
                    </a:moveTo>
                    <a:lnTo>
                      <a:pt x="90678" y="0"/>
                    </a:lnTo>
                    <a:lnTo>
                      <a:pt x="90678" y="313277"/>
                    </a:lnTo>
                    <a:lnTo>
                      <a:pt x="0" y="313277"/>
                    </a:lnTo>
                    <a:lnTo>
                      <a:pt x="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52835"/>
                  </a:solidFill>
                  <a:effectLst/>
                  <a:uLnTx/>
                  <a:uFillTx/>
                  <a:latin typeface="Graphik Regular"/>
                  <a:ea typeface="+mn-ea"/>
                  <a:cs typeface="+mn-cs"/>
                </a:endParaRPr>
              </a:p>
            </p:txBody>
          </p:sp>
          <p:sp>
            <p:nvSpPr>
              <p:cNvPr id="28" name="Freeform: Shape 27">
                <a:extLst>
                  <a:ext uri="{FF2B5EF4-FFF2-40B4-BE49-F238E27FC236}">
                    <a16:creationId xmlns:a16="http://schemas.microsoft.com/office/drawing/2014/main" id="{8ECBF7D8-BD9F-42BD-49FC-3E30E948D53D}"/>
                  </a:ext>
                </a:extLst>
              </p:cNvPr>
              <p:cNvSpPr/>
              <p:nvPr/>
            </p:nvSpPr>
            <p:spPr>
              <a:xfrm>
                <a:off x="6281641" y="3160394"/>
                <a:ext cx="284416" cy="313277"/>
              </a:xfrm>
              <a:custGeom>
                <a:avLst/>
                <a:gdLst>
                  <a:gd name="connsiteX0" fmla="*/ 0 w 284416"/>
                  <a:gd name="connsiteY0" fmla="*/ 0 h 313277"/>
                  <a:gd name="connsiteX1" fmla="*/ 90297 w 284416"/>
                  <a:gd name="connsiteY1" fmla="*/ 0 h 313277"/>
                  <a:gd name="connsiteX2" fmla="*/ 90297 w 284416"/>
                  <a:gd name="connsiteY2" fmla="*/ 124016 h 313277"/>
                  <a:gd name="connsiteX3" fmla="*/ 184499 w 284416"/>
                  <a:gd name="connsiteY3" fmla="*/ 0 h 313277"/>
                  <a:gd name="connsiteX4" fmla="*/ 278225 w 284416"/>
                  <a:gd name="connsiteY4" fmla="*/ 0 h 313277"/>
                  <a:gd name="connsiteX5" fmla="*/ 163449 w 284416"/>
                  <a:gd name="connsiteY5" fmla="*/ 145447 h 313277"/>
                  <a:gd name="connsiteX6" fmla="*/ 284417 w 284416"/>
                  <a:gd name="connsiteY6" fmla="*/ 313277 h 313277"/>
                  <a:gd name="connsiteX7" fmla="*/ 180594 w 284416"/>
                  <a:gd name="connsiteY7" fmla="*/ 313277 h 313277"/>
                  <a:gd name="connsiteX8" fmla="*/ 90297 w 284416"/>
                  <a:gd name="connsiteY8" fmla="*/ 182213 h 313277"/>
                  <a:gd name="connsiteX9" fmla="*/ 90297 w 284416"/>
                  <a:gd name="connsiteY9" fmla="*/ 313277 h 313277"/>
                  <a:gd name="connsiteX10" fmla="*/ 0 w 284416"/>
                  <a:gd name="connsiteY10" fmla="*/ 313277 h 313277"/>
                  <a:gd name="connsiteX11" fmla="*/ 0 w 284416"/>
                  <a:gd name="connsiteY11" fmla="*/ 0 h 313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4416" h="313277">
                    <a:moveTo>
                      <a:pt x="0" y="0"/>
                    </a:moveTo>
                    <a:lnTo>
                      <a:pt x="90297" y="0"/>
                    </a:lnTo>
                    <a:lnTo>
                      <a:pt x="90297" y="124016"/>
                    </a:lnTo>
                    <a:lnTo>
                      <a:pt x="184499" y="0"/>
                    </a:lnTo>
                    <a:lnTo>
                      <a:pt x="278225" y="0"/>
                    </a:lnTo>
                    <a:lnTo>
                      <a:pt x="163449" y="145447"/>
                    </a:lnTo>
                    <a:lnTo>
                      <a:pt x="284417" y="313277"/>
                    </a:lnTo>
                    <a:lnTo>
                      <a:pt x="180594" y="313277"/>
                    </a:lnTo>
                    <a:lnTo>
                      <a:pt x="90297" y="182213"/>
                    </a:lnTo>
                    <a:lnTo>
                      <a:pt x="90297" y="313277"/>
                    </a:lnTo>
                    <a:lnTo>
                      <a:pt x="0" y="313277"/>
                    </a:lnTo>
                    <a:lnTo>
                      <a:pt x="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52835"/>
                  </a:solidFill>
                  <a:effectLst/>
                  <a:uLnTx/>
                  <a:uFillTx/>
                  <a:latin typeface="Graphik Regular"/>
                  <a:ea typeface="+mn-ea"/>
                  <a:cs typeface="+mn-cs"/>
                </a:endParaRPr>
              </a:p>
            </p:txBody>
          </p:sp>
          <p:sp>
            <p:nvSpPr>
              <p:cNvPr id="30" name="Freeform: Shape 29">
                <a:extLst>
                  <a:ext uri="{FF2B5EF4-FFF2-40B4-BE49-F238E27FC236}">
                    <a16:creationId xmlns:a16="http://schemas.microsoft.com/office/drawing/2014/main" id="{5A56501F-DC5F-C362-14F6-2830F04B2286}"/>
                  </a:ext>
                </a:extLst>
              </p:cNvPr>
              <p:cNvSpPr/>
              <p:nvPr/>
            </p:nvSpPr>
            <p:spPr>
              <a:xfrm>
                <a:off x="6599681" y="3160394"/>
                <a:ext cx="223551" cy="313372"/>
              </a:xfrm>
              <a:custGeom>
                <a:avLst/>
                <a:gdLst>
                  <a:gd name="connsiteX0" fmla="*/ 0 w 223551"/>
                  <a:gd name="connsiteY0" fmla="*/ 0 h 313372"/>
                  <a:gd name="connsiteX1" fmla="*/ 216503 w 223551"/>
                  <a:gd name="connsiteY1" fmla="*/ 0 h 313372"/>
                  <a:gd name="connsiteX2" fmla="*/ 216503 w 223551"/>
                  <a:gd name="connsiteY2" fmla="*/ 69247 h 313372"/>
                  <a:gd name="connsiteX3" fmla="*/ 89440 w 223551"/>
                  <a:gd name="connsiteY3" fmla="*/ 69247 h 313372"/>
                  <a:gd name="connsiteX4" fmla="*/ 89440 w 223551"/>
                  <a:gd name="connsiteY4" fmla="*/ 123158 h 313372"/>
                  <a:gd name="connsiteX5" fmla="*/ 190690 w 223551"/>
                  <a:gd name="connsiteY5" fmla="*/ 123158 h 313372"/>
                  <a:gd name="connsiteX6" fmla="*/ 190690 w 223551"/>
                  <a:gd name="connsiteY6" fmla="*/ 187166 h 313372"/>
                  <a:gd name="connsiteX7" fmla="*/ 89440 w 223551"/>
                  <a:gd name="connsiteY7" fmla="*/ 187166 h 313372"/>
                  <a:gd name="connsiteX8" fmla="*/ 89440 w 223551"/>
                  <a:gd name="connsiteY8" fmla="*/ 244126 h 313372"/>
                  <a:gd name="connsiteX9" fmla="*/ 223552 w 223551"/>
                  <a:gd name="connsiteY9" fmla="*/ 244126 h 313372"/>
                  <a:gd name="connsiteX10" fmla="*/ 223552 w 223551"/>
                  <a:gd name="connsiteY10" fmla="*/ 313372 h 313372"/>
                  <a:gd name="connsiteX11" fmla="*/ 95 w 223551"/>
                  <a:gd name="connsiteY11" fmla="*/ 313372 h 313372"/>
                  <a:gd name="connsiteX12" fmla="*/ 95 w 223551"/>
                  <a:gd name="connsiteY12" fmla="*/ 95 h 313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3551" h="313372">
                    <a:moveTo>
                      <a:pt x="0" y="0"/>
                    </a:moveTo>
                    <a:lnTo>
                      <a:pt x="216503" y="0"/>
                    </a:lnTo>
                    <a:lnTo>
                      <a:pt x="216503" y="69247"/>
                    </a:lnTo>
                    <a:lnTo>
                      <a:pt x="89440" y="69247"/>
                    </a:lnTo>
                    <a:lnTo>
                      <a:pt x="89440" y="123158"/>
                    </a:lnTo>
                    <a:lnTo>
                      <a:pt x="190690" y="123158"/>
                    </a:lnTo>
                    <a:lnTo>
                      <a:pt x="190690" y="187166"/>
                    </a:lnTo>
                    <a:lnTo>
                      <a:pt x="89440" y="187166"/>
                    </a:lnTo>
                    <a:lnTo>
                      <a:pt x="89440" y="244126"/>
                    </a:lnTo>
                    <a:lnTo>
                      <a:pt x="223552" y="244126"/>
                    </a:lnTo>
                    <a:lnTo>
                      <a:pt x="223552" y="313372"/>
                    </a:lnTo>
                    <a:lnTo>
                      <a:pt x="95" y="313372"/>
                    </a:lnTo>
                    <a:lnTo>
                      <a:pt x="95" y="95"/>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52835"/>
                  </a:solidFill>
                  <a:effectLst/>
                  <a:uLnTx/>
                  <a:uFillTx/>
                  <a:latin typeface="Graphik Regular"/>
                  <a:ea typeface="+mn-ea"/>
                  <a:cs typeface="+mn-cs"/>
                </a:endParaRPr>
              </a:p>
            </p:txBody>
          </p:sp>
          <p:sp>
            <p:nvSpPr>
              <p:cNvPr id="32" name="Freeform: Shape 31">
                <a:extLst>
                  <a:ext uri="{FF2B5EF4-FFF2-40B4-BE49-F238E27FC236}">
                    <a16:creationId xmlns:a16="http://schemas.microsoft.com/office/drawing/2014/main" id="{2046BB43-5E5D-B432-49E5-D104DCDEE2C7}"/>
                  </a:ext>
                </a:extLst>
              </p:cNvPr>
              <p:cNvSpPr/>
              <p:nvPr/>
            </p:nvSpPr>
            <p:spPr>
              <a:xfrm>
                <a:off x="6867810" y="3389947"/>
                <a:ext cx="90678" cy="88582"/>
              </a:xfrm>
              <a:custGeom>
                <a:avLst/>
                <a:gdLst>
                  <a:gd name="connsiteX0" fmla="*/ 0 w 90678"/>
                  <a:gd name="connsiteY0" fmla="*/ 44291 h 88582"/>
                  <a:gd name="connsiteX1" fmla="*/ 44672 w 90678"/>
                  <a:gd name="connsiteY1" fmla="*/ 0 h 88582"/>
                  <a:gd name="connsiteX2" fmla="*/ 90678 w 90678"/>
                  <a:gd name="connsiteY2" fmla="*/ 44291 h 88582"/>
                  <a:gd name="connsiteX3" fmla="*/ 44672 w 90678"/>
                  <a:gd name="connsiteY3" fmla="*/ 88582 h 88582"/>
                  <a:gd name="connsiteX4" fmla="*/ 0 w 90678"/>
                  <a:gd name="connsiteY4" fmla="*/ 44291 h 885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78" h="88582">
                    <a:moveTo>
                      <a:pt x="0" y="44291"/>
                    </a:moveTo>
                    <a:cubicBezTo>
                      <a:pt x="0" y="19717"/>
                      <a:pt x="18859" y="0"/>
                      <a:pt x="44672" y="0"/>
                    </a:cubicBezTo>
                    <a:cubicBezTo>
                      <a:pt x="70485" y="0"/>
                      <a:pt x="90678" y="19717"/>
                      <a:pt x="90678" y="44291"/>
                    </a:cubicBezTo>
                    <a:cubicBezTo>
                      <a:pt x="90678" y="68866"/>
                      <a:pt x="70961" y="88582"/>
                      <a:pt x="44672" y="88582"/>
                    </a:cubicBezTo>
                    <a:cubicBezTo>
                      <a:pt x="18383" y="88582"/>
                      <a:pt x="0" y="68866"/>
                      <a:pt x="0" y="44291"/>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52835"/>
                  </a:solidFill>
                  <a:effectLst/>
                  <a:uLnTx/>
                  <a:uFillTx/>
                  <a:latin typeface="Graphik Regular"/>
                  <a:ea typeface="+mn-ea"/>
                  <a:cs typeface="+mn-cs"/>
                </a:endParaRPr>
              </a:p>
            </p:txBody>
          </p:sp>
          <p:sp>
            <p:nvSpPr>
              <p:cNvPr id="33" name="Freeform: Shape 32">
                <a:extLst>
                  <a:ext uri="{FF2B5EF4-FFF2-40B4-BE49-F238E27FC236}">
                    <a16:creationId xmlns:a16="http://schemas.microsoft.com/office/drawing/2014/main" id="{C4FFC2DD-6BEF-CCB7-5B2B-5E3ED658AA5F}"/>
                  </a:ext>
                </a:extLst>
              </p:cNvPr>
              <p:cNvSpPr/>
              <p:nvPr/>
            </p:nvSpPr>
            <p:spPr>
              <a:xfrm>
                <a:off x="6998874" y="3389947"/>
                <a:ext cx="90678" cy="88582"/>
              </a:xfrm>
              <a:custGeom>
                <a:avLst/>
                <a:gdLst>
                  <a:gd name="connsiteX0" fmla="*/ 0 w 90678"/>
                  <a:gd name="connsiteY0" fmla="*/ 44291 h 88582"/>
                  <a:gd name="connsiteX1" fmla="*/ 44672 w 90678"/>
                  <a:gd name="connsiteY1" fmla="*/ 0 h 88582"/>
                  <a:gd name="connsiteX2" fmla="*/ 90678 w 90678"/>
                  <a:gd name="connsiteY2" fmla="*/ 44291 h 88582"/>
                  <a:gd name="connsiteX3" fmla="*/ 44672 w 90678"/>
                  <a:gd name="connsiteY3" fmla="*/ 88582 h 88582"/>
                  <a:gd name="connsiteX4" fmla="*/ 0 w 90678"/>
                  <a:gd name="connsiteY4" fmla="*/ 44291 h 885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78" h="88582">
                    <a:moveTo>
                      <a:pt x="0" y="44291"/>
                    </a:moveTo>
                    <a:cubicBezTo>
                      <a:pt x="0" y="19717"/>
                      <a:pt x="18860" y="0"/>
                      <a:pt x="44672" y="0"/>
                    </a:cubicBezTo>
                    <a:cubicBezTo>
                      <a:pt x="70485" y="0"/>
                      <a:pt x="90678" y="19717"/>
                      <a:pt x="90678" y="44291"/>
                    </a:cubicBezTo>
                    <a:cubicBezTo>
                      <a:pt x="90678" y="68866"/>
                      <a:pt x="70961" y="88582"/>
                      <a:pt x="44672" y="88582"/>
                    </a:cubicBezTo>
                    <a:cubicBezTo>
                      <a:pt x="18383" y="88582"/>
                      <a:pt x="0" y="68866"/>
                      <a:pt x="0" y="44291"/>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52835"/>
                  </a:solidFill>
                  <a:effectLst/>
                  <a:uLnTx/>
                  <a:uFillTx/>
                  <a:latin typeface="Graphik Regular"/>
                  <a:ea typeface="+mn-ea"/>
                  <a:cs typeface="+mn-cs"/>
                </a:endParaRPr>
              </a:p>
            </p:txBody>
          </p:sp>
          <p:sp>
            <p:nvSpPr>
              <p:cNvPr id="34" name="Freeform: Shape 33">
                <a:extLst>
                  <a:ext uri="{FF2B5EF4-FFF2-40B4-BE49-F238E27FC236}">
                    <a16:creationId xmlns:a16="http://schemas.microsoft.com/office/drawing/2014/main" id="{10C27FD6-098A-1705-6DCC-279D9DDB603E}"/>
                  </a:ext>
                </a:extLst>
              </p:cNvPr>
              <p:cNvSpPr/>
              <p:nvPr/>
            </p:nvSpPr>
            <p:spPr>
              <a:xfrm>
                <a:off x="7129842" y="3389947"/>
                <a:ext cx="90678" cy="88582"/>
              </a:xfrm>
              <a:custGeom>
                <a:avLst/>
                <a:gdLst>
                  <a:gd name="connsiteX0" fmla="*/ 0 w 90678"/>
                  <a:gd name="connsiteY0" fmla="*/ 44291 h 88582"/>
                  <a:gd name="connsiteX1" fmla="*/ 44672 w 90678"/>
                  <a:gd name="connsiteY1" fmla="*/ 0 h 88582"/>
                  <a:gd name="connsiteX2" fmla="*/ 90678 w 90678"/>
                  <a:gd name="connsiteY2" fmla="*/ 44291 h 88582"/>
                  <a:gd name="connsiteX3" fmla="*/ 44672 w 90678"/>
                  <a:gd name="connsiteY3" fmla="*/ 88582 h 88582"/>
                  <a:gd name="connsiteX4" fmla="*/ 0 w 90678"/>
                  <a:gd name="connsiteY4" fmla="*/ 44291 h 885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78" h="88582">
                    <a:moveTo>
                      <a:pt x="0" y="44291"/>
                    </a:moveTo>
                    <a:cubicBezTo>
                      <a:pt x="0" y="19717"/>
                      <a:pt x="18859" y="0"/>
                      <a:pt x="44672" y="0"/>
                    </a:cubicBezTo>
                    <a:cubicBezTo>
                      <a:pt x="70485" y="0"/>
                      <a:pt x="90678" y="19717"/>
                      <a:pt x="90678" y="44291"/>
                    </a:cubicBezTo>
                    <a:cubicBezTo>
                      <a:pt x="90678" y="68866"/>
                      <a:pt x="70961" y="88582"/>
                      <a:pt x="44672" y="88582"/>
                    </a:cubicBezTo>
                    <a:cubicBezTo>
                      <a:pt x="18383" y="88582"/>
                      <a:pt x="0" y="68866"/>
                      <a:pt x="0" y="44291"/>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52835"/>
                  </a:solidFill>
                  <a:effectLst/>
                  <a:uLnTx/>
                  <a:uFillTx/>
                  <a:latin typeface="Graphik Regular"/>
                  <a:ea typeface="+mn-ea"/>
                  <a:cs typeface="+mn-cs"/>
                </a:endParaRPr>
              </a:p>
            </p:txBody>
          </p:sp>
        </p:grpSp>
      </p:grpSp>
      <p:grpSp>
        <p:nvGrpSpPr>
          <p:cNvPr id="39" name="Group 38">
            <a:extLst>
              <a:ext uri="{FF2B5EF4-FFF2-40B4-BE49-F238E27FC236}">
                <a16:creationId xmlns:a16="http://schemas.microsoft.com/office/drawing/2014/main" id="{331CD8DD-34B5-9AED-7B02-2ECE9BB1592A}"/>
              </a:ext>
            </a:extLst>
          </p:cNvPr>
          <p:cNvGrpSpPr/>
          <p:nvPr/>
        </p:nvGrpSpPr>
        <p:grpSpPr>
          <a:xfrm>
            <a:off x="8432285" y="3045146"/>
            <a:ext cx="3561241" cy="2858341"/>
            <a:chOff x="8720919" y="3414478"/>
            <a:chExt cx="3561241" cy="2858341"/>
          </a:xfrm>
        </p:grpSpPr>
        <p:sp>
          <p:nvSpPr>
            <p:cNvPr id="20" name="Rectangle 19">
              <a:extLst>
                <a:ext uri="{FF2B5EF4-FFF2-40B4-BE49-F238E27FC236}">
                  <a16:creationId xmlns:a16="http://schemas.microsoft.com/office/drawing/2014/main" id="{0E4DBA32-FA6A-44F9-A419-E4B44A4B6E6F}"/>
                </a:ext>
              </a:extLst>
            </p:cNvPr>
            <p:cNvSpPr/>
            <p:nvPr/>
          </p:nvSpPr>
          <p:spPr>
            <a:xfrm>
              <a:off x="8720919" y="4610826"/>
              <a:ext cx="3108960" cy="1661993"/>
            </a:xfrm>
            <a:prstGeom prst="rect">
              <a:avLst/>
            </a:prstGeom>
            <a:noFill/>
            <a:ln>
              <a:noFill/>
            </a:ln>
          </p:spPr>
          <p:txBody>
            <a:bodyPr wrap="square" lIns="0" tIns="0" rIns="0" bIns="0">
              <a:sp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effectLst/>
                  <a:uLnTx/>
                  <a:uFillTx/>
                  <a:ea typeface="+mn-ea"/>
                  <a:cs typeface="+mn-cs"/>
                </a:rPr>
                <a:t>Example: </a:t>
              </a:r>
            </a:p>
            <a:p>
              <a:pPr marL="171450" lvl="1" indent="-171450">
                <a:buFont typeface="Arial" panose="020B0604020202020204" pitchFamily="34" charset="0"/>
                <a:buChar char="•"/>
                <a:defRPr/>
              </a:pPr>
              <a:r>
                <a:rPr lang="en-US" sz="1200" dirty="0"/>
                <a:t>"The simple act of walking across the room feels as draining as climbing 20 flights of stairs for someone without COPD." </a:t>
              </a:r>
            </a:p>
            <a:p>
              <a:pPr marL="171450" lvl="1" indent="-171450">
                <a:buFont typeface="Arial" panose="020B0604020202020204" pitchFamily="34" charset="0"/>
                <a:buChar char="•"/>
                <a:defRPr/>
              </a:pPr>
              <a:r>
                <a:rPr kumimoji="0" lang="en-US" sz="1200" b="0" i="0" u="none" strike="noStrike" kern="0" cap="none" spc="0" normalizeH="0" baseline="0" noProof="0" dirty="0">
                  <a:ln>
                    <a:noFill/>
                  </a:ln>
                  <a:effectLst/>
                  <a:uLnTx/>
                  <a:uFillTx/>
                  <a:ea typeface="+mn-ea"/>
                  <a:cs typeface="+mn-cs"/>
                </a:rPr>
                <a:t>"It’s like carrying a 50-pound weight on your chest while trying to run a marathon. The effort to draw in air feels overwhelming, and even resting doesn’t bring relief."</a:t>
              </a:r>
              <a:endParaRPr kumimoji="0" lang="en-US" sz="1200" b="0" i="0" u="none" strike="noStrike" kern="1200" cap="none" spc="0" normalizeH="0" baseline="0" noProof="0" dirty="0">
                <a:ln>
                  <a:noFill/>
                </a:ln>
                <a:effectLst/>
                <a:uLnTx/>
                <a:uFillTx/>
                <a:ea typeface="+mn-ea"/>
                <a:cs typeface="+mn-cs"/>
              </a:endParaRPr>
            </a:p>
          </p:txBody>
        </p:sp>
        <p:sp>
          <p:nvSpPr>
            <p:cNvPr id="13" name="Rectangle 12">
              <a:extLst>
                <a:ext uri="{FF2B5EF4-FFF2-40B4-BE49-F238E27FC236}">
                  <a16:creationId xmlns:a16="http://schemas.microsoft.com/office/drawing/2014/main" id="{1631537C-485E-14CB-129B-10B03F5F65C2}"/>
                </a:ext>
              </a:extLst>
            </p:cNvPr>
            <p:cNvSpPr/>
            <p:nvPr/>
          </p:nvSpPr>
          <p:spPr>
            <a:xfrm>
              <a:off x="9439569" y="3414478"/>
              <a:ext cx="2842591" cy="1107996"/>
            </a:xfrm>
            <a:prstGeom prst="rect">
              <a:avLst/>
            </a:prstGeom>
            <a:noFill/>
            <a:ln>
              <a:noFill/>
            </a:ln>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52835"/>
                  </a:solidFill>
                  <a:effectLst/>
                  <a:uLnTx/>
                  <a:uFillTx/>
                  <a:latin typeface="Lyon Text Bold" panose="02000505080000020004" pitchFamily="50" charset="0"/>
                  <a:ea typeface="+mn-ea"/>
                  <a:cs typeface="+mn-cs"/>
                </a:rPr>
                <a:t>Vivid Equivalents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52835"/>
                  </a:solidFill>
                  <a:effectLst/>
                  <a:uLnTx/>
                  <a:uFillTx/>
                  <a:latin typeface="Graphik Regular" panose="020B0503030202060203" pitchFamily="34" charset="0"/>
                  <a:ea typeface="+mn-ea"/>
                  <a:cs typeface="+mn-cs"/>
                </a:rPr>
                <a:t>Connect abstract data points to a more concrete and relatable measure</a:t>
              </a:r>
            </a:p>
          </p:txBody>
        </p:sp>
        <p:pic>
          <p:nvPicPr>
            <p:cNvPr id="36" name="Graphic 35">
              <a:extLst>
                <a:ext uri="{FF2B5EF4-FFF2-40B4-BE49-F238E27FC236}">
                  <a16:creationId xmlns:a16="http://schemas.microsoft.com/office/drawing/2014/main" id="{99E90C2E-E354-DA85-E3E9-1A5254BB4BCE}"/>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8720919" y="3483592"/>
              <a:ext cx="523131" cy="523131"/>
            </a:xfrm>
            <a:prstGeom prst="rect">
              <a:avLst/>
            </a:prstGeom>
          </p:spPr>
        </p:pic>
      </p:grpSp>
      <p:pic>
        <p:nvPicPr>
          <p:cNvPr id="3" name="Picture 2">
            <a:extLst>
              <a:ext uri="{FF2B5EF4-FFF2-40B4-BE49-F238E27FC236}">
                <a16:creationId xmlns:a16="http://schemas.microsoft.com/office/drawing/2014/main" id="{78953C30-ECF7-CABE-0597-D666B6DEF2BB}"/>
              </a:ext>
            </a:extLst>
          </p:cNvPr>
          <p:cNvPicPr>
            <a:picLocks noChangeAspect="1"/>
          </p:cNvPicPr>
          <p:nvPr/>
        </p:nvPicPr>
        <p:blipFill>
          <a:blip r:embed="rId10"/>
          <a:srcRect/>
          <a:stretch/>
        </p:blipFill>
        <p:spPr>
          <a:xfrm>
            <a:off x="279400" y="1961241"/>
            <a:ext cx="2259578" cy="1248076"/>
          </a:xfrm>
          <a:prstGeom prst="rect">
            <a:avLst/>
          </a:prstGeom>
        </p:spPr>
      </p:pic>
    </p:spTree>
    <p:custDataLst>
      <p:tags r:id="rId1"/>
    </p:custDataLst>
    <p:extLst>
      <p:ext uri="{BB962C8B-B14F-4D97-AF65-F5344CB8AC3E}">
        <p14:creationId xmlns:p14="http://schemas.microsoft.com/office/powerpoint/2010/main" val="2045192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5D597FF-572A-B7EC-0902-65D21C6A37B8}"/>
              </a:ext>
            </a:extLst>
          </p:cNvPr>
          <p:cNvSpPr>
            <a:spLocks noGrp="1"/>
          </p:cNvSpPr>
          <p:nvPr>
            <p:ph type="body" sz="quarter" idx="18"/>
          </p:nvPr>
        </p:nvSpPr>
        <p:spPr/>
        <p:txBody>
          <a:bodyPr/>
          <a:lstStyle/>
          <a:p>
            <a:endParaRPr lang="en-US"/>
          </a:p>
        </p:txBody>
      </p:sp>
      <p:sp>
        <p:nvSpPr>
          <p:cNvPr id="4" name="Date Placeholder 3">
            <a:extLst>
              <a:ext uri="{FF2B5EF4-FFF2-40B4-BE49-F238E27FC236}">
                <a16:creationId xmlns:a16="http://schemas.microsoft.com/office/drawing/2014/main" id="{F0AF6FEB-799E-99D6-2621-1152153E6B28}"/>
              </a:ext>
            </a:extLst>
          </p:cNvPr>
          <p:cNvSpPr>
            <a:spLocks noGrp="1"/>
          </p:cNvSpPr>
          <p:nvPr>
            <p:ph type="dt" sz="half" idx="19"/>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B124F8D-6A21-41BB-B641-CA493D4F9456}" type="datetime4">
              <a:rPr kumimoji="0" lang="en-GB" sz="1000" b="0" i="0" u="none" strike="noStrike" kern="1200" cap="none" spc="0" normalizeH="0" baseline="0" noProof="0" smtClean="0">
                <a:ln>
                  <a:noFill/>
                </a:ln>
                <a:solidFill>
                  <a:srgbClr val="000000"/>
                </a:solidFill>
                <a:effectLst/>
                <a:uLnTx/>
                <a:uFillTx/>
                <a:latin typeface="GSK Precision Light"/>
                <a:ea typeface="+mn-ea"/>
                <a:cs typeface="Arial"/>
              </a:rPr>
              <a:pPr marL="0" marR="0" lvl="0" indent="0" algn="l" defTabSz="914400" rtl="0" eaLnBrk="1" fontAlgn="auto" latinLnBrk="0" hangingPunct="1">
                <a:lnSpc>
                  <a:spcPct val="100000"/>
                </a:lnSpc>
                <a:spcBef>
                  <a:spcPts val="0"/>
                </a:spcBef>
                <a:spcAft>
                  <a:spcPts val="0"/>
                </a:spcAft>
                <a:buClrTx/>
                <a:buSzTx/>
                <a:buFontTx/>
                <a:buNone/>
                <a:tabLst/>
                <a:defRPr/>
              </a:pPr>
              <a:t>22 July 2025</a:t>
            </a:fld>
            <a:endParaRPr kumimoji="0" lang="en-GB" sz="10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5" name="Slide Number Placeholder 4">
            <a:extLst>
              <a:ext uri="{FF2B5EF4-FFF2-40B4-BE49-F238E27FC236}">
                <a16:creationId xmlns:a16="http://schemas.microsoft.com/office/drawing/2014/main" id="{2FC5745C-C48D-7FF0-3DD7-C2E8852934A5}"/>
              </a:ext>
            </a:extLst>
          </p:cNvPr>
          <p:cNvSpPr>
            <a:spLocks noGrp="1"/>
          </p:cNvSpPr>
          <p:nvPr>
            <p:ph type="sldNum" sz="quarter" idx="2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GSK Precision Light"/>
                <a:ea typeface="+mn-ea"/>
                <a:cs typeface="Arial"/>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GB" sz="10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6" name="Title 5">
            <a:extLst>
              <a:ext uri="{FF2B5EF4-FFF2-40B4-BE49-F238E27FC236}">
                <a16:creationId xmlns:a16="http://schemas.microsoft.com/office/drawing/2014/main" id="{D96903FE-5AEB-64CC-861B-0FEBEE849460}"/>
              </a:ext>
            </a:extLst>
          </p:cNvPr>
          <p:cNvSpPr>
            <a:spLocks noGrp="1"/>
          </p:cNvSpPr>
          <p:nvPr>
            <p:ph type="title"/>
          </p:nvPr>
        </p:nvSpPr>
        <p:spPr/>
        <p:txBody>
          <a:bodyPr/>
          <a:lstStyle/>
          <a:p>
            <a:r>
              <a:rPr lang="en-SG"/>
              <a:t>Build your own “Challenge” to Status Quo</a:t>
            </a:r>
            <a:endParaRPr lang="en-US"/>
          </a:p>
        </p:txBody>
      </p:sp>
      <p:sp>
        <p:nvSpPr>
          <p:cNvPr id="7" name="Subtitle 6">
            <a:extLst>
              <a:ext uri="{FF2B5EF4-FFF2-40B4-BE49-F238E27FC236}">
                <a16:creationId xmlns:a16="http://schemas.microsoft.com/office/drawing/2014/main" id="{0BADB34C-6190-85D9-5503-5FB215C33889}"/>
              </a:ext>
            </a:extLst>
          </p:cNvPr>
          <p:cNvSpPr>
            <a:spLocks noGrp="1"/>
          </p:cNvSpPr>
          <p:nvPr>
            <p:ph type="subTitle" idx="1"/>
          </p:nvPr>
        </p:nvSpPr>
        <p:spPr/>
        <p:txBody>
          <a:bodyPr/>
          <a:lstStyle/>
          <a:p>
            <a:endParaRPr lang="en-US"/>
          </a:p>
        </p:txBody>
      </p:sp>
      <p:pic>
        <p:nvPicPr>
          <p:cNvPr id="9" name="Picture 8">
            <a:extLst>
              <a:ext uri="{FF2B5EF4-FFF2-40B4-BE49-F238E27FC236}">
                <a16:creationId xmlns:a16="http://schemas.microsoft.com/office/drawing/2014/main" id="{932CE8BC-FB06-AF53-29BE-493F7544BA8F}"/>
              </a:ext>
            </a:extLst>
          </p:cNvPr>
          <p:cNvPicPr>
            <a:picLocks noChangeAspect="1"/>
          </p:cNvPicPr>
          <p:nvPr/>
        </p:nvPicPr>
        <p:blipFill>
          <a:blip r:embed="rId2"/>
          <a:stretch>
            <a:fillRect/>
          </a:stretch>
        </p:blipFill>
        <p:spPr>
          <a:xfrm>
            <a:off x="365125" y="1194731"/>
            <a:ext cx="7024503" cy="4964749"/>
          </a:xfrm>
          <a:prstGeom prst="rect">
            <a:avLst/>
          </a:prstGeom>
        </p:spPr>
      </p:pic>
      <p:sp>
        <p:nvSpPr>
          <p:cNvPr id="2" name="Rectangle 1">
            <a:extLst>
              <a:ext uri="{FF2B5EF4-FFF2-40B4-BE49-F238E27FC236}">
                <a16:creationId xmlns:a16="http://schemas.microsoft.com/office/drawing/2014/main" id="{99AC608D-7DA0-DE10-558F-1E01E51B7F0F}"/>
              </a:ext>
            </a:extLst>
          </p:cNvPr>
          <p:cNvSpPr/>
          <p:nvPr/>
        </p:nvSpPr>
        <p:spPr bwMode="auto">
          <a:xfrm>
            <a:off x="7449474" y="1304186"/>
            <a:ext cx="4315968" cy="1701819"/>
          </a:xfrm>
          <a:prstGeom prst="rect">
            <a:avLst/>
          </a:prstGeom>
          <a:noFill/>
          <a:ln w="28575">
            <a:solidFill>
              <a:schemeClr val="bg2"/>
            </a:solidFill>
            <a:prstDash val="sysDash"/>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300"/>
              </a:spcBef>
              <a:spcAft>
                <a:spcPts val="300"/>
              </a:spcAft>
              <a:buClr>
                <a:srgbClr val="F36633"/>
              </a:buClr>
              <a:buSzPct val="110000"/>
              <a:buFontTx/>
              <a:buNone/>
              <a:tabLst/>
              <a:defRPr/>
            </a:pPr>
            <a:endParaRPr kumimoji="0" lang="en-PH" sz="1600" b="0" i="0" u="none" strike="noStrike" kern="0" cap="none" spc="0" normalizeH="0" baseline="0" noProof="0">
              <a:ln>
                <a:noFill/>
              </a:ln>
              <a:solidFill>
                <a:srgbClr val="000000"/>
              </a:solidFill>
              <a:effectLst/>
              <a:uLnTx/>
              <a:uFillTx/>
              <a:latin typeface="GSK Precision Light"/>
              <a:ea typeface="+mn-ea"/>
              <a:cs typeface="Arial"/>
            </a:endParaRPr>
          </a:p>
        </p:txBody>
      </p:sp>
      <p:sp>
        <p:nvSpPr>
          <p:cNvPr id="8" name="Rectangle 7">
            <a:extLst>
              <a:ext uri="{FF2B5EF4-FFF2-40B4-BE49-F238E27FC236}">
                <a16:creationId xmlns:a16="http://schemas.microsoft.com/office/drawing/2014/main" id="{B0F92B57-C85B-5331-75A2-DFD44B31CC47}"/>
              </a:ext>
            </a:extLst>
          </p:cNvPr>
          <p:cNvSpPr/>
          <p:nvPr/>
        </p:nvSpPr>
        <p:spPr bwMode="auto">
          <a:xfrm>
            <a:off x="7449474" y="3244632"/>
            <a:ext cx="4315968" cy="589550"/>
          </a:xfrm>
          <a:prstGeom prst="rect">
            <a:avLst/>
          </a:prstGeom>
          <a:noFill/>
          <a:ln w="28575">
            <a:solidFill>
              <a:schemeClr val="bg2"/>
            </a:solidFill>
            <a:prstDash val="sysDash"/>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300"/>
              </a:spcBef>
              <a:spcAft>
                <a:spcPts val="300"/>
              </a:spcAft>
              <a:buClr>
                <a:srgbClr val="F36633"/>
              </a:buClr>
              <a:buSzPct val="110000"/>
              <a:buFontTx/>
              <a:buNone/>
              <a:tabLst/>
              <a:defRPr/>
            </a:pPr>
            <a:endParaRPr kumimoji="0" lang="en-PH" sz="1600" b="0" i="0" u="none" strike="noStrike" kern="0" cap="none" spc="0" normalizeH="0" baseline="0" noProof="0">
              <a:ln>
                <a:noFill/>
              </a:ln>
              <a:solidFill>
                <a:srgbClr val="000000"/>
              </a:solidFill>
              <a:effectLst/>
              <a:uLnTx/>
              <a:uFillTx/>
              <a:latin typeface="GSK Precision Light"/>
              <a:ea typeface="+mn-ea"/>
              <a:cs typeface="Arial"/>
            </a:endParaRPr>
          </a:p>
        </p:txBody>
      </p:sp>
      <p:sp>
        <p:nvSpPr>
          <p:cNvPr id="10" name="Rectangle 9">
            <a:extLst>
              <a:ext uri="{FF2B5EF4-FFF2-40B4-BE49-F238E27FC236}">
                <a16:creationId xmlns:a16="http://schemas.microsoft.com/office/drawing/2014/main" id="{A974AFF8-E986-7693-4599-81723713086C}"/>
              </a:ext>
            </a:extLst>
          </p:cNvPr>
          <p:cNvSpPr/>
          <p:nvPr/>
        </p:nvSpPr>
        <p:spPr bwMode="auto">
          <a:xfrm>
            <a:off x="7449474" y="4072809"/>
            <a:ext cx="4315968" cy="1572648"/>
          </a:xfrm>
          <a:prstGeom prst="rect">
            <a:avLst/>
          </a:prstGeom>
          <a:noFill/>
          <a:ln w="28575">
            <a:solidFill>
              <a:schemeClr val="bg2"/>
            </a:solidFill>
            <a:prstDash val="sysDash"/>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300"/>
              </a:spcBef>
              <a:spcAft>
                <a:spcPts val="300"/>
              </a:spcAft>
              <a:buClr>
                <a:srgbClr val="F36633"/>
              </a:buClr>
              <a:buSzPct val="110000"/>
              <a:buFontTx/>
              <a:buNone/>
              <a:tabLst/>
              <a:defRPr/>
            </a:pPr>
            <a:endParaRPr kumimoji="0" lang="en-PH" sz="1600" b="0" i="0" u="none" strike="noStrike" kern="0" cap="none" spc="0" normalizeH="0" baseline="0" noProof="0">
              <a:ln>
                <a:noFill/>
              </a:ln>
              <a:solidFill>
                <a:srgbClr val="000000"/>
              </a:solidFill>
              <a:effectLst/>
              <a:uLnTx/>
              <a:uFillTx/>
              <a:latin typeface="GSK Precision Light"/>
              <a:ea typeface="+mn-ea"/>
              <a:cs typeface="Arial"/>
            </a:endParaRPr>
          </a:p>
        </p:txBody>
      </p:sp>
      <p:sp>
        <p:nvSpPr>
          <p:cNvPr id="11" name="TextBox 10">
            <a:extLst>
              <a:ext uri="{FF2B5EF4-FFF2-40B4-BE49-F238E27FC236}">
                <a16:creationId xmlns:a16="http://schemas.microsoft.com/office/drawing/2014/main" id="{00D1F9B3-D497-CE8B-98C5-B299E07DC5B7}"/>
              </a:ext>
            </a:extLst>
          </p:cNvPr>
          <p:cNvSpPr txBox="1"/>
          <p:nvPr/>
        </p:nvSpPr>
        <p:spPr>
          <a:xfrm>
            <a:off x="7525512" y="1394358"/>
            <a:ext cx="4160520" cy="1531721"/>
          </a:xfrm>
          <a:prstGeom prst="rect">
            <a:avLst/>
          </a:prstGeom>
          <a:noFill/>
        </p:spPr>
        <p:txBody>
          <a:bodyPr wrap="none" lIns="36000" tIns="36000" rIns="36000" bIns="36000" rtlCol="0">
            <a:noAutofit/>
          </a:bodyPr>
          <a:lstStyle/>
          <a:p>
            <a:pPr marL="0" marR="0" lvl="0" indent="0" algn="l" defTabSz="914400" rtl="0" eaLnBrk="1" fontAlgn="auto" latinLnBrk="0" hangingPunct="1">
              <a:lnSpc>
                <a:spcPct val="100000"/>
              </a:lnSpc>
              <a:spcBef>
                <a:spcPts val="300"/>
              </a:spcBef>
              <a:spcAft>
                <a:spcPts val="300"/>
              </a:spcAft>
              <a:buClr>
                <a:srgbClr val="F36633"/>
              </a:buClr>
              <a:buSzPct val="110000"/>
              <a:buFontTx/>
              <a:buNone/>
              <a:tabLst/>
              <a:defRPr/>
            </a:pPr>
            <a:r>
              <a:rPr kumimoji="0" lang="en-PH" sz="1600" b="0" i="0" u="none" strike="noStrike" kern="1200" cap="none" spc="0" normalizeH="0" baseline="0" noProof="0">
                <a:ln>
                  <a:noFill/>
                </a:ln>
                <a:solidFill>
                  <a:srgbClr val="000000"/>
                </a:solidFill>
                <a:effectLst/>
                <a:uLnTx/>
                <a:uFillTx/>
                <a:latin typeface="GSK Precision Light"/>
                <a:ea typeface="+mn-ea"/>
                <a:cs typeface="Arial"/>
              </a:rPr>
              <a:t>Last time we met, you explained…</a:t>
            </a:r>
          </a:p>
        </p:txBody>
      </p:sp>
      <p:sp>
        <p:nvSpPr>
          <p:cNvPr id="12" name="TextBox 11">
            <a:extLst>
              <a:ext uri="{FF2B5EF4-FFF2-40B4-BE49-F238E27FC236}">
                <a16:creationId xmlns:a16="http://schemas.microsoft.com/office/drawing/2014/main" id="{A49D95E7-C041-420E-5DC2-D8F36995E37C}"/>
              </a:ext>
            </a:extLst>
          </p:cNvPr>
          <p:cNvSpPr txBox="1"/>
          <p:nvPr/>
        </p:nvSpPr>
        <p:spPr>
          <a:xfrm>
            <a:off x="7604922" y="3354088"/>
            <a:ext cx="4160520" cy="480094"/>
          </a:xfrm>
          <a:prstGeom prst="rect">
            <a:avLst/>
          </a:prstGeom>
          <a:noFill/>
        </p:spPr>
        <p:txBody>
          <a:bodyPr wrap="none" lIns="36000" tIns="36000" rIns="36000" bIns="36000" rtlCol="0">
            <a:noAutofit/>
          </a:bodyPr>
          <a:lstStyle/>
          <a:p>
            <a:pPr marL="0" marR="0" lvl="0" indent="0" algn="l" defTabSz="914400" rtl="0" eaLnBrk="1" fontAlgn="auto" latinLnBrk="0" hangingPunct="1">
              <a:lnSpc>
                <a:spcPct val="100000"/>
              </a:lnSpc>
              <a:spcBef>
                <a:spcPts val="300"/>
              </a:spcBef>
              <a:spcAft>
                <a:spcPts val="300"/>
              </a:spcAft>
              <a:buClr>
                <a:srgbClr val="F36633"/>
              </a:buClr>
              <a:buSzPct val="110000"/>
              <a:buFontTx/>
              <a:buNone/>
              <a:tabLst/>
              <a:defRPr/>
            </a:pPr>
            <a:r>
              <a:rPr kumimoji="0" lang="en-PH" sz="1600" b="0" i="0" u="none" strike="noStrike" kern="1200" cap="none" spc="0" normalizeH="0" baseline="0" noProof="0">
                <a:ln>
                  <a:noFill/>
                </a:ln>
                <a:solidFill>
                  <a:srgbClr val="000000"/>
                </a:solidFill>
                <a:effectLst/>
                <a:uLnTx/>
                <a:uFillTx/>
                <a:latin typeface="GSK Precision Light"/>
                <a:ea typeface="+mn-ea"/>
                <a:cs typeface="Arial"/>
              </a:rPr>
              <a:t>That being said…</a:t>
            </a:r>
          </a:p>
        </p:txBody>
      </p:sp>
      <p:sp>
        <p:nvSpPr>
          <p:cNvPr id="13" name="TextBox 12">
            <a:extLst>
              <a:ext uri="{FF2B5EF4-FFF2-40B4-BE49-F238E27FC236}">
                <a16:creationId xmlns:a16="http://schemas.microsoft.com/office/drawing/2014/main" id="{FF1DC539-EC30-2144-A76B-7FDF7BDD05C5}"/>
              </a:ext>
            </a:extLst>
          </p:cNvPr>
          <p:cNvSpPr txBox="1"/>
          <p:nvPr/>
        </p:nvSpPr>
        <p:spPr>
          <a:xfrm>
            <a:off x="7525512" y="4118474"/>
            <a:ext cx="4160520" cy="1531721"/>
          </a:xfrm>
          <a:prstGeom prst="rect">
            <a:avLst/>
          </a:prstGeom>
          <a:noFill/>
        </p:spPr>
        <p:txBody>
          <a:bodyPr wrap="none" lIns="36000" tIns="36000" rIns="36000" bIns="36000" rtlCol="0">
            <a:noAutofit/>
          </a:bodyPr>
          <a:lstStyle/>
          <a:p>
            <a:pPr marL="0" marR="0" lvl="0" indent="0" algn="l" defTabSz="914400" rtl="0" eaLnBrk="1" fontAlgn="auto" latinLnBrk="0" hangingPunct="1">
              <a:lnSpc>
                <a:spcPct val="100000"/>
              </a:lnSpc>
              <a:spcBef>
                <a:spcPts val="300"/>
              </a:spcBef>
              <a:spcAft>
                <a:spcPts val="300"/>
              </a:spcAft>
              <a:buClr>
                <a:srgbClr val="F36633"/>
              </a:buClr>
              <a:buSzPct val="110000"/>
              <a:buFontTx/>
              <a:buNone/>
              <a:tabLst/>
              <a:defRPr/>
            </a:pPr>
            <a:r>
              <a:rPr kumimoji="0" lang="en-PH" sz="1600" b="0" i="0" u="none" strike="noStrike" kern="1200" cap="none" spc="0" normalizeH="0" baseline="0" noProof="0">
                <a:ln>
                  <a:noFill/>
                </a:ln>
                <a:solidFill>
                  <a:srgbClr val="000000"/>
                </a:solidFill>
                <a:effectLst/>
                <a:uLnTx/>
                <a:uFillTx/>
                <a:latin typeface="GSK Precision Light"/>
                <a:ea typeface="+mn-ea"/>
                <a:cs typeface="Arial"/>
              </a:rPr>
              <a:t>Some pulmonologists do not realize that…</a:t>
            </a:r>
          </a:p>
        </p:txBody>
      </p:sp>
      <p:grpSp>
        <p:nvGrpSpPr>
          <p:cNvPr id="14" name="Group 13">
            <a:extLst>
              <a:ext uri="{FF2B5EF4-FFF2-40B4-BE49-F238E27FC236}">
                <a16:creationId xmlns:a16="http://schemas.microsoft.com/office/drawing/2014/main" id="{C1F1A91F-E14E-EA98-82E3-23FC187F1391}"/>
              </a:ext>
            </a:extLst>
          </p:cNvPr>
          <p:cNvGrpSpPr/>
          <p:nvPr/>
        </p:nvGrpSpPr>
        <p:grpSpPr>
          <a:xfrm>
            <a:off x="9994605" y="216575"/>
            <a:ext cx="2113276" cy="999282"/>
            <a:chOff x="9994605" y="216575"/>
            <a:chExt cx="2113276" cy="999282"/>
          </a:xfrm>
        </p:grpSpPr>
        <p:sp>
          <p:nvSpPr>
            <p:cNvPr id="15" name="Rectangle 14">
              <a:extLst>
                <a:ext uri="{FF2B5EF4-FFF2-40B4-BE49-F238E27FC236}">
                  <a16:creationId xmlns:a16="http://schemas.microsoft.com/office/drawing/2014/main" id="{3C1CBB09-F541-36BA-67C4-B3184A337A7C}"/>
                </a:ext>
              </a:extLst>
            </p:cNvPr>
            <p:cNvSpPr/>
            <p:nvPr/>
          </p:nvSpPr>
          <p:spPr bwMode="auto">
            <a:xfrm>
              <a:off x="9994605" y="216575"/>
              <a:ext cx="2113276" cy="940713"/>
            </a:xfrm>
            <a:prstGeom prst="rect">
              <a:avLst/>
            </a:prstGeom>
            <a:solidFill>
              <a:schemeClr val="bg2">
                <a:lumMod val="20000"/>
                <a:lumOff val="80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l" eaLnBrk="0" fontAlgn="auto" hangingPunct="0">
                <a:spcBef>
                  <a:spcPts val="300"/>
                </a:spcBef>
                <a:spcAft>
                  <a:spcPts val="300"/>
                </a:spcAft>
                <a:buClr>
                  <a:schemeClr val="tx2"/>
                </a:buClr>
                <a:buSzPct val="110000"/>
              </a:pPr>
              <a:endParaRPr lang="en-PH" sz="1600" kern="0" dirty="0" err="1">
                <a:solidFill>
                  <a:schemeClr val="tx1"/>
                </a:solidFill>
              </a:endParaRPr>
            </a:p>
          </p:txBody>
        </p:sp>
        <p:pic>
          <p:nvPicPr>
            <p:cNvPr id="16" name="Graphic 15" descr="Pencil with solid fill">
              <a:extLst>
                <a:ext uri="{FF2B5EF4-FFF2-40B4-BE49-F238E27FC236}">
                  <a16:creationId xmlns:a16="http://schemas.microsoft.com/office/drawing/2014/main" id="{FC92EA9A-8AFA-06CF-4F03-8676C96E515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93481" y="216575"/>
              <a:ext cx="914400" cy="914400"/>
            </a:xfrm>
            <a:prstGeom prst="rect">
              <a:avLst/>
            </a:prstGeom>
          </p:spPr>
        </p:pic>
        <p:sp>
          <p:nvSpPr>
            <p:cNvPr id="17" name="TextBox 16">
              <a:extLst>
                <a:ext uri="{FF2B5EF4-FFF2-40B4-BE49-F238E27FC236}">
                  <a16:creationId xmlns:a16="http://schemas.microsoft.com/office/drawing/2014/main" id="{93917488-5A6D-2F80-61F1-75B99D356EEE}"/>
                </a:ext>
              </a:extLst>
            </p:cNvPr>
            <p:cNvSpPr txBox="1"/>
            <p:nvPr/>
          </p:nvSpPr>
          <p:spPr>
            <a:xfrm>
              <a:off x="10367215" y="301457"/>
              <a:ext cx="914400" cy="914400"/>
            </a:xfrm>
            <a:prstGeom prst="rect">
              <a:avLst/>
            </a:prstGeom>
            <a:noFill/>
          </p:spPr>
          <p:txBody>
            <a:bodyPr wrap="none" lIns="36000" tIns="36000" rIns="36000" bIns="36000" rtlCol="0">
              <a:noAutofit/>
            </a:bodyPr>
            <a:lstStyle/>
            <a:p>
              <a:pPr algn="r">
                <a:spcBef>
                  <a:spcPts val="300"/>
                </a:spcBef>
                <a:spcAft>
                  <a:spcPts val="300"/>
                </a:spcAft>
                <a:buClr>
                  <a:schemeClr val="tx2"/>
                </a:buClr>
                <a:buSzPct val="110000"/>
              </a:pPr>
              <a:r>
                <a:rPr lang="en-PH" sz="1600" b="1" dirty="0"/>
                <a:t>Suggested </a:t>
              </a:r>
            </a:p>
            <a:p>
              <a:pPr algn="r">
                <a:spcBef>
                  <a:spcPts val="300"/>
                </a:spcBef>
                <a:spcAft>
                  <a:spcPts val="300"/>
                </a:spcAft>
                <a:buClr>
                  <a:schemeClr val="tx2"/>
                </a:buClr>
                <a:buSzPct val="110000"/>
              </a:pPr>
              <a:r>
                <a:rPr lang="en-PH" sz="1600" b="1" dirty="0"/>
                <a:t>Activity</a:t>
              </a:r>
            </a:p>
          </p:txBody>
        </p:sp>
      </p:grpSp>
    </p:spTree>
    <p:extLst>
      <p:ext uri="{BB962C8B-B14F-4D97-AF65-F5344CB8AC3E}">
        <p14:creationId xmlns:p14="http://schemas.microsoft.com/office/powerpoint/2010/main" val="673803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 Placeholder 18">
            <a:extLst>
              <a:ext uri="{FF2B5EF4-FFF2-40B4-BE49-F238E27FC236}">
                <a16:creationId xmlns:a16="http://schemas.microsoft.com/office/drawing/2014/main" id="{FF5C60C8-D43E-C835-2625-C2D8F748315D}"/>
              </a:ext>
            </a:extLst>
          </p:cNvPr>
          <p:cNvSpPr>
            <a:spLocks noGrp="1"/>
          </p:cNvSpPr>
          <p:nvPr>
            <p:ph type="body" sz="quarter" idx="13"/>
          </p:nvPr>
        </p:nvSpPr>
        <p:spPr/>
        <p:txBody>
          <a:bodyPr/>
          <a:lstStyle/>
          <a:p>
            <a:endParaRPr lang="en-PH"/>
          </a:p>
        </p:txBody>
      </p:sp>
      <p:sp>
        <p:nvSpPr>
          <p:cNvPr id="2" name="Title 1">
            <a:extLst>
              <a:ext uri="{FF2B5EF4-FFF2-40B4-BE49-F238E27FC236}">
                <a16:creationId xmlns:a16="http://schemas.microsoft.com/office/drawing/2014/main" id="{24DD0A5F-4864-4BAF-9646-DAF0E245FEC4}"/>
              </a:ext>
            </a:extLst>
          </p:cNvPr>
          <p:cNvSpPr>
            <a:spLocks noGrp="1"/>
          </p:cNvSpPr>
          <p:nvPr>
            <p:ph type="title"/>
          </p:nvPr>
        </p:nvSpPr>
        <p:spPr/>
        <p:txBody>
          <a:bodyPr/>
          <a:lstStyle/>
          <a:p>
            <a:r>
              <a:rPr lang="en-US"/>
              <a:t>Focusing On: Reveal Value</a:t>
            </a:r>
          </a:p>
        </p:txBody>
      </p:sp>
      <p:sp>
        <p:nvSpPr>
          <p:cNvPr id="3" name="Content Placeholder 2">
            <a:extLst>
              <a:ext uri="{FF2B5EF4-FFF2-40B4-BE49-F238E27FC236}">
                <a16:creationId xmlns:a16="http://schemas.microsoft.com/office/drawing/2014/main" id="{191B1DFE-0E64-5082-B07C-2F0271DFAD87}"/>
              </a:ext>
            </a:extLst>
          </p:cNvPr>
          <p:cNvSpPr txBox="1">
            <a:spLocks/>
          </p:cNvSpPr>
          <p:nvPr/>
        </p:nvSpPr>
        <p:spPr>
          <a:xfrm>
            <a:off x="9654363" y="2070699"/>
            <a:ext cx="2118537" cy="369332"/>
          </a:xfrm>
          <a:prstGeom prst="rect">
            <a:avLst/>
          </a:prstGeom>
        </p:spPr>
        <p:txBody>
          <a:bodyPr vert="horz" lIns="0" tIns="0" rIns="0" bIns="0" rtlCol="0">
            <a:sp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b="0" i="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600"/>
              </a:spcAft>
              <a:buFont typeface="System Font Regular"/>
              <a:buChar char="⎼"/>
              <a:defRPr sz="1600" b="0" i="0" kern="1200">
                <a:solidFill>
                  <a:schemeClr val="tx1"/>
                </a:solidFill>
                <a:latin typeface="+mn-lt"/>
                <a:ea typeface="+mn-ea"/>
                <a:cs typeface="+mn-cs"/>
              </a:defRPr>
            </a:lvl2pPr>
            <a:lvl3pPr marL="1143000" indent="-228600" algn="l" defTabSz="914400" rtl="0" eaLnBrk="1" latinLnBrk="0" hangingPunct="1">
              <a:lnSpc>
                <a:spcPct val="100000"/>
              </a:lnSpc>
              <a:spcBef>
                <a:spcPts val="0"/>
              </a:spcBef>
              <a:spcAft>
                <a:spcPts val="600"/>
              </a:spcAft>
              <a:buFont typeface="Courier New" panose="02070309020205020404" pitchFamily="49" charset="0"/>
              <a:buChar char="o"/>
              <a:defRPr sz="1600" b="0" i="0" kern="1200">
                <a:solidFill>
                  <a:schemeClr val="tx1"/>
                </a:solidFill>
                <a:latin typeface="+mn-lt"/>
                <a:ea typeface="+mn-ea"/>
                <a:cs typeface="+mn-cs"/>
              </a:defRPr>
            </a:lvl3pPr>
            <a:lvl4pPr marL="1600200" indent="-228600" algn="l" defTabSz="914400" rtl="0" eaLnBrk="1" latinLnBrk="0" hangingPunct="1">
              <a:lnSpc>
                <a:spcPct val="100000"/>
              </a:lnSpc>
              <a:spcBef>
                <a:spcPts val="0"/>
              </a:spcBef>
              <a:spcAft>
                <a:spcPts val="600"/>
              </a:spcAft>
              <a:buFont typeface="Wingdings" pitchFamily="2" charset="2"/>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6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052835"/>
                </a:solidFill>
                <a:effectLst/>
                <a:uLnTx/>
                <a:uFillTx/>
                <a:latin typeface="Lyon Text Bold" panose="02000505080000020004" pitchFamily="50" charset="0"/>
                <a:ea typeface="+mn-ea"/>
                <a:cs typeface="Arial"/>
              </a:rPr>
              <a:t>Reveal Value:</a:t>
            </a:r>
            <a:endParaRPr kumimoji="0" lang="en-US" sz="1800" b="0" i="0" u="none" strike="noStrike" kern="1200" cap="none" spc="0" normalizeH="0" baseline="0" noProof="0">
              <a:ln>
                <a:noFill/>
              </a:ln>
              <a:solidFill>
                <a:srgbClr val="052835"/>
              </a:solidFill>
              <a:effectLst/>
              <a:uLnTx/>
              <a:uFillTx/>
              <a:latin typeface="Graphik Regular" panose="020B0503030202060203" pitchFamily="34" charset="0"/>
              <a:ea typeface="Graphik Bold" charset="0"/>
              <a:cs typeface="Graphik Bold" charset="0"/>
            </a:endParaRPr>
          </a:p>
        </p:txBody>
      </p:sp>
      <p:sp>
        <p:nvSpPr>
          <p:cNvPr id="4" name="Content Placeholder 2">
            <a:extLst>
              <a:ext uri="{FF2B5EF4-FFF2-40B4-BE49-F238E27FC236}">
                <a16:creationId xmlns:a16="http://schemas.microsoft.com/office/drawing/2014/main" id="{4C06D4BB-ADC4-200A-5EF8-2E83508EE1B3}"/>
              </a:ext>
            </a:extLst>
          </p:cNvPr>
          <p:cNvSpPr txBox="1">
            <a:spLocks/>
          </p:cNvSpPr>
          <p:nvPr/>
        </p:nvSpPr>
        <p:spPr>
          <a:xfrm>
            <a:off x="9654362" y="2629637"/>
            <a:ext cx="2118537" cy="1661993"/>
          </a:xfrm>
          <a:prstGeom prst="rect">
            <a:avLst/>
          </a:prstGeom>
        </p:spPr>
        <p:txBody>
          <a:bodyPr vert="horz" lIns="0" tIns="0" rIns="0" bIns="0" rtlCol="0">
            <a:sp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b="0" i="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600"/>
              </a:spcAft>
              <a:buFont typeface="System Font Regular"/>
              <a:buChar char="⎼"/>
              <a:defRPr sz="1600" b="0" i="0" kern="1200">
                <a:solidFill>
                  <a:schemeClr val="tx1"/>
                </a:solidFill>
                <a:latin typeface="+mn-lt"/>
                <a:ea typeface="+mn-ea"/>
                <a:cs typeface="+mn-cs"/>
              </a:defRPr>
            </a:lvl2pPr>
            <a:lvl3pPr marL="1143000" indent="-228600" algn="l" defTabSz="914400" rtl="0" eaLnBrk="1" latinLnBrk="0" hangingPunct="1">
              <a:lnSpc>
                <a:spcPct val="100000"/>
              </a:lnSpc>
              <a:spcBef>
                <a:spcPts val="0"/>
              </a:spcBef>
              <a:spcAft>
                <a:spcPts val="600"/>
              </a:spcAft>
              <a:buFont typeface="Courier New" panose="02070309020205020404" pitchFamily="49" charset="0"/>
              <a:buChar char="o"/>
              <a:defRPr sz="1600" b="0" i="0" kern="1200">
                <a:solidFill>
                  <a:schemeClr val="tx1"/>
                </a:solidFill>
                <a:latin typeface="+mn-lt"/>
                <a:ea typeface="+mn-ea"/>
                <a:cs typeface="+mn-cs"/>
              </a:defRPr>
            </a:lvl3pPr>
            <a:lvl4pPr marL="1600200" indent="-228600" algn="l" defTabSz="914400" rtl="0" eaLnBrk="1" latinLnBrk="0" hangingPunct="1">
              <a:lnSpc>
                <a:spcPct val="100000"/>
              </a:lnSpc>
              <a:spcBef>
                <a:spcPts val="0"/>
              </a:spcBef>
              <a:spcAft>
                <a:spcPts val="600"/>
              </a:spcAft>
              <a:buFont typeface="Wingdings" pitchFamily="2" charset="2"/>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6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052835"/>
                </a:solidFill>
                <a:effectLst/>
                <a:uLnTx/>
                <a:uFillTx/>
                <a:latin typeface="Graphik Regular" panose="020B0503030202060203" pitchFamily="34" charset="0"/>
                <a:ea typeface="Graphik Bold" charset="0"/>
                <a:cs typeface="Graphik Bold" charset="0"/>
              </a:rPr>
              <a:t>Demonstrate the </a:t>
            </a:r>
            <a:r>
              <a:rPr kumimoji="0" lang="en-US" sz="1800" b="0" i="0" u="none" strike="noStrike" kern="1200" cap="none" spc="0" normalizeH="0" baseline="0" noProof="0">
                <a:ln>
                  <a:noFill/>
                </a:ln>
                <a:solidFill>
                  <a:srgbClr val="052835"/>
                </a:solidFill>
                <a:effectLst/>
                <a:uLnTx/>
                <a:uFillTx/>
                <a:latin typeface="Graphik Bold" panose="020B0803030202060203" pitchFamily="34" charset="0"/>
                <a:ea typeface="Graphik Bold" charset="0"/>
                <a:cs typeface="Graphik Bold" charset="0"/>
              </a:rPr>
              <a:t>value </a:t>
            </a:r>
            <a:r>
              <a:rPr kumimoji="0" lang="en-US" sz="1800" b="0" i="0" u="none" strike="noStrike" kern="1200" cap="none" spc="0" normalizeH="0" baseline="0" noProof="0">
                <a:ln>
                  <a:noFill/>
                </a:ln>
                <a:solidFill>
                  <a:srgbClr val="052835"/>
                </a:solidFill>
                <a:effectLst/>
                <a:uLnTx/>
                <a:uFillTx/>
                <a:latin typeface="Graphik Regular" panose="020B0503030202060203" pitchFamily="34" charset="0"/>
                <a:ea typeface="Graphik Bold" charset="0"/>
                <a:cs typeface="Graphik Bold" charset="0"/>
              </a:rPr>
              <a:t>of adopting a </a:t>
            </a:r>
            <a:r>
              <a:rPr kumimoji="0" lang="en-US" sz="1800" b="0" i="0" u="none" strike="noStrike" kern="1200" cap="none" spc="0" normalizeH="0" baseline="0" noProof="0">
                <a:ln>
                  <a:noFill/>
                </a:ln>
                <a:solidFill>
                  <a:srgbClr val="052835"/>
                </a:solidFill>
                <a:effectLst/>
                <a:uLnTx/>
                <a:uFillTx/>
                <a:latin typeface="Graphik Bold"/>
                <a:ea typeface="Graphik Bold" charset="0"/>
                <a:cs typeface="Graphik Bold" charset="0"/>
              </a:rPr>
              <a:t>new way forward </a:t>
            </a:r>
            <a:r>
              <a:rPr kumimoji="0" lang="en-US" sz="1800" b="0" i="0" u="none" strike="noStrike" kern="1200" cap="none" spc="0" normalizeH="0" baseline="0" noProof="0">
                <a:ln>
                  <a:noFill/>
                </a:ln>
                <a:solidFill>
                  <a:srgbClr val="052835"/>
                </a:solidFill>
                <a:effectLst/>
                <a:uLnTx/>
                <a:uFillTx/>
                <a:latin typeface="Graphik Regular" panose="020B0503030202060203" pitchFamily="34" charset="0"/>
                <a:ea typeface="Graphik Bold" charset="0"/>
                <a:cs typeface="Graphik Bold" charset="0"/>
              </a:rPr>
              <a:t>and reveal the </a:t>
            </a:r>
            <a:r>
              <a:rPr kumimoji="0" lang="en-US" sz="1800" b="0" i="0" u="none" strike="noStrike" kern="1200" cap="none" spc="0" normalizeH="0" baseline="0" noProof="0">
                <a:ln>
                  <a:noFill/>
                </a:ln>
                <a:solidFill>
                  <a:srgbClr val="052835"/>
                </a:solidFill>
                <a:effectLst/>
                <a:uLnTx/>
                <a:uFillTx/>
                <a:latin typeface="Graphik Bold"/>
                <a:ea typeface="Graphik Bold" charset="0"/>
                <a:cs typeface="Graphik Bold" charset="0"/>
              </a:rPr>
              <a:t>distinctiveness of your solution</a:t>
            </a:r>
            <a:r>
              <a:rPr kumimoji="0" lang="en-US" sz="1800" b="1" i="0" u="none" strike="noStrike" kern="1200" cap="none" spc="0" normalizeH="0" baseline="0" noProof="0">
                <a:ln>
                  <a:noFill/>
                </a:ln>
                <a:solidFill>
                  <a:srgbClr val="052835"/>
                </a:solidFill>
                <a:effectLst/>
                <a:uLnTx/>
                <a:uFillTx/>
                <a:latin typeface="Graphik Bold" panose="020B0803030202060203" pitchFamily="34" charset="0"/>
                <a:ea typeface="Graphik Bold" charset="0"/>
                <a:cs typeface="Graphik Bold" charset="0"/>
              </a:rPr>
              <a:t>.</a:t>
            </a:r>
            <a:endParaRPr kumimoji="0" lang="en-US" sz="1800" b="0" i="0" u="none" strike="noStrike" kern="1200" cap="none" spc="0" normalizeH="0" baseline="0" noProof="0">
              <a:ln>
                <a:noFill/>
              </a:ln>
              <a:solidFill>
                <a:srgbClr val="052835"/>
              </a:solidFill>
              <a:effectLst/>
              <a:uLnTx/>
              <a:uFillTx/>
              <a:latin typeface="Graphik Regular" panose="020B0503030202060203" pitchFamily="34" charset="0"/>
              <a:ea typeface="Graphik Bold" charset="0"/>
              <a:cs typeface="Graphik Bold" charset="0"/>
            </a:endParaRPr>
          </a:p>
        </p:txBody>
      </p:sp>
      <p:pic>
        <p:nvPicPr>
          <p:cNvPr id="5" name="Picture 4">
            <a:extLst>
              <a:ext uri="{FF2B5EF4-FFF2-40B4-BE49-F238E27FC236}">
                <a16:creationId xmlns:a16="http://schemas.microsoft.com/office/drawing/2014/main" id="{F3FDB82F-B156-EFA5-76F2-F0E98C6CE419}"/>
              </a:ext>
            </a:extLst>
          </p:cNvPr>
          <p:cNvPicPr>
            <a:picLocks noChangeAspect="1"/>
          </p:cNvPicPr>
          <p:nvPr/>
        </p:nvPicPr>
        <p:blipFill>
          <a:blip r:embed="rId4"/>
          <a:srcRect/>
          <a:stretch/>
        </p:blipFill>
        <p:spPr>
          <a:xfrm>
            <a:off x="1310093" y="1508180"/>
            <a:ext cx="8021013" cy="4352535"/>
          </a:xfrm>
          <a:prstGeom prst="rect">
            <a:avLst/>
          </a:prstGeom>
        </p:spPr>
      </p:pic>
      <p:sp>
        <p:nvSpPr>
          <p:cNvPr id="6" name="TextBox 5">
            <a:extLst>
              <a:ext uri="{FF2B5EF4-FFF2-40B4-BE49-F238E27FC236}">
                <a16:creationId xmlns:a16="http://schemas.microsoft.com/office/drawing/2014/main" id="{2F4EF13C-A1E1-4A6C-F55F-E4190D00FCBC}"/>
              </a:ext>
            </a:extLst>
          </p:cNvPr>
          <p:cNvSpPr txBox="1"/>
          <p:nvPr/>
        </p:nvSpPr>
        <p:spPr>
          <a:xfrm>
            <a:off x="197429" y="1522810"/>
            <a:ext cx="982578" cy="138499"/>
          </a:xfrm>
          <a:prstGeom prst="rect">
            <a:avLst/>
          </a:prstGeom>
          <a:noFill/>
        </p:spPr>
        <p:txBody>
          <a:bodyPr wrap="square" lIns="0" tIns="0" rIns="0" bIns="0" rtlCol="0">
            <a:spAutoFit/>
          </a:bodyPr>
          <a:lstStyle/>
          <a:p>
            <a:pPr marL="0" marR="0" lvl="0" indent="0" algn="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C709"/>
                </a:solidFill>
                <a:effectLst/>
                <a:uLnTx/>
                <a:uFillTx/>
                <a:latin typeface="GSK Precision Light"/>
                <a:ea typeface="+mn-ea"/>
                <a:cs typeface="Arial"/>
              </a:rPr>
              <a:t>Positive</a:t>
            </a:r>
          </a:p>
        </p:txBody>
      </p:sp>
      <p:sp>
        <p:nvSpPr>
          <p:cNvPr id="7" name="TextBox 6">
            <a:extLst>
              <a:ext uri="{FF2B5EF4-FFF2-40B4-BE49-F238E27FC236}">
                <a16:creationId xmlns:a16="http://schemas.microsoft.com/office/drawing/2014/main" id="{B2482A72-2568-58C4-DCE5-BF06CCAEEDA9}"/>
              </a:ext>
            </a:extLst>
          </p:cNvPr>
          <p:cNvSpPr txBox="1"/>
          <p:nvPr/>
        </p:nvSpPr>
        <p:spPr>
          <a:xfrm>
            <a:off x="197429" y="4961302"/>
            <a:ext cx="982578" cy="138499"/>
          </a:xfrm>
          <a:prstGeom prst="rect">
            <a:avLst/>
          </a:prstGeom>
          <a:noFill/>
        </p:spPr>
        <p:txBody>
          <a:bodyPr wrap="square" lIns="0" tIns="0" rIns="0" bIns="0" rtlCol="0">
            <a:spAutoFit/>
          </a:bodyPr>
          <a:lstStyle/>
          <a:p>
            <a:pPr marL="0" marR="0" lvl="0" indent="0" algn="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C709"/>
                </a:solidFill>
                <a:effectLst/>
                <a:uLnTx/>
                <a:uFillTx/>
                <a:latin typeface="GSK Precision Light"/>
                <a:ea typeface="+mn-ea"/>
                <a:cs typeface="Arial"/>
              </a:rPr>
              <a:t>Negative</a:t>
            </a:r>
          </a:p>
        </p:txBody>
      </p:sp>
      <p:sp>
        <p:nvSpPr>
          <p:cNvPr id="8" name="TextBox 7">
            <a:extLst>
              <a:ext uri="{FF2B5EF4-FFF2-40B4-BE49-F238E27FC236}">
                <a16:creationId xmlns:a16="http://schemas.microsoft.com/office/drawing/2014/main" id="{A96834A9-BDE0-2F71-B44C-744296816436}"/>
              </a:ext>
            </a:extLst>
          </p:cNvPr>
          <p:cNvSpPr txBox="1"/>
          <p:nvPr/>
        </p:nvSpPr>
        <p:spPr>
          <a:xfrm>
            <a:off x="197429" y="3228940"/>
            <a:ext cx="982578" cy="138499"/>
          </a:xfrm>
          <a:prstGeom prst="rect">
            <a:avLst/>
          </a:prstGeom>
          <a:noFill/>
        </p:spPr>
        <p:txBody>
          <a:bodyPr wrap="square" lIns="0" tIns="0" rIns="0" bIns="0" rtlCol="0">
            <a:spAutoFit/>
          </a:bodyPr>
          <a:lstStyle/>
          <a:p>
            <a:pPr marL="0" marR="0" lvl="0" indent="0" algn="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C709"/>
                </a:solidFill>
                <a:effectLst/>
                <a:uLnTx/>
                <a:uFillTx/>
                <a:latin typeface="GSK Precision Light"/>
                <a:ea typeface="+mn-ea"/>
                <a:cs typeface="Arial"/>
              </a:rPr>
              <a:t>Neutral</a:t>
            </a:r>
          </a:p>
        </p:txBody>
      </p:sp>
      <p:sp>
        <p:nvSpPr>
          <p:cNvPr id="10" name="TextBox 9">
            <a:extLst>
              <a:ext uri="{FF2B5EF4-FFF2-40B4-BE49-F238E27FC236}">
                <a16:creationId xmlns:a16="http://schemas.microsoft.com/office/drawing/2014/main" id="{C8A451E1-4218-95D8-3D48-89190F2A13B1}"/>
              </a:ext>
            </a:extLst>
          </p:cNvPr>
          <p:cNvSpPr txBox="1"/>
          <p:nvPr/>
        </p:nvSpPr>
        <p:spPr>
          <a:xfrm rot="16200000">
            <a:off x="-790179" y="3225400"/>
            <a:ext cx="2527524" cy="138499"/>
          </a:xfrm>
          <a:prstGeom prst="rect">
            <a:avLst/>
          </a:prstGeom>
          <a:noFill/>
        </p:spPr>
        <p:txBody>
          <a:bodyPr wrap="square" lIns="0" tIns="0" rIns="0" bIns="0" rtlCol="0">
            <a:spAutoFit/>
          </a:bodyPr>
          <a:lstStyle/>
          <a:p>
            <a:pPr marL="0" marR="0" lvl="0" indent="0" algn="ct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C709"/>
                </a:solidFill>
                <a:effectLst/>
                <a:uLnTx/>
                <a:uFillTx/>
                <a:latin typeface="GSK Precision Light"/>
                <a:ea typeface="+mn-ea"/>
                <a:cs typeface="Arial"/>
              </a:rPr>
              <a:t>Customer Emotional State</a:t>
            </a:r>
          </a:p>
        </p:txBody>
      </p:sp>
      <p:sp>
        <p:nvSpPr>
          <p:cNvPr id="11" name="TextBox 10">
            <a:extLst>
              <a:ext uri="{FF2B5EF4-FFF2-40B4-BE49-F238E27FC236}">
                <a16:creationId xmlns:a16="http://schemas.microsoft.com/office/drawing/2014/main" id="{F447D3C7-286F-9DF9-25EE-C90D57B7C88B}"/>
              </a:ext>
            </a:extLst>
          </p:cNvPr>
          <p:cNvSpPr txBox="1"/>
          <p:nvPr/>
        </p:nvSpPr>
        <p:spPr>
          <a:xfrm>
            <a:off x="1531631" y="1640983"/>
            <a:ext cx="2157827" cy="32316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100" b="0" i="0" u="none" strike="noStrike" kern="1200" cap="none" spc="0" normalizeH="0" baseline="0" noProof="0">
                <a:ln>
                  <a:noFill/>
                </a:ln>
                <a:solidFill>
                  <a:srgbClr val="C6C7C7"/>
                </a:solidFill>
                <a:effectLst/>
                <a:uLnTx/>
                <a:uFillTx/>
                <a:latin typeface="GSK Precision Light"/>
                <a:ea typeface="+mn-ea"/>
                <a:cs typeface="Arial"/>
              </a:rPr>
              <a:t>Share Reframe</a:t>
            </a:r>
          </a:p>
        </p:txBody>
      </p:sp>
      <p:sp>
        <p:nvSpPr>
          <p:cNvPr id="12" name="TextBox 11">
            <a:extLst>
              <a:ext uri="{FF2B5EF4-FFF2-40B4-BE49-F238E27FC236}">
                <a16:creationId xmlns:a16="http://schemas.microsoft.com/office/drawing/2014/main" id="{123CF7BD-DEDE-3C06-CCA4-8623203F4152}"/>
              </a:ext>
            </a:extLst>
          </p:cNvPr>
          <p:cNvSpPr txBox="1"/>
          <p:nvPr/>
        </p:nvSpPr>
        <p:spPr>
          <a:xfrm>
            <a:off x="4202542" y="1640983"/>
            <a:ext cx="2328640" cy="32316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100" b="0" i="0" u="none" strike="noStrike" kern="1200" cap="none" spc="0" normalizeH="0" baseline="0" noProof="0">
                <a:ln>
                  <a:noFill/>
                </a:ln>
                <a:solidFill>
                  <a:srgbClr val="C6C7C7"/>
                </a:solidFill>
                <a:effectLst/>
                <a:uLnTx/>
                <a:uFillTx/>
                <a:latin typeface="GSK Precision Light"/>
                <a:ea typeface="+mn-ea"/>
                <a:cs typeface="Arial"/>
              </a:rPr>
              <a:t>Introduce Impact</a:t>
            </a:r>
          </a:p>
        </p:txBody>
      </p:sp>
      <p:sp>
        <p:nvSpPr>
          <p:cNvPr id="13" name="TextBox 12">
            <a:extLst>
              <a:ext uri="{FF2B5EF4-FFF2-40B4-BE49-F238E27FC236}">
                <a16:creationId xmlns:a16="http://schemas.microsoft.com/office/drawing/2014/main" id="{FB07F3F8-9D40-6559-A089-407F1B05C91C}"/>
              </a:ext>
            </a:extLst>
          </p:cNvPr>
          <p:cNvSpPr txBox="1"/>
          <p:nvPr/>
        </p:nvSpPr>
        <p:spPr>
          <a:xfrm>
            <a:off x="6945626" y="1640983"/>
            <a:ext cx="2157827" cy="32316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100" b="0" i="0" u="none" strike="noStrike" kern="1200" cap="none" spc="0" normalizeH="0" baseline="0" noProof="0">
                <a:ln>
                  <a:noFill/>
                </a:ln>
                <a:solidFill>
                  <a:srgbClr val="E21860"/>
                </a:solidFill>
                <a:effectLst/>
                <a:uLnTx/>
                <a:uFillTx/>
                <a:latin typeface="GSK Precision Light"/>
                <a:ea typeface="+mn-ea"/>
                <a:cs typeface="Arial"/>
              </a:rPr>
              <a:t>Reveal Value</a:t>
            </a:r>
          </a:p>
        </p:txBody>
      </p:sp>
      <p:sp>
        <p:nvSpPr>
          <p:cNvPr id="14" name="TextBox 13">
            <a:extLst>
              <a:ext uri="{FF2B5EF4-FFF2-40B4-BE49-F238E27FC236}">
                <a16:creationId xmlns:a16="http://schemas.microsoft.com/office/drawing/2014/main" id="{1975990B-24CC-0334-B56B-3D4707E4F73A}"/>
              </a:ext>
            </a:extLst>
          </p:cNvPr>
          <p:cNvSpPr txBox="1"/>
          <p:nvPr/>
        </p:nvSpPr>
        <p:spPr>
          <a:xfrm>
            <a:off x="1255187" y="5104691"/>
            <a:ext cx="2157827" cy="52567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3600" b="0" i="0" u="none" strike="noStrike" kern="1200" cap="none" spc="0" normalizeH="0" baseline="0" noProof="0">
                <a:ln>
                  <a:noFill/>
                </a:ln>
                <a:solidFill>
                  <a:srgbClr val="C6C7C7"/>
                </a:solidFill>
                <a:effectLst/>
                <a:uLnTx/>
                <a:uFillTx/>
                <a:latin typeface="GSK Precision Light"/>
                <a:ea typeface="+mn-ea"/>
                <a:cs typeface="Arial"/>
              </a:rPr>
              <a:t>A</a:t>
            </a:r>
          </a:p>
        </p:txBody>
      </p:sp>
      <p:sp>
        <p:nvSpPr>
          <p:cNvPr id="15" name="TextBox 14">
            <a:extLst>
              <a:ext uri="{FF2B5EF4-FFF2-40B4-BE49-F238E27FC236}">
                <a16:creationId xmlns:a16="http://schemas.microsoft.com/office/drawing/2014/main" id="{70B2A672-E635-3103-A390-C127FBB8244B}"/>
              </a:ext>
            </a:extLst>
          </p:cNvPr>
          <p:cNvSpPr txBox="1"/>
          <p:nvPr/>
        </p:nvSpPr>
        <p:spPr>
          <a:xfrm>
            <a:off x="1787396" y="5616101"/>
            <a:ext cx="1097280" cy="131419"/>
          </a:xfrm>
          <a:prstGeom prst="rect">
            <a:avLst/>
          </a:prstGeom>
          <a:noFill/>
        </p:spPr>
        <p:txBody>
          <a:bodyPr wrap="square" lIns="0" tIns="0" rIns="0" bIns="0" rtlCol="0">
            <a:spAutoFit/>
          </a:bodyPr>
          <a:lstStyle/>
          <a:p>
            <a:pPr marL="0" marR="0" lvl="0" indent="0" algn="ct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C6C7C7"/>
                </a:solidFill>
                <a:effectLst/>
                <a:uLnTx/>
                <a:uFillTx/>
                <a:latin typeface="GSK Precision Light"/>
                <a:ea typeface="+mn-ea"/>
                <a:cs typeface="Arial"/>
              </a:rPr>
              <a:t>Current State</a:t>
            </a:r>
          </a:p>
        </p:txBody>
      </p:sp>
      <p:sp>
        <p:nvSpPr>
          <p:cNvPr id="16" name="TextBox 15">
            <a:extLst>
              <a:ext uri="{FF2B5EF4-FFF2-40B4-BE49-F238E27FC236}">
                <a16:creationId xmlns:a16="http://schemas.microsoft.com/office/drawing/2014/main" id="{BB723797-9AFF-49E4-B85F-1DD0FAC375BB}"/>
              </a:ext>
            </a:extLst>
          </p:cNvPr>
          <p:cNvSpPr txBox="1"/>
          <p:nvPr/>
        </p:nvSpPr>
        <p:spPr>
          <a:xfrm>
            <a:off x="6937590" y="5104691"/>
            <a:ext cx="2157827" cy="52567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3600" b="0" i="0" u="none" strike="noStrike" kern="1200" cap="none" spc="0" normalizeH="0" baseline="0" noProof="0">
                <a:ln>
                  <a:noFill/>
                </a:ln>
                <a:solidFill>
                  <a:srgbClr val="C6C7C7"/>
                </a:solidFill>
                <a:effectLst/>
                <a:uLnTx/>
                <a:uFillTx/>
                <a:latin typeface="GSK Precision Light"/>
                <a:ea typeface="+mn-ea"/>
                <a:cs typeface="Arial"/>
              </a:rPr>
              <a:t>B</a:t>
            </a:r>
          </a:p>
        </p:txBody>
      </p:sp>
      <p:sp>
        <p:nvSpPr>
          <p:cNvPr id="17" name="TextBox 16">
            <a:extLst>
              <a:ext uri="{FF2B5EF4-FFF2-40B4-BE49-F238E27FC236}">
                <a16:creationId xmlns:a16="http://schemas.microsoft.com/office/drawing/2014/main" id="{0050525D-2173-5F03-7AA1-68B59620877E}"/>
              </a:ext>
            </a:extLst>
          </p:cNvPr>
          <p:cNvSpPr txBox="1"/>
          <p:nvPr/>
        </p:nvSpPr>
        <p:spPr>
          <a:xfrm>
            <a:off x="7452526" y="5616101"/>
            <a:ext cx="1127955" cy="131419"/>
          </a:xfrm>
          <a:prstGeom prst="rect">
            <a:avLst/>
          </a:prstGeom>
          <a:noFill/>
        </p:spPr>
        <p:txBody>
          <a:bodyPr wrap="square" lIns="0" tIns="0" rIns="0" bIns="0" rtlCol="0">
            <a:spAutoFit/>
          </a:bodyPr>
          <a:lstStyle/>
          <a:p>
            <a:pPr marL="0" marR="0" lvl="0" indent="0" algn="ct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C6C7C7"/>
                </a:solidFill>
                <a:effectLst/>
                <a:uLnTx/>
                <a:uFillTx/>
                <a:latin typeface="GSK Precision Light"/>
                <a:ea typeface="+mn-ea"/>
                <a:cs typeface="Arial"/>
              </a:rPr>
              <a:t>New Approach</a:t>
            </a:r>
          </a:p>
        </p:txBody>
      </p:sp>
      <p:sp>
        <p:nvSpPr>
          <p:cNvPr id="18" name="TextBox 17">
            <a:extLst>
              <a:ext uri="{FF2B5EF4-FFF2-40B4-BE49-F238E27FC236}">
                <a16:creationId xmlns:a16="http://schemas.microsoft.com/office/drawing/2014/main" id="{663A1124-BBE2-7DCC-2917-41F286D59569}"/>
              </a:ext>
            </a:extLst>
          </p:cNvPr>
          <p:cNvSpPr txBox="1"/>
          <p:nvPr/>
        </p:nvSpPr>
        <p:spPr>
          <a:xfrm>
            <a:off x="3917764" y="5345730"/>
            <a:ext cx="2157827" cy="26283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C6C7C7"/>
                </a:solidFill>
                <a:effectLst/>
                <a:uLnTx/>
                <a:uFillTx/>
                <a:latin typeface="GSK Precision Light"/>
                <a:ea typeface="+mn-ea"/>
                <a:cs typeface="Arial"/>
              </a:rPr>
              <a:t>GAP</a:t>
            </a:r>
          </a:p>
        </p:txBody>
      </p:sp>
    </p:spTree>
    <p:custDataLst>
      <p:tags r:id="rId1"/>
    </p:custDataLst>
    <p:extLst>
      <p:ext uri="{BB962C8B-B14F-4D97-AF65-F5344CB8AC3E}">
        <p14:creationId xmlns:p14="http://schemas.microsoft.com/office/powerpoint/2010/main" val="26967115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03868-ABD4-41A8-AC98-C96890691861}"/>
              </a:ext>
            </a:extLst>
          </p:cNvPr>
          <p:cNvSpPr>
            <a:spLocks noGrp="1"/>
          </p:cNvSpPr>
          <p:nvPr>
            <p:ph type="title"/>
          </p:nvPr>
        </p:nvSpPr>
        <p:spPr/>
        <p:txBody>
          <a:bodyPr/>
          <a:lstStyle/>
          <a:p>
            <a:r>
              <a:rPr lang="en-US"/>
              <a:t>Offering a New Way Forward</a:t>
            </a:r>
          </a:p>
        </p:txBody>
      </p:sp>
      <p:sp>
        <p:nvSpPr>
          <p:cNvPr id="9" name="Rectangle 8">
            <a:extLst>
              <a:ext uri="{FF2B5EF4-FFF2-40B4-BE49-F238E27FC236}">
                <a16:creationId xmlns:a16="http://schemas.microsoft.com/office/drawing/2014/main" id="{33A81056-1BE5-4414-B17F-751B6A093F99}"/>
              </a:ext>
            </a:extLst>
          </p:cNvPr>
          <p:cNvSpPr/>
          <p:nvPr/>
        </p:nvSpPr>
        <p:spPr>
          <a:xfrm>
            <a:off x="1902311" y="3228605"/>
            <a:ext cx="4234556" cy="132343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52835"/>
                </a:solidFill>
                <a:effectLst/>
                <a:uLnTx/>
                <a:uFillTx/>
                <a:latin typeface="Graphik Regular" panose="020B0503030202060203" pitchFamily="34" charset="0"/>
                <a:ea typeface="+mn-ea"/>
                <a:cs typeface="+mn-cs"/>
              </a:rPr>
              <a:t>What should your customer do differently/how should they change their behavior?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52835"/>
              </a:solidFill>
              <a:effectLst/>
              <a:uLnTx/>
              <a:uFillTx/>
              <a:latin typeface="Graphik Regular" panose="020B0503030202060203" pitchFamily="34" charset="0"/>
              <a:ea typeface="+mn-ea"/>
              <a:cs typeface="+mn-cs"/>
            </a:endParaRPr>
          </a:p>
        </p:txBody>
      </p:sp>
      <p:grpSp>
        <p:nvGrpSpPr>
          <p:cNvPr id="21" name="Group 20">
            <a:extLst>
              <a:ext uri="{FF2B5EF4-FFF2-40B4-BE49-F238E27FC236}">
                <a16:creationId xmlns:a16="http://schemas.microsoft.com/office/drawing/2014/main" id="{7A5DFEBA-3F77-96B8-FBE6-9828E1CE4E74}"/>
              </a:ext>
            </a:extLst>
          </p:cNvPr>
          <p:cNvGrpSpPr/>
          <p:nvPr/>
        </p:nvGrpSpPr>
        <p:grpSpPr>
          <a:xfrm>
            <a:off x="6670265" y="3228605"/>
            <a:ext cx="4962741" cy="1323439"/>
            <a:chOff x="6362699" y="3989700"/>
            <a:chExt cx="4962741" cy="1323439"/>
          </a:xfrm>
        </p:grpSpPr>
        <p:sp>
          <p:nvSpPr>
            <p:cNvPr id="169" name="Rectangle 168">
              <a:extLst>
                <a:ext uri="{FF2B5EF4-FFF2-40B4-BE49-F238E27FC236}">
                  <a16:creationId xmlns:a16="http://schemas.microsoft.com/office/drawing/2014/main" id="{C06FC56E-E6D5-8B6B-BF5E-533EEDA11399}"/>
                </a:ext>
              </a:extLst>
            </p:cNvPr>
            <p:cNvSpPr/>
            <p:nvPr/>
          </p:nvSpPr>
          <p:spPr>
            <a:xfrm>
              <a:off x="7090884" y="3989700"/>
              <a:ext cx="4234556" cy="132343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52835"/>
                  </a:solidFill>
                  <a:effectLst/>
                  <a:uLnTx/>
                  <a:uFillTx/>
                  <a:latin typeface="Graphik Regular" panose="020B0503030202060203" pitchFamily="34" charset="0"/>
                  <a:ea typeface="+mn-ea"/>
                  <a:cs typeface="+mn-cs"/>
                </a:rPr>
                <a:t>How would your customer describe the new approach in their language?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52835"/>
                </a:solidFill>
                <a:effectLst/>
                <a:uLnTx/>
                <a:uFillTx/>
                <a:latin typeface="Graphik Regular" panose="020B0503030202060203" pitchFamily="34" charset="0"/>
                <a:ea typeface="+mn-ea"/>
                <a:cs typeface="+mn-cs"/>
              </a:endParaRPr>
            </a:p>
          </p:txBody>
        </p:sp>
        <p:pic>
          <p:nvPicPr>
            <p:cNvPr id="16" name="Graphic 15">
              <a:extLst>
                <a:ext uri="{FF2B5EF4-FFF2-40B4-BE49-F238E27FC236}">
                  <a16:creationId xmlns:a16="http://schemas.microsoft.com/office/drawing/2014/main" id="{67C401AA-D034-9057-677A-18185CA45D6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62699" y="3990176"/>
              <a:ext cx="640080" cy="640080"/>
            </a:xfrm>
            <a:prstGeom prst="rect">
              <a:avLst/>
            </a:prstGeom>
          </p:spPr>
        </p:pic>
      </p:grpSp>
      <p:pic>
        <p:nvPicPr>
          <p:cNvPr id="22" name="Graphic 21">
            <a:extLst>
              <a:ext uri="{FF2B5EF4-FFF2-40B4-BE49-F238E27FC236}">
                <a16:creationId xmlns:a16="http://schemas.microsoft.com/office/drawing/2014/main" id="{22CD35EE-7353-11A2-86C4-A53A2A1AB51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01989" y="3228605"/>
            <a:ext cx="712217" cy="712217"/>
          </a:xfrm>
          <a:prstGeom prst="rect">
            <a:avLst/>
          </a:prstGeom>
        </p:spPr>
      </p:pic>
      <p:pic>
        <p:nvPicPr>
          <p:cNvPr id="3" name="Picture 2">
            <a:extLst>
              <a:ext uri="{FF2B5EF4-FFF2-40B4-BE49-F238E27FC236}">
                <a16:creationId xmlns:a16="http://schemas.microsoft.com/office/drawing/2014/main" id="{3F0925BF-6A10-3514-0620-200E17530DD9}"/>
              </a:ext>
            </a:extLst>
          </p:cNvPr>
          <p:cNvPicPr>
            <a:picLocks noChangeAspect="1"/>
          </p:cNvPicPr>
          <p:nvPr/>
        </p:nvPicPr>
        <p:blipFill rotWithShape="1">
          <a:blip r:embed="rId8">
            <a:alphaModFix amt="35000"/>
          </a:blip>
          <a:srcRect r="26287"/>
          <a:stretch/>
        </p:blipFill>
        <p:spPr>
          <a:xfrm>
            <a:off x="908316" y="865746"/>
            <a:ext cx="7667899" cy="2170112"/>
          </a:xfrm>
          <a:prstGeom prst="rect">
            <a:avLst/>
          </a:prstGeom>
        </p:spPr>
      </p:pic>
      <p:pic>
        <p:nvPicPr>
          <p:cNvPr id="4" name="Picture 3">
            <a:extLst>
              <a:ext uri="{FF2B5EF4-FFF2-40B4-BE49-F238E27FC236}">
                <a16:creationId xmlns:a16="http://schemas.microsoft.com/office/drawing/2014/main" id="{C67C7DD3-0618-8926-4700-AAE02F639666}"/>
              </a:ext>
            </a:extLst>
          </p:cNvPr>
          <p:cNvPicPr>
            <a:picLocks noChangeAspect="1"/>
          </p:cNvPicPr>
          <p:nvPr/>
        </p:nvPicPr>
        <p:blipFill rotWithShape="1">
          <a:blip r:embed="rId8"/>
          <a:srcRect l="73713"/>
          <a:stretch/>
        </p:blipFill>
        <p:spPr>
          <a:xfrm>
            <a:off x="8576215" y="865746"/>
            <a:ext cx="2734524" cy="2170112"/>
          </a:xfrm>
          <a:prstGeom prst="rect">
            <a:avLst/>
          </a:prstGeom>
        </p:spPr>
      </p:pic>
      <p:sp>
        <p:nvSpPr>
          <p:cNvPr id="8" name="TextBox 7">
            <a:extLst>
              <a:ext uri="{FF2B5EF4-FFF2-40B4-BE49-F238E27FC236}">
                <a16:creationId xmlns:a16="http://schemas.microsoft.com/office/drawing/2014/main" id="{E6134B12-47CF-52D9-11D6-6165ED784261}"/>
              </a:ext>
            </a:extLst>
          </p:cNvPr>
          <p:cNvSpPr txBox="1"/>
          <p:nvPr/>
        </p:nvSpPr>
        <p:spPr>
          <a:xfrm>
            <a:off x="1101989" y="939903"/>
            <a:ext cx="2274073" cy="923330"/>
          </a:xfrm>
          <a:prstGeom prst="rect">
            <a:avLst/>
          </a:prstGeom>
          <a:noFill/>
        </p:spPr>
        <p:txBody>
          <a:bodyPr wrap="square" lIns="0" tIns="0" rIns="0" bIns="0" rtlCol="0">
            <a:spAutoFit/>
          </a:bodyPr>
          <a:lstStyle/>
          <a:p>
            <a:pPr algn="ctr">
              <a:spcAft>
                <a:spcPts val="600"/>
              </a:spcAft>
            </a:pPr>
            <a:r>
              <a:rPr lang="en-US" sz="6000" dirty="0">
                <a:solidFill>
                  <a:schemeClr val="tx2"/>
                </a:solidFill>
                <a:latin typeface="+mj-lt"/>
              </a:rPr>
              <a:t>A</a:t>
            </a:r>
          </a:p>
        </p:txBody>
      </p:sp>
      <p:sp>
        <p:nvSpPr>
          <p:cNvPr id="10" name="TextBox 9">
            <a:extLst>
              <a:ext uri="{FF2B5EF4-FFF2-40B4-BE49-F238E27FC236}">
                <a16:creationId xmlns:a16="http://schemas.microsoft.com/office/drawing/2014/main" id="{B0D6E667-F923-A4F0-7E1D-309E62DBB095}"/>
              </a:ext>
            </a:extLst>
          </p:cNvPr>
          <p:cNvSpPr txBox="1"/>
          <p:nvPr/>
        </p:nvSpPr>
        <p:spPr>
          <a:xfrm>
            <a:off x="1101989" y="1765201"/>
            <a:ext cx="2274073" cy="276999"/>
          </a:xfrm>
          <a:prstGeom prst="rect">
            <a:avLst/>
          </a:prstGeom>
          <a:noFill/>
        </p:spPr>
        <p:txBody>
          <a:bodyPr wrap="square" lIns="0" tIns="0" rIns="0" bIns="0" rtlCol="0">
            <a:spAutoFit/>
          </a:bodyPr>
          <a:lstStyle/>
          <a:p>
            <a:pPr algn="ctr">
              <a:spcAft>
                <a:spcPts val="600"/>
              </a:spcAft>
            </a:pPr>
            <a:r>
              <a:rPr lang="en-US" dirty="0">
                <a:solidFill>
                  <a:schemeClr val="tx2"/>
                </a:solidFill>
                <a:latin typeface="+mj-lt"/>
              </a:rPr>
              <a:t>Current State</a:t>
            </a:r>
          </a:p>
        </p:txBody>
      </p:sp>
      <p:sp>
        <p:nvSpPr>
          <p:cNvPr id="11" name="TextBox 10">
            <a:extLst>
              <a:ext uri="{FF2B5EF4-FFF2-40B4-BE49-F238E27FC236}">
                <a16:creationId xmlns:a16="http://schemas.microsoft.com/office/drawing/2014/main" id="{4D31E7EB-BC0D-1856-0FA1-6AC1FCC96BBC}"/>
              </a:ext>
            </a:extLst>
          </p:cNvPr>
          <p:cNvSpPr txBox="1"/>
          <p:nvPr/>
        </p:nvSpPr>
        <p:spPr>
          <a:xfrm>
            <a:off x="907182" y="2216930"/>
            <a:ext cx="2663686" cy="369332"/>
          </a:xfrm>
          <a:prstGeom prst="rect">
            <a:avLst/>
          </a:prstGeom>
          <a:noFill/>
        </p:spPr>
        <p:txBody>
          <a:bodyPr wrap="square" lIns="0" tIns="0" rIns="0" bIns="0" rtlCol="0">
            <a:spAutoFit/>
          </a:bodyPr>
          <a:lstStyle/>
          <a:p>
            <a:pPr algn="ctr">
              <a:lnSpc>
                <a:spcPct val="75000"/>
              </a:lnSpc>
            </a:pPr>
            <a:r>
              <a:rPr lang="en-US" sz="1600" dirty="0"/>
              <a:t>Captures the customer’s current thinking</a:t>
            </a:r>
          </a:p>
        </p:txBody>
      </p:sp>
      <p:sp>
        <p:nvSpPr>
          <p:cNvPr id="12" name="TextBox 11">
            <a:extLst>
              <a:ext uri="{FF2B5EF4-FFF2-40B4-BE49-F238E27FC236}">
                <a16:creationId xmlns:a16="http://schemas.microsoft.com/office/drawing/2014/main" id="{C16869D0-DB8E-05AD-C91C-0C6DDABF88B3}"/>
              </a:ext>
            </a:extLst>
          </p:cNvPr>
          <p:cNvSpPr txBox="1"/>
          <p:nvPr/>
        </p:nvSpPr>
        <p:spPr>
          <a:xfrm>
            <a:off x="5158505" y="2216930"/>
            <a:ext cx="1902042" cy="369332"/>
          </a:xfrm>
          <a:prstGeom prst="rect">
            <a:avLst/>
          </a:prstGeom>
          <a:noFill/>
        </p:spPr>
        <p:txBody>
          <a:bodyPr wrap="square" lIns="0" tIns="0" rIns="0" bIns="0" rtlCol="0">
            <a:spAutoFit/>
          </a:bodyPr>
          <a:lstStyle/>
          <a:p>
            <a:pPr algn="ctr">
              <a:lnSpc>
                <a:spcPct val="75000"/>
              </a:lnSpc>
            </a:pPr>
            <a:r>
              <a:rPr lang="en-US" sz="1600"/>
              <a:t>What the customer is missing</a:t>
            </a:r>
          </a:p>
        </p:txBody>
      </p:sp>
      <p:sp>
        <p:nvSpPr>
          <p:cNvPr id="13" name="TextBox 12">
            <a:extLst>
              <a:ext uri="{FF2B5EF4-FFF2-40B4-BE49-F238E27FC236}">
                <a16:creationId xmlns:a16="http://schemas.microsoft.com/office/drawing/2014/main" id="{F597B9BF-6701-1910-7158-B7B5FF8158E2}"/>
              </a:ext>
            </a:extLst>
          </p:cNvPr>
          <p:cNvSpPr txBox="1"/>
          <p:nvPr/>
        </p:nvSpPr>
        <p:spPr>
          <a:xfrm>
            <a:off x="4972490" y="1400071"/>
            <a:ext cx="2274073" cy="276999"/>
          </a:xfrm>
          <a:prstGeom prst="rect">
            <a:avLst/>
          </a:prstGeom>
          <a:noFill/>
        </p:spPr>
        <p:txBody>
          <a:bodyPr wrap="square" lIns="0" tIns="0" rIns="0" bIns="0" rtlCol="0">
            <a:spAutoFit/>
          </a:bodyPr>
          <a:lstStyle/>
          <a:p>
            <a:pPr algn="ctr">
              <a:spcAft>
                <a:spcPts val="600"/>
              </a:spcAft>
            </a:pPr>
            <a:r>
              <a:rPr lang="en-US">
                <a:solidFill>
                  <a:schemeClr val="bg1"/>
                </a:solidFill>
                <a:latin typeface="+mj-lt"/>
              </a:rPr>
              <a:t>GAP</a:t>
            </a:r>
          </a:p>
        </p:txBody>
      </p:sp>
      <p:sp>
        <p:nvSpPr>
          <p:cNvPr id="14" name="TextBox 13">
            <a:extLst>
              <a:ext uri="{FF2B5EF4-FFF2-40B4-BE49-F238E27FC236}">
                <a16:creationId xmlns:a16="http://schemas.microsoft.com/office/drawing/2014/main" id="{C7D7AC1D-237A-714F-C1EA-8E9755CF57D4}"/>
              </a:ext>
            </a:extLst>
          </p:cNvPr>
          <p:cNvSpPr txBox="1"/>
          <p:nvPr/>
        </p:nvSpPr>
        <p:spPr>
          <a:xfrm>
            <a:off x="8771020" y="2216930"/>
            <a:ext cx="2415754" cy="553998"/>
          </a:xfrm>
          <a:prstGeom prst="rect">
            <a:avLst/>
          </a:prstGeom>
          <a:noFill/>
        </p:spPr>
        <p:txBody>
          <a:bodyPr wrap="square" lIns="0" tIns="0" rIns="0" bIns="0" rtlCol="0">
            <a:spAutoFit/>
          </a:bodyPr>
          <a:lstStyle/>
          <a:p>
            <a:pPr algn="ctr">
              <a:lnSpc>
                <a:spcPct val="75000"/>
              </a:lnSpc>
            </a:pPr>
            <a:r>
              <a:rPr lang="en-US" sz="1600"/>
              <a:t>Offers a new way to address the problem (leading to your solution)</a:t>
            </a:r>
          </a:p>
        </p:txBody>
      </p:sp>
      <p:sp>
        <p:nvSpPr>
          <p:cNvPr id="15" name="TextBox 14">
            <a:extLst>
              <a:ext uri="{FF2B5EF4-FFF2-40B4-BE49-F238E27FC236}">
                <a16:creationId xmlns:a16="http://schemas.microsoft.com/office/drawing/2014/main" id="{D89B6C4F-554F-C0BB-E964-B4144D3E0AB9}"/>
              </a:ext>
            </a:extLst>
          </p:cNvPr>
          <p:cNvSpPr txBox="1"/>
          <p:nvPr/>
        </p:nvSpPr>
        <p:spPr>
          <a:xfrm>
            <a:off x="8841861" y="1765201"/>
            <a:ext cx="2274073" cy="276999"/>
          </a:xfrm>
          <a:prstGeom prst="rect">
            <a:avLst/>
          </a:prstGeom>
          <a:noFill/>
        </p:spPr>
        <p:txBody>
          <a:bodyPr wrap="square" lIns="0" tIns="0" rIns="0" bIns="0" rtlCol="0">
            <a:spAutoFit/>
          </a:bodyPr>
          <a:lstStyle/>
          <a:p>
            <a:pPr algn="ctr">
              <a:spcAft>
                <a:spcPts val="600"/>
              </a:spcAft>
            </a:pPr>
            <a:r>
              <a:rPr lang="en-US">
                <a:solidFill>
                  <a:schemeClr val="accent2"/>
                </a:solidFill>
                <a:latin typeface="+mj-lt"/>
              </a:rPr>
              <a:t>New Approach</a:t>
            </a:r>
          </a:p>
        </p:txBody>
      </p:sp>
      <p:sp>
        <p:nvSpPr>
          <p:cNvPr id="17" name="TextBox 16">
            <a:extLst>
              <a:ext uri="{FF2B5EF4-FFF2-40B4-BE49-F238E27FC236}">
                <a16:creationId xmlns:a16="http://schemas.microsoft.com/office/drawing/2014/main" id="{8AFEC2DB-F099-C7AB-78CC-5B2BCB12D687}"/>
              </a:ext>
            </a:extLst>
          </p:cNvPr>
          <p:cNvSpPr txBox="1"/>
          <p:nvPr/>
        </p:nvSpPr>
        <p:spPr>
          <a:xfrm>
            <a:off x="8841861" y="939903"/>
            <a:ext cx="2274073" cy="923330"/>
          </a:xfrm>
          <a:prstGeom prst="rect">
            <a:avLst/>
          </a:prstGeom>
          <a:noFill/>
        </p:spPr>
        <p:txBody>
          <a:bodyPr wrap="square" lIns="0" tIns="0" rIns="0" bIns="0" rtlCol="0">
            <a:spAutoFit/>
          </a:bodyPr>
          <a:lstStyle/>
          <a:p>
            <a:pPr algn="ctr">
              <a:spcAft>
                <a:spcPts val="600"/>
              </a:spcAft>
            </a:pPr>
            <a:r>
              <a:rPr lang="en-US" sz="6000">
                <a:solidFill>
                  <a:schemeClr val="accent2"/>
                </a:solidFill>
                <a:latin typeface="+mj-lt"/>
              </a:rPr>
              <a:t>B</a:t>
            </a:r>
          </a:p>
        </p:txBody>
      </p:sp>
      <p:sp>
        <p:nvSpPr>
          <p:cNvPr id="20" name="Content Placeholder 1">
            <a:extLst>
              <a:ext uri="{FF2B5EF4-FFF2-40B4-BE49-F238E27FC236}">
                <a16:creationId xmlns:a16="http://schemas.microsoft.com/office/drawing/2014/main" id="{CC70C3CA-DADE-0487-F7FA-67552CFAA991}"/>
              </a:ext>
            </a:extLst>
          </p:cNvPr>
          <p:cNvSpPr>
            <a:spLocks noGrp="1"/>
          </p:cNvSpPr>
          <p:nvPr>
            <p:ph sz="quarter" idx="10"/>
          </p:nvPr>
        </p:nvSpPr>
        <p:spPr>
          <a:xfrm>
            <a:off x="3527580" y="4479372"/>
            <a:ext cx="6451317" cy="1692771"/>
          </a:xfrm>
        </p:spPr>
        <p:txBody>
          <a:bodyPr/>
          <a:lstStyle/>
          <a:p>
            <a:pPr marL="0" lvl="2" indent="0" defTabSz="822960">
              <a:lnSpc>
                <a:spcPct val="110000"/>
              </a:lnSpc>
              <a:spcBef>
                <a:spcPts val="450"/>
              </a:spcBef>
              <a:spcAft>
                <a:spcPts val="480"/>
              </a:spcAft>
              <a:buClr>
                <a:schemeClr val="accent2"/>
              </a:buClr>
              <a:buSzPct val="100000"/>
              <a:buNone/>
            </a:pPr>
            <a:r>
              <a:rPr lang="en-US" sz="2400" dirty="0">
                <a:latin typeface="Lyon Text Bold" panose="02000505080000020004" pitchFamily="50" charset="0"/>
              </a:rPr>
              <a:t>Revealing Value might sound like: </a:t>
            </a:r>
          </a:p>
          <a:p>
            <a:pPr marL="177800" lvl="2" indent="-177800" defTabSz="822960">
              <a:buClr>
                <a:schemeClr val="accent2"/>
              </a:buClr>
              <a:buSzPct val="100000"/>
              <a:buFont typeface="Arial" panose="020B0604020202020204" pitchFamily="34" charset="0"/>
              <a:buChar char="•"/>
            </a:pPr>
            <a:r>
              <a:rPr lang="en-US" sz="1800" dirty="0"/>
              <a:t>The good news is, this is an easy fix…</a:t>
            </a:r>
          </a:p>
          <a:p>
            <a:pPr marL="177800" lvl="2" indent="-177800" defTabSz="822960">
              <a:buClr>
                <a:schemeClr val="accent2"/>
              </a:buClr>
              <a:buSzPct val="100000"/>
              <a:buFont typeface="Arial" panose="020B0604020202020204" pitchFamily="34" charset="0"/>
              <a:buChar char="•"/>
            </a:pPr>
            <a:r>
              <a:rPr lang="en-US" sz="1800" dirty="0"/>
              <a:t>Imagine if there was a way to…</a:t>
            </a:r>
          </a:p>
          <a:p>
            <a:pPr marL="177800" lvl="2" indent="-177800" defTabSz="822960">
              <a:buClr>
                <a:schemeClr val="accent2"/>
              </a:buClr>
              <a:buSzPct val="100000"/>
              <a:buFont typeface="Arial" panose="020B0604020202020204" pitchFamily="34" charset="0"/>
              <a:buChar char="•"/>
            </a:pPr>
            <a:r>
              <a:rPr lang="en-US" sz="1800" dirty="0"/>
              <a:t>Wouldn't it be great if you could…</a:t>
            </a:r>
          </a:p>
          <a:p>
            <a:pPr marL="177800" lvl="2" indent="-177800" defTabSz="822960">
              <a:buClr>
                <a:schemeClr val="accent2"/>
              </a:buClr>
              <a:buSzPct val="100000"/>
              <a:buFont typeface="Arial" panose="020B0604020202020204" pitchFamily="34" charset="0"/>
              <a:buChar char="•"/>
            </a:pPr>
            <a:r>
              <a:rPr lang="en-US" sz="1800" dirty="0"/>
              <a:t>Now imagine a scenario where instead of X you…</a:t>
            </a:r>
          </a:p>
          <a:p>
            <a:pPr marL="285750" lvl="2" indent="-285750" defTabSz="822960">
              <a:lnSpc>
                <a:spcPct val="110000"/>
              </a:lnSpc>
              <a:spcBef>
                <a:spcPts val="450"/>
              </a:spcBef>
              <a:spcAft>
                <a:spcPts val="480"/>
              </a:spcAft>
              <a:buClr>
                <a:schemeClr val="accent2"/>
              </a:buClr>
              <a:buSzPct val="100000"/>
              <a:buFont typeface="Arial" panose="020B0604020202020204" pitchFamily="34" charset="0"/>
              <a:buChar char="•"/>
            </a:pPr>
            <a:endParaRPr lang="en-US" sz="1800" dirty="0">
              <a:solidFill>
                <a:schemeClr val="tx2"/>
              </a:solidFill>
            </a:endParaRPr>
          </a:p>
        </p:txBody>
      </p:sp>
    </p:spTree>
    <p:custDataLst>
      <p:tags r:id="rId1"/>
    </p:custDataLst>
    <p:extLst>
      <p:ext uri="{BB962C8B-B14F-4D97-AF65-F5344CB8AC3E}">
        <p14:creationId xmlns:p14="http://schemas.microsoft.com/office/powerpoint/2010/main" val="1904844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43A64CE-9F13-D971-2FFE-92F7F37B209D}"/>
              </a:ext>
            </a:extLst>
          </p:cNvPr>
          <p:cNvSpPr>
            <a:spLocks noGrp="1"/>
          </p:cNvSpPr>
          <p:nvPr>
            <p:ph type="body" sz="quarter" idx="18"/>
          </p:nvPr>
        </p:nvSpPr>
        <p:spPr>
          <a:xfrm>
            <a:off x="365126" y="5892840"/>
            <a:ext cx="6205796" cy="190653"/>
          </a:xfrm>
        </p:spPr>
        <p:txBody>
          <a:bodyPr/>
          <a:lstStyle/>
          <a:p>
            <a:r>
              <a:rPr lang="en-US" sz="1050"/>
              <a:t>Appropriately choose the data relevant to approved prescribing information in your LOC</a:t>
            </a:r>
          </a:p>
        </p:txBody>
      </p:sp>
      <p:sp>
        <p:nvSpPr>
          <p:cNvPr id="4" name="Slide Number Placeholder 3">
            <a:extLst>
              <a:ext uri="{FF2B5EF4-FFF2-40B4-BE49-F238E27FC236}">
                <a16:creationId xmlns:a16="http://schemas.microsoft.com/office/drawing/2014/main" id="{17F73179-4146-0E72-DA99-948149D0060C}"/>
              </a:ext>
            </a:extLst>
          </p:cNvPr>
          <p:cNvSpPr>
            <a:spLocks noGrp="1"/>
          </p:cNvSpPr>
          <p:nvPr>
            <p:ph type="sldNum" sz="quarter" idx="2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GSK Precision Light"/>
                <a:ea typeface="+mn-ea"/>
                <a:cs typeface="Arial"/>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GB" sz="10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6" name="Title 5">
            <a:extLst>
              <a:ext uri="{FF2B5EF4-FFF2-40B4-BE49-F238E27FC236}">
                <a16:creationId xmlns:a16="http://schemas.microsoft.com/office/drawing/2014/main" id="{20B99B21-081D-E551-E81C-3AA4BDD093A4}"/>
              </a:ext>
            </a:extLst>
          </p:cNvPr>
          <p:cNvSpPr>
            <a:spLocks noGrp="1"/>
          </p:cNvSpPr>
          <p:nvPr>
            <p:ph type="title"/>
          </p:nvPr>
        </p:nvSpPr>
        <p:spPr/>
        <p:txBody>
          <a:bodyPr/>
          <a:lstStyle/>
          <a:p>
            <a:r>
              <a:rPr lang="en-SG" dirty="0"/>
              <a:t>Reveal Value of Trelegy thru CES </a:t>
            </a:r>
            <a:endParaRPr lang="en-US" dirty="0"/>
          </a:p>
        </p:txBody>
      </p:sp>
      <p:pic>
        <p:nvPicPr>
          <p:cNvPr id="19" name="Picture 18">
            <a:extLst>
              <a:ext uri="{FF2B5EF4-FFF2-40B4-BE49-F238E27FC236}">
                <a16:creationId xmlns:a16="http://schemas.microsoft.com/office/drawing/2014/main" id="{845DCC56-06E0-FFF1-D4B6-9331720D9AFE}"/>
              </a:ext>
            </a:extLst>
          </p:cNvPr>
          <p:cNvPicPr>
            <a:picLocks noChangeAspect="1"/>
          </p:cNvPicPr>
          <p:nvPr/>
        </p:nvPicPr>
        <p:blipFill>
          <a:blip r:embed="rId3"/>
          <a:stretch>
            <a:fillRect/>
          </a:stretch>
        </p:blipFill>
        <p:spPr>
          <a:xfrm>
            <a:off x="365126" y="1026590"/>
            <a:ext cx="4425028" cy="2838905"/>
          </a:xfrm>
          <a:prstGeom prst="rect">
            <a:avLst/>
          </a:prstGeom>
        </p:spPr>
      </p:pic>
      <p:pic>
        <p:nvPicPr>
          <p:cNvPr id="2052" name="Picture 4">
            <a:extLst>
              <a:ext uri="{FF2B5EF4-FFF2-40B4-BE49-F238E27FC236}">
                <a16:creationId xmlns:a16="http://schemas.microsoft.com/office/drawing/2014/main" id="{DFA211C0-BE8E-9779-872B-5C23B7B678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9337" y="3033313"/>
            <a:ext cx="4392145" cy="278352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5E40ABE-0983-1060-D2FE-0628E099FD55}"/>
              </a:ext>
            </a:extLst>
          </p:cNvPr>
          <p:cNvSpPr txBox="1"/>
          <p:nvPr/>
        </p:nvSpPr>
        <p:spPr>
          <a:xfrm>
            <a:off x="6119739" y="458331"/>
            <a:ext cx="5705549" cy="2308324"/>
          </a:xfrm>
          <a:prstGeom prst="rect">
            <a:avLst/>
          </a:prstGeom>
          <a:solidFill>
            <a:schemeClr val="tx2">
              <a:lumMod val="20000"/>
              <a:lumOff val="80000"/>
            </a:schemeClr>
          </a:solidFill>
        </p:spPr>
        <p:style>
          <a:lnRef idx="1">
            <a:schemeClr val="accent6"/>
          </a:lnRef>
          <a:fillRef idx="2">
            <a:schemeClr val="accent6"/>
          </a:fillRef>
          <a:effectRef idx="1">
            <a:schemeClr val="accent6"/>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GSK Precision Light"/>
                <a:ea typeface="+mn-ea"/>
                <a:cs typeface="Arial"/>
              </a:rPr>
              <a:t>“Doctor, that’s where Trelegy changes the conversation. Its superiority has been consistently demonstrated in multiple clinical trials as well as in individual molecules. And now, with real-world head-to-head data comparing Trelegy and </a:t>
            </a:r>
            <a:r>
              <a:rPr kumimoji="0" lang="en-US" sz="1800" b="0" i="1" u="none" strike="noStrike" kern="1200" cap="none" spc="0" normalizeH="0" baseline="0" noProof="0" err="1">
                <a:ln>
                  <a:noFill/>
                </a:ln>
                <a:solidFill>
                  <a:srgbClr val="000000"/>
                </a:solidFill>
                <a:effectLst/>
                <a:uLnTx/>
                <a:uFillTx/>
                <a:latin typeface="GSK Precision Light"/>
                <a:ea typeface="+mn-ea"/>
                <a:cs typeface="Arial"/>
              </a:rPr>
              <a:t>Breztri</a:t>
            </a:r>
            <a:r>
              <a:rPr kumimoji="0" lang="en-US" sz="1800" b="0" i="1" u="none" strike="noStrike" kern="1200" cap="none" spc="0" normalizeH="0" baseline="0" noProof="0">
                <a:ln>
                  <a:noFill/>
                </a:ln>
                <a:solidFill>
                  <a:srgbClr val="000000"/>
                </a:solidFill>
                <a:effectLst/>
                <a:uLnTx/>
                <a:uFillTx/>
                <a:latin typeface="GSK Precision Light"/>
                <a:ea typeface="+mn-ea"/>
                <a:cs typeface="Arial"/>
              </a:rPr>
              <a:t>, we have an opportunity to make decisions based on what works in patients' daily lives…”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a:ln>
                <a:noFill/>
              </a:ln>
              <a:solidFill>
                <a:srgbClr val="000000"/>
              </a:solidFill>
              <a:effectLst/>
              <a:uLnTx/>
              <a:uFillTx/>
              <a:latin typeface="GSK Precision Light"/>
              <a:ea typeface="+mn-ea"/>
              <a:cs typeface="Arial"/>
            </a:endParaRPr>
          </a:p>
        </p:txBody>
      </p:sp>
      <p:sp>
        <p:nvSpPr>
          <p:cNvPr id="8" name="TextBox 7">
            <a:extLst>
              <a:ext uri="{FF2B5EF4-FFF2-40B4-BE49-F238E27FC236}">
                <a16:creationId xmlns:a16="http://schemas.microsoft.com/office/drawing/2014/main" id="{DBC8C91A-D97C-B814-4BBB-C1DE796CF012}"/>
              </a:ext>
            </a:extLst>
          </p:cNvPr>
          <p:cNvSpPr txBox="1"/>
          <p:nvPr/>
        </p:nvSpPr>
        <p:spPr>
          <a:xfrm>
            <a:off x="7092271" y="3429000"/>
            <a:ext cx="5099729" cy="2862322"/>
          </a:xfrm>
          <a:prstGeom prst="rect">
            <a:avLst/>
          </a:prstGeom>
          <a:solidFill>
            <a:schemeClr val="tx2">
              <a:lumMod val="20000"/>
              <a:lumOff val="80000"/>
            </a:schemeClr>
          </a:solidFill>
        </p:spPr>
        <p:style>
          <a:lnRef idx="1">
            <a:schemeClr val="accent6"/>
          </a:lnRef>
          <a:fillRef idx="2">
            <a:schemeClr val="accent6"/>
          </a:fillRef>
          <a:effectRef idx="1">
            <a:schemeClr val="accent6"/>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GSK Precision Light"/>
                <a:ea typeface="+mn-ea"/>
                <a:cs typeface="Arial"/>
              </a:rPr>
              <a:t>“Thank you doctor, to summarize our discussion, these are the key highlights of the CES Study…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a:ln>
                <a:noFill/>
              </a:ln>
              <a:solidFill>
                <a:srgbClr val="000000"/>
              </a:solidFill>
              <a:effectLst/>
              <a:uLnTx/>
              <a:uFillTx/>
              <a:latin typeface="GSK Precision Light"/>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GSK Precision Light"/>
                <a:ea typeface="+mn-ea"/>
                <a:cs typeface="Arial"/>
              </a:rPr>
              <a:t>“For your COPD patients, will you be willing to step-up to Trelegy instead of </a:t>
            </a:r>
            <a:r>
              <a:rPr kumimoji="0" lang="en-US" sz="1800" b="0" i="1" u="none" strike="noStrike" kern="1200" cap="none" spc="0" normalizeH="0" baseline="0" noProof="0" err="1">
                <a:ln>
                  <a:noFill/>
                </a:ln>
                <a:solidFill>
                  <a:srgbClr val="000000"/>
                </a:solidFill>
                <a:effectLst/>
                <a:uLnTx/>
                <a:uFillTx/>
                <a:latin typeface="GSK Precision Light"/>
                <a:ea typeface="+mn-ea"/>
                <a:cs typeface="Arial"/>
              </a:rPr>
              <a:t>Breztri</a:t>
            </a:r>
            <a:r>
              <a:rPr kumimoji="0" lang="en-US" sz="1800" b="0" i="1" u="none" strike="noStrike" kern="1200" cap="none" spc="0" normalizeH="0" baseline="0" noProof="0">
                <a:ln>
                  <a:noFill/>
                </a:ln>
                <a:solidFill>
                  <a:srgbClr val="000000"/>
                </a:solidFill>
                <a:effectLst/>
                <a:uLnTx/>
                <a:uFillTx/>
                <a:latin typeface="GSK Precision Light"/>
                <a:ea typeface="+mn-ea"/>
                <a:cs typeface="Arial"/>
              </a:rPr>
              <a:t> for COPD patients at risk of exacerbation?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a:ln>
                <a:noFill/>
              </a:ln>
              <a:solidFill>
                <a:srgbClr val="000000"/>
              </a:solidFill>
              <a:effectLst/>
              <a:uLnTx/>
              <a:uFillTx/>
              <a:latin typeface="GSK Precision Light"/>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GSK Precision Light"/>
                <a:ea typeface="+mn-ea"/>
                <a:cs typeface="Arial"/>
              </a:rPr>
              <a:t>“How best can I follow up with you on this” (Omnichannel action)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a:ln>
                <a:noFill/>
              </a:ln>
              <a:solidFill>
                <a:srgbClr val="000000"/>
              </a:solidFill>
              <a:effectLst/>
              <a:uLnTx/>
              <a:uFillTx/>
              <a:latin typeface="GSK Precision Light"/>
              <a:ea typeface="+mn-ea"/>
              <a:cs typeface="Arial"/>
            </a:endParaRPr>
          </a:p>
        </p:txBody>
      </p:sp>
      <p:sp>
        <p:nvSpPr>
          <p:cNvPr id="9" name="Text Placeholder 2">
            <a:extLst>
              <a:ext uri="{FF2B5EF4-FFF2-40B4-BE49-F238E27FC236}">
                <a16:creationId xmlns:a16="http://schemas.microsoft.com/office/drawing/2014/main" id="{27039BA2-3A7A-0435-18C3-3237F0564A60}"/>
              </a:ext>
            </a:extLst>
          </p:cNvPr>
          <p:cNvSpPr txBox="1">
            <a:spLocks/>
          </p:cNvSpPr>
          <p:nvPr/>
        </p:nvSpPr>
        <p:spPr>
          <a:xfrm>
            <a:off x="170815" y="6425294"/>
            <a:ext cx="11460164" cy="298800"/>
          </a:xfrm>
          <a:prstGeom prst="rect">
            <a:avLst/>
          </a:prstGeom>
        </p:spPr>
        <p:txBody>
          <a:bodyPr vert="horz" wrap="square" lIns="0" tIns="0" rIns="0" bIns="0" rtlCol="0" anchor="b" anchorCtr="0">
            <a:noAutofit/>
          </a:bodyPr>
          <a:lstStyle>
            <a:lvl1pPr marL="0" indent="0" algn="l" defTabSz="1219170" rtl="0" eaLnBrk="1" latinLnBrk="0" hangingPunct="1">
              <a:spcBef>
                <a:spcPts val="0"/>
              </a:spcBef>
              <a:spcAft>
                <a:spcPts val="0"/>
              </a:spcAft>
              <a:buClr>
                <a:schemeClr val="tx2"/>
              </a:buClr>
              <a:buSzPct val="110000"/>
              <a:buFont typeface="Arial" panose="020B0604020202020204" pitchFamily="34" charset="0"/>
              <a:buNone/>
              <a:defRPr sz="800" kern="1200" baseline="0">
                <a:solidFill>
                  <a:schemeClr val="tx1"/>
                </a:solidFill>
                <a:latin typeface="+mn-lt"/>
                <a:ea typeface="+mn-ea"/>
                <a:cs typeface="+mn-cs"/>
              </a:defRPr>
            </a:lvl1pPr>
            <a:lvl2pPr marL="357542" indent="0" algn="l" defTabSz="1219170" rtl="0" eaLnBrk="1" latinLnBrk="0" hangingPunct="1">
              <a:spcBef>
                <a:spcPts val="300"/>
              </a:spcBef>
              <a:spcAft>
                <a:spcPts val="300"/>
              </a:spcAft>
              <a:buClr>
                <a:schemeClr val="tx1"/>
              </a:buClr>
              <a:buFont typeface="Arial" panose="020B0604020202020204" pitchFamily="34" charset="0"/>
              <a:buNone/>
              <a:defRPr sz="1067" kern="1200">
                <a:solidFill>
                  <a:schemeClr val="tx1"/>
                </a:solidFill>
                <a:latin typeface="+mn-lt"/>
                <a:ea typeface="+mn-ea"/>
                <a:cs typeface="+mn-cs"/>
              </a:defRPr>
            </a:lvl2pPr>
            <a:lvl3pPr marL="719982" indent="0" algn="l" defTabSz="1219170" rtl="0" eaLnBrk="1" latinLnBrk="0" hangingPunct="1">
              <a:spcBef>
                <a:spcPts val="300"/>
              </a:spcBef>
              <a:spcAft>
                <a:spcPts val="300"/>
              </a:spcAft>
              <a:buClr>
                <a:schemeClr val="tx1"/>
              </a:buClr>
              <a:buFont typeface="Arial" panose="020B0604020202020204" pitchFamily="34" charset="0"/>
              <a:buNone/>
              <a:defRPr sz="1067" kern="1200">
                <a:solidFill>
                  <a:schemeClr val="tx1"/>
                </a:solidFill>
                <a:latin typeface="+mn-lt"/>
                <a:ea typeface="+mn-ea"/>
                <a:cs typeface="+mn-cs"/>
              </a:defRPr>
            </a:lvl3pPr>
            <a:lvl4pPr marL="1081424" indent="0" algn="l" defTabSz="1219170" rtl="0" eaLnBrk="1" latinLnBrk="0" hangingPunct="1">
              <a:spcBef>
                <a:spcPts val="300"/>
              </a:spcBef>
              <a:spcAft>
                <a:spcPts val="300"/>
              </a:spcAft>
              <a:buClr>
                <a:schemeClr val="tx1"/>
              </a:buClr>
              <a:buFont typeface="Arial" panose="020B0604020202020204" pitchFamily="34" charset="0"/>
              <a:buNone/>
              <a:defRPr sz="1067" kern="1200">
                <a:solidFill>
                  <a:schemeClr val="tx1"/>
                </a:solidFill>
                <a:latin typeface="+mn-lt"/>
                <a:ea typeface="+mn-ea"/>
                <a:cs typeface="+mn-cs"/>
              </a:defRPr>
            </a:lvl4pPr>
            <a:lvl5pPr marL="1439964" indent="0" algn="l" defTabSz="1219170" rtl="0" eaLnBrk="1" latinLnBrk="0" hangingPunct="1">
              <a:spcBef>
                <a:spcPts val="300"/>
              </a:spcBef>
              <a:spcAft>
                <a:spcPts val="300"/>
              </a:spcAft>
              <a:buClr>
                <a:schemeClr val="tx1"/>
              </a:buClr>
              <a:buFont typeface="Arial" panose="020B0604020202020204" pitchFamily="34" charset="0"/>
              <a:buNone/>
              <a:defRPr sz="1067"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800" b="0" i="0" u="none" strike="noStrike" kern="1200" cap="none" spc="0" normalizeH="0" baseline="0" noProof="0">
                <a:ln>
                  <a:noFill/>
                </a:ln>
                <a:solidFill>
                  <a:srgbClr val="09090B"/>
                </a:solidFill>
                <a:effectLst/>
                <a:uLnTx/>
                <a:uFillTx/>
                <a:latin typeface="inherit"/>
                <a:ea typeface="+mn-ea"/>
                <a:cs typeface="Arial"/>
              </a:rPr>
              <a:t>The sample dialogue provided in this presentation are for illustrative purposes only. </a:t>
            </a:r>
          </a:p>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800" b="0" i="0" u="none" strike="noStrike" kern="1200" cap="none" spc="0" normalizeH="0" baseline="0" noProof="0">
                <a:ln>
                  <a:noFill/>
                </a:ln>
                <a:solidFill>
                  <a:srgbClr val="09090B"/>
                </a:solidFill>
                <a:effectLst/>
                <a:uLnTx/>
                <a:uFillTx/>
                <a:latin typeface="inherit"/>
                <a:ea typeface="+mn-ea"/>
                <a:cs typeface="Arial"/>
              </a:rPr>
              <a:t>These materials must be reviewed and locally approved by the Medical Affairs team prior to use in any healthcare professional (HCP) interactions.</a:t>
            </a:r>
            <a:endParaRPr kumimoji="0" lang="en-US" altLang="en-US" sz="600" b="0" i="0" u="none" strike="noStrike" kern="1200" cap="none" spc="0" normalizeH="0" baseline="0" noProof="0">
              <a:ln>
                <a:noFill/>
              </a:ln>
              <a:solidFill>
                <a:srgbClr val="09090B"/>
              </a:solidFill>
              <a:effectLst/>
              <a:uLnTx/>
              <a:uFillTx/>
              <a:latin typeface="inherit"/>
              <a:ea typeface="+mn-ea"/>
              <a:cs typeface="Arial"/>
            </a:endParaRPr>
          </a:p>
        </p:txBody>
      </p:sp>
    </p:spTree>
    <p:extLst>
      <p:ext uri="{BB962C8B-B14F-4D97-AF65-F5344CB8AC3E}">
        <p14:creationId xmlns:p14="http://schemas.microsoft.com/office/powerpoint/2010/main" val="2882863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98A26D8-5DBE-2CB4-78BB-F8BA0CEB8023}"/>
              </a:ext>
            </a:extLst>
          </p:cNvPr>
          <p:cNvSpPr>
            <a:spLocks noGrp="1"/>
          </p:cNvSpPr>
          <p:nvPr>
            <p:ph type="body" sz="quarter" idx="18"/>
          </p:nvPr>
        </p:nvSpPr>
        <p:spPr/>
        <p:txBody>
          <a:bodyPr/>
          <a:lstStyle/>
          <a:p>
            <a:endParaRPr lang="en-US"/>
          </a:p>
        </p:txBody>
      </p:sp>
      <p:sp>
        <p:nvSpPr>
          <p:cNvPr id="3" name="Date Placeholder 2">
            <a:extLst>
              <a:ext uri="{FF2B5EF4-FFF2-40B4-BE49-F238E27FC236}">
                <a16:creationId xmlns:a16="http://schemas.microsoft.com/office/drawing/2014/main" id="{032EA972-5CD1-575A-9401-16054E22A131}"/>
              </a:ext>
            </a:extLst>
          </p:cNvPr>
          <p:cNvSpPr>
            <a:spLocks noGrp="1"/>
          </p:cNvSpPr>
          <p:nvPr>
            <p:ph type="dt" sz="half" idx="19"/>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97F4CD0-83C1-4C99-A2BD-6DA4A1CC9D00}" type="datetime4">
              <a:rPr kumimoji="0" lang="en-GB" sz="1000" b="0" i="0" u="none" strike="noStrike" kern="1200" cap="none" spc="0" normalizeH="0" baseline="0" noProof="0" smtClean="0">
                <a:ln>
                  <a:noFill/>
                </a:ln>
                <a:solidFill>
                  <a:srgbClr val="000000"/>
                </a:solidFill>
                <a:effectLst/>
                <a:uLnTx/>
                <a:uFillTx/>
                <a:latin typeface="GSK Precision Light"/>
                <a:ea typeface="+mn-ea"/>
                <a:cs typeface="Arial"/>
              </a:rPr>
              <a:pPr marL="0" marR="0" lvl="0" indent="0" algn="l" defTabSz="914400" rtl="0" eaLnBrk="1" fontAlgn="auto" latinLnBrk="0" hangingPunct="1">
                <a:lnSpc>
                  <a:spcPct val="100000"/>
                </a:lnSpc>
                <a:spcBef>
                  <a:spcPts val="0"/>
                </a:spcBef>
                <a:spcAft>
                  <a:spcPts val="0"/>
                </a:spcAft>
                <a:buClrTx/>
                <a:buSzTx/>
                <a:buFontTx/>
                <a:buNone/>
                <a:tabLst/>
                <a:defRPr/>
              </a:pPr>
              <a:t>22 July 2025</a:t>
            </a:fld>
            <a:endParaRPr kumimoji="0" lang="en-GB" sz="10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4" name="Slide Number Placeholder 3">
            <a:extLst>
              <a:ext uri="{FF2B5EF4-FFF2-40B4-BE49-F238E27FC236}">
                <a16:creationId xmlns:a16="http://schemas.microsoft.com/office/drawing/2014/main" id="{815F01CA-2A61-AB26-D451-4E27D570A92D}"/>
              </a:ext>
            </a:extLst>
          </p:cNvPr>
          <p:cNvSpPr>
            <a:spLocks noGrp="1"/>
          </p:cNvSpPr>
          <p:nvPr>
            <p:ph type="sldNum" sz="quarter" idx="2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GSK Precision Light"/>
                <a:ea typeface="+mn-ea"/>
                <a:cs typeface="Arial"/>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GB" sz="10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6" name="Title 5">
            <a:extLst>
              <a:ext uri="{FF2B5EF4-FFF2-40B4-BE49-F238E27FC236}">
                <a16:creationId xmlns:a16="http://schemas.microsoft.com/office/drawing/2014/main" id="{0F8505D6-8728-FC7D-57C3-785B5AF5A99F}"/>
              </a:ext>
            </a:extLst>
          </p:cNvPr>
          <p:cNvSpPr>
            <a:spLocks noGrp="1"/>
          </p:cNvSpPr>
          <p:nvPr>
            <p:ph type="title"/>
          </p:nvPr>
        </p:nvSpPr>
        <p:spPr/>
        <p:txBody>
          <a:bodyPr/>
          <a:lstStyle/>
          <a:p>
            <a:r>
              <a:rPr lang="en-SG"/>
              <a:t>A 3-Phase Message</a:t>
            </a:r>
            <a:endParaRPr lang="en-US"/>
          </a:p>
        </p:txBody>
      </p:sp>
      <p:sp>
        <p:nvSpPr>
          <p:cNvPr id="7" name="Subtitle 6">
            <a:extLst>
              <a:ext uri="{FF2B5EF4-FFF2-40B4-BE49-F238E27FC236}">
                <a16:creationId xmlns:a16="http://schemas.microsoft.com/office/drawing/2014/main" id="{2248E920-8E4B-1763-711F-295CB25FF39B}"/>
              </a:ext>
            </a:extLst>
          </p:cNvPr>
          <p:cNvSpPr>
            <a:spLocks noGrp="1"/>
          </p:cNvSpPr>
          <p:nvPr>
            <p:ph type="subTitle" idx="1"/>
          </p:nvPr>
        </p:nvSpPr>
        <p:spPr/>
        <p:txBody>
          <a:bodyPr/>
          <a:lstStyle/>
          <a:p>
            <a:r>
              <a:rPr lang="en-US"/>
              <a:t>In summary</a:t>
            </a:r>
          </a:p>
        </p:txBody>
      </p:sp>
      <p:pic>
        <p:nvPicPr>
          <p:cNvPr id="21" name="Picture 20">
            <a:extLst>
              <a:ext uri="{FF2B5EF4-FFF2-40B4-BE49-F238E27FC236}">
                <a16:creationId xmlns:a16="http://schemas.microsoft.com/office/drawing/2014/main" id="{ECB7F514-DE48-F42B-BB87-AE8340DBD2EC}"/>
              </a:ext>
            </a:extLst>
          </p:cNvPr>
          <p:cNvPicPr>
            <a:picLocks noChangeAspect="1"/>
          </p:cNvPicPr>
          <p:nvPr/>
        </p:nvPicPr>
        <p:blipFill>
          <a:blip r:embed="rId3"/>
          <a:srcRect/>
          <a:stretch/>
        </p:blipFill>
        <p:spPr>
          <a:xfrm>
            <a:off x="2342407" y="1308593"/>
            <a:ext cx="8460802" cy="4591183"/>
          </a:xfrm>
          <a:prstGeom prst="rect">
            <a:avLst/>
          </a:prstGeom>
        </p:spPr>
      </p:pic>
      <p:sp>
        <p:nvSpPr>
          <p:cNvPr id="22" name="TextBox 21">
            <a:extLst>
              <a:ext uri="{FF2B5EF4-FFF2-40B4-BE49-F238E27FC236}">
                <a16:creationId xmlns:a16="http://schemas.microsoft.com/office/drawing/2014/main" id="{3DC950EE-03B5-1420-5F3A-C121F4E9CDFA}"/>
              </a:ext>
            </a:extLst>
          </p:cNvPr>
          <p:cNvSpPr txBox="1"/>
          <p:nvPr/>
        </p:nvSpPr>
        <p:spPr>
          <a:xfrm>
            <a:off x="2582944" y="1448550"/>
            <a:ext cx="2274073" cy="32316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100" b="0" i="0" u="none" strike="noStrike" kern="1200" cap="none" spc="0" normalizeH="0" baseline="0" noProof="0">
                <a:ln>
                  <a:noFill/>
                </a:ln>
                <a:solidFill>
                  <a:srgbClr val="8E0048"/>
                </a:solidFill>
                <a:effectLst/>
                <a:uLnTx/>
                <a:uFillTx/>
                <a:latin typeface="Graphik Bold"/>
                <a:ea typeface="+mn-ea"/>
                <a:cs typeface="Arial"/>
              </a:rPr>
              <a:t>Share Reframe</a:t>
            </a:r>
          </a:p>
        </p:txBody>
      </p:sp>
      <p:sp>
        <p:nvSpPr>
          <p:cNvPr id="23" name="TextBox 22">
            <a:extLst>
              <a:ext uri="{FF2B5EF4-FFF2-40B4-BE49-F238E27FC236}">
                <a16:creationId xmlns:a16="http://schemas.microsoft.com/office/drawing/2014/main" id="{46717D5A-C7B1-F501-9D91-77FA92A4D7EB}"/>
              </a:ext>
            </a:extLst>
          </p:cNvPr>
          <p:cNvSpPr txBox="1"/>
          <p:nvPr/>
        </p:nvSpPr>
        <p:spPr>
          <a:xfrm>
            <a:off x="5460952" y="1448550"/>
            <a:ext cx="2274073" cy="32316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100" b="0" i="0" u="none" strike="noStrike" kern="1200" cap="none" spc="0" normalizeH="0" baseline="0" noProof="0">
                <a:ln>
                  <a:noFill/>
                </a:ln>
                <a:solidFill>
                  <a:srgbClr val="F05523"/>
                </a:solidFill>
                <a:effectLst/>
                <a:uLnTx/>
                <a:uFillTx/>
                <a:latin typeface="Graphik Bold"/>
                <a:ea typeface="+mn-ea"/>
                <a:cs typeface="Arial"/>
              </a:rPr>
              <a:t>Introduce Impact</a:t>
            </a:r>
          </a:p>
        </p:txBody>
      </p:sp>
      <p:sp>
        <p:nvSpPr>
          <p:cNvPr id="24" name="TextBox 23">
            <a:extLst>
              <a:ext uri="{FF2B5EF4-FFF2-40B4-BE49-F238E27FC236}">
                <a16:creationId xmlns:a16="http://schemas.microsoft.com/office/drawing/2014/main" id="{D1E4ECC0-1B32-6B5F-6CD0-1F3AFB648436}"/>
              </a:ext>
            </a:extLst>
          </p:cNvPr>
          <p:cNvSpPr txBox="1"/>
          <p:nvPr/>
        </p:nvSpPr>
        <p:spPr>
          <a:xfrm>
            <a:off x="8288599" y="1448550"/>
            <a:ext cx="2274073" cy="32316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100" b="0" i="0" u="none" strike="noStrike" kern="1200" cap="none" spc="0" normalizeH="0" baseline="0" noProof="0">
                <a:ln>
                  <a:noFill/>
                </a:ln>
                <a:solidFill>
                  <a:srgbClr val="056687"/>
                </a:solidFill>
                <a:effectLst/>
                <a:uLnTx/>
                <a:uFillTx/>
                <a:latin typeface="Graphik Bold"/>
                <a:ea typeface="+mn-ea"/>
                <a:cs typeface="Arial"/>
              </a:rPr>
              <a:t>Reveal Value</a:t>
            </a:r>
          </a:p>
        </p:txBody>
      </p:sp>
      <p:sp>
        <p:nvSpPr>
          <p:cNvPr id="25" name="TextBox 24">
            <a:extLst>
              <a:ext uri="{FF2B5EF4-FFF2-40B4-BE49-F238E27FC236}">
                <a16:creationId xmlns:a16="http://schemas.microsoft.com/office/drawing/2014/main" id="{B7238520-CD4C-9BB5-1B53-81DD8D8C5431}"/>
              </a:ext>
            </a:extLst>
          </p:cNvPr>
          <p:cNvSpPr txBox="1"/>
          <p:nvPr/>
        </p:nvSpPr>
        <p:spPr>
          <a:xfrm>
            <a:off x="1176866" y="1324011"/>
            <a:ext cx="1035511" cy="138499"/>
          </a:xfrm>
          <a:prstGeom prst="rect">
            <a:avLst/>
          </a:prstGeom>
          <a:noFill/>
        </p:spPr>
        <p:txBody>
          <a:bodyPr wrap="square" lIns="0" tIns="0" rIns="0" bIns="0" rtlCol="0">
            <a:spAutoFit/>
          </a:bodyPr>
          <a:lstStyle/>
          <a:p>
            <a:pPr marL="0" marR="0" lvl="0" indent="0" algn="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7F7F7F"/>
                </a:solidFill>
                <a:effectLst/>
                <a:uLnTx/>
                <a:uFillTx/>
                <a:latin typeface="Graphik Bold"/>
                <a:ea typeface="+mn-ea"/>
                <a:cs typeface="Arial"/>
              </a:rPr>
              <a:t>Positive</a:t>
            </a:r>
          </a:p>
        </p:txBody>
      </p:sp>
      <p:sp>
        <p:nvSpPr>
          <p:cNvPr id="26" name="TextBox 25">
            <a:extLst>
              <a:ext uri="{FF2B5EF4-FFF2-40B4-BE49-F238E27FC236}">
                <a16:creationId xmlns:a16="http://schemas.microsoft.com/office/drawing/2014/main" id="{6363D848-77C5-2692-F901-307E68D4F0DC}"/>
              </a:ext>
            </a:extLst>
          </p:cNvPr>
          <p:cNvSpPr txBox="1"/>
          <p:nvPr/>
        </p:nvSpPr>
        <p:spPr>
          <a:xfrm>
            <a:off x="1176866" y="4947740"/>
            <a:ext cx="1035511" cy="138499"/>
          </a:xfrm>
          <a:prstGeom prst="rect">
            <a:avLst/>
          </a:prstGeom>
          <a:noFill/>
        </p:spPr>
        <p:txBody>
          <a:bodyPr wrap="square" lIns="0" tIns="0" rIns="0" bIns="0" rtlCol="0">
            <a:spAutoFit/>
          </a:bodyPr>
          <a:lstStyle/>
          <a:p>
            <a:pPr marL="0" marR="0" lvl="0" indent="0" algn="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7F7F7F"/>
                </a:solidFill>
                <a:effectLst/>
                <a:uLnTx/>
                <a:uFillTx/>
                <a:latin typeface="Graphik Bold"/>
                <a:ea typeface="+mn-ea"/>
                <a:cs typeface="Arial"/>
              </a:rPr>
              <a:t>Negative</a:t>
            </a:r>
          </a:p>
        </p:txBody>
      </p:sp>
      <p:sp>
        <p:nvSpPr>
          <p:cNvPr id="27" name="TextBox 26">
            <a:extLst>
              <a:ext uri="{FF2B5EF4-FFF2-40B4-BE49-F238E27FC236}">
                <a16:creationId xmlns:a16="http://schemas.microsoft.com/office/drawing/2014/main" id="{75924823-8037-4B15-A04A-BEAEDC62A862}"/>
              </a:ext>
            </a:extLst>
          </p:cNvPr>
          <p:cNvSpPr txBox="1"/>
          <p:nvPr/>
        </p:nvSpPr>
        <p:spPr>
          <a:xfrm>
            <a:off x="1176866" y="3122053"/>
            <a:ext cx="1035511" cy="138499"/>
          </a:xfrm>
          <a:prstGeom prst="rect">
            <a:avLst/>
          </a:prstGeom>
          <a:noFill/>
        </p:spPr>
        <p:txBody>
          <a:bodyPr wrap="square" lIns="0" tIns="0" rIns="0" bIns="0" rtlCol="0">
            <a:spAutoFit/>
          </a:bodyPr>
          <a:lstStyle/>
          <a:p>
            <a:pPr marL="0" marR="0" lvl="0" indent="0" algn="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7F7F7F"/>
                </a:solidFill>
                <a:effectLst/>
                <a:uLnTx/>
                <a:uFillTx/>
                <a:latin typeface="Graphik Bold"/>
                <a:ea typeface="+mn-ea"/>
                <a:cs typeface="Arial"/>
              </a:rPr>
              <a:t>Neutral</a:t>
            </a:r>
          </a:p>
        </p:txBody>
      </p:sp>
      <p:sp>
        <p:nvSpPr>
          <p:cNvPr id="28" name="TextBox 27">
            <a:extLst>
              <a:ext uri="{FF2B5EF4-FFF2-40B4-BE49-F238E27FC236}">
                <a16:creationId xmlns:a16="http://schemas.microsoft.com/office/drawing/2014/main" id="{CFABF231-E9F2-9DE2-3FDA-F718DF19D73A}"/>
              </a:ext>
            </a:extLst>
          </p:cNvPr>
          <p:cNvSpPr txBox="1"/>
          <p:nvPr/>
        </p:nvSpPr>
        <p:spPr>
          <a:xfrm rot="16200000">
            <a:off x="136054" y="3122053"/>
            <a:ext cx="2663686" cy="138499"/>
          </a:xfrm>
          <a:prstGeom prst="rect">
            <a:avLst/>
          </a:prstGeom>
          <a:noFill/>
        </p:spPr>
        <p:txBody>
          <a:bodyPr wrap="square" lIns="0" tIns="0" rIns="0" bIns="0" rtlCol="0">
            <a:spAutoFit/>
          </a:bodyPr>
          <a:lstStyle/>
          <a:p>
            <a:pPr marL="0" marR="0" lvl="0" indent="0" algn="ct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7F7F7F"/>
                </a:solidFill>
                <a:effectLst/>
                <a:uLnTx/>
                <a:uFillTx/>
                <a:latin typeface="Graphik Bold"/>
                <a:ea typeface="+mn-ea"/>
                <a:cs typeface="Arial"/>
              </a:rPr>
              <a:t>Customer Emotional State</a:t>
            </a:r>
          </a:p>
        </p:txBody>
      </p:sp>
      <p:sp>
        <p:nvSpPr>
          <p:cNvPr id="29" name="TextBox 28">
            <a:extLst>
              <a:ext uri="{FF2B5EF4-FFF2-40B4-BE49-F238E27FC236}">
                <a16:creationId xmlns:a16="http://schemas.microsoft.com/office/drawing/2014/main" id="{C862F04D-9E94-E865-3E1D-19F5B56DCCE8}"/>
              </a:ext>
            </a:extLst>
          </p:cNvPr>
          <p:cNvSpPr txBox="1"/>
          <p:nvPr/>
        </p:nvSpPr>
        <p:spPr>
          <a:xfrm>
            <a:off x="2291607" y="5098854"/>
            <a:ext cx="2274073" cy="5539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3600" b="0" i="0" u="none" strike="noStrike" kern="1200" cap="none" spc="0" normalizeH="0" baseline="0" noProof="0">
                <a:ln>
                  <a:noFill/>
                </a:ln>
                <a:solidFill>
                  <a:srgbClr val="C6C7C7"/>
                </a:solidFill>
                <a:effectLst/>
                <a:uLnTx/>
                <a:uFillTx/>
                <a:latin typeface="Graphik Bold"/>
                <a:ea typeface="+mn-ea"/>
                <a:cs typeface="Arial"/>
              </a:rPr>
              <a:t>A</a:t>
            </a:r>
          </a:p>
        </p:txBody>
      </p:sp>
      <p:sp>
        <p:nvSpPr>
          <p:cNvPr id="30" name="TextBox 29">
            <a:extLst>
              <a:ext uri="{FF2B5EF4-FFF2-40B4-BE49-F238E27FC236}">
                <a16:creationId xmlns:a16="http://schemas.microsoft.com/office/drawing/2014/main" id="{E0CA303D-644C-4941-469A-20FB5364CEDC}"/>
              </a:ext>
            </a:extLst>
          </p:cNvPr>
          <p:cNvSpPr txBox="1"/>
          <p:nvPr/>
        </p:nvSpPr>
        <p:spPr>
          <a:xfrm>
            <a:off x="2910888" y="5637814"/>
            <a:ext cx="1035511" cy="138499"/>
          </a:xfrm>
          <a:prstGeom prst="rect">
            <a:avLst/>
          </a:prstGeom>
          <a:noFill/>
        </p:spPr>
        <p:txBody>
          <a:bodyPr wrap="square" lIns="0" tIns="0" rIns="0" bIns="0" rtlCol="0">
            <a:spAutoFit/>
          </a:bodyPr>
          <a:lstStyle/>
          <a:p>
            <a:pPr marL="0" marR="0" lvl="0" indent="0" algn="ct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C6C7C7"/>
                </a:solidFill>
                <a:effectLst/>
                <a:uLnTx/>
                <a:uFillTx/>
                <a:latin typeface="Graphik Bold"/>
                <a:ea typeface="+mn-ea"/>
                <a:cs typeface="Arial"/>
              </a:rPr>
              <a:t>Current State</a:t>
            </a:r>
          </a:p>
        </p:txBody>
      </p:sp>
      <p:sp>
        <p:nvSpPr>
          <p:cNvPr id="31" name="TextBox 30">
            <a:extLst>
              <a:ext uri="{FF2B5EF4-FFF2-40B4-BE49-F238E27FC236}">
                <a16:creationId xmlns:a16="http://schemas.microsoft.com/office/drawing/2014/main" id="{A9D116DC-1D8A-E541-7BE3-760816251573}"/>
              </a:ext>
            </a:extLst>
          </p:cNvPr>
          <p:cNvSpPr txBox="1"/>
          <p:nvPr/>
        </p:nvSpPr>
        <p:spPr>
          <a:xfrm>
            <a:off x="8280130" y="5098854"/>
            <a:ext cx="2274073" cy="5539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3600" b="0" i="0" u="none" strike="noStrike" kern="1200" cap="none" spc="0" normalizeH="0" baseline="0" noProof="0">
                <a:ln>
                  <a:noFill/>
                </a:ln>
                <a:solidFill>
                  <a:srgbClr val="C6C7C7"/>
                </a:solidFill>
                <a:effectLst/>
                <a:uLnTx/>
                <a:uFillTx/>
                <a:latin typeface="Graphik Bold"/>
                <a:ea typeface="+mn-ea"/>
                <a:cs typeface="Arial"/>
              </a:rPr>
              <a:t>B</a:t>
            </a:r>
          </a:p>
        </p:txBody>
      </p:sp>
      <p:sp>
        <p:nvSpPr>
          <p:cNvPr id="32" name="TextBox 31">
            <a:extLst>
              <a:ext uri="{FF2B5EF4-FFF2-40B4-BE49-F238E27FC236}">
                <a16:creationId xmlns:a16="http://schemas.microsoft.com/office/drawing/2014/main" id="{34DF0D2E-E46A-382F-0261-859776C3F6A4}"/>
              </a:ext>
            </a:extLst>
          </p:cNvPr>
          <p:cNvSpPr txBox="1"/>
          <p:nvPr/>
        </p:nvSpPr>
        <p:spPr>
          <a:xfrm>
            <a:off x="8822806" y="5637814"/>
            <a:ext cx="1188720" cy="138499"/>
          </a:xfrm>
          <a:prstGeom prst="rect">
            <a:avLst/>
          </a:prstGeom>
          <a:noFill/>
        </p:spPr>
        <p:txBody>
          <a:bodyPr wrap="square" lIns="0" tIns="0" rIns="0" bIns="0" rtlCol="0">
            <a:spAutoFit/>
          </a:bodyPr>
          <a:lstStyle/>
          <a:p>
            <a:pPr marL="0" marR="0" lvl="0" indent="0" algn="ct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C6C7C7"/>
                </a:solidFill>
                <a:effectLst/>
                <a:uLnTx/>
                <a:uFillTx/>
                <a:latin typeface="Graphik Bold"/>
                <a:ea typeface="+mn-ea"/>
                <a:cs typeface="Arial"/>
              </a:rPr>
              <a:t>New Approach</a:t>
            </a:r>
          </a:p>
        </p:txBody>
      </p:sp>
      <p:sp>
        <p:nvSpPr>
          <p:cNvPr id="33" name="TextBox 32">
            <a:extLst>
              <a:ext uri="{FF2B5EF4-FFF2-40B4-BE49-F238E27FC236}">
                <a16:creationId xmlns:a16="http://schemas.microsoft.com/office/drawing/2014/main" id="{39A1E792-027A-448B-9412-68B368AAA137}"/>
              </a:ext>
            </a:extLst>
          </p:cNvPr>
          <p:cNvSpPr txBox="1"/>
          <p:nvPr/>
        </p:nvSpPr>
        <p:spPr>
          <a:xfrm>
            <a:off x="5097621" y="5352878"/>
            <a:ext cx="2274073"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C6C7C7"/>
                </a:solidFill>
                <a:effectLst/>
                <a:uLnTx/>
                <a:uFillTx/>
                <a:latin typeface="Graphik Bold"/>
                <a:ea typeface="+mn-ea"/>
                <a:cs typeface="Arial"/>
              </a:rPr>
              <a:t>GAP</a:t>
            </a:r>
          </a:p>
        </p:txBody>
      </p:sp>
    </p:spTree>
    <p:extLst>
      <p:ext uri="{BB962C8B-B14F-4D97-AF65-F5344CB8AC3E}">
        <p14:creationId xmlns:p14="http://schemas.microsoft.com/office/powerpoint/2010/main" val="37082020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BD57BEF-5F89-7941-B7EB-65D51B1A224B}"/>
              </a:ext>
            </a:extLst>
          </p:cNvPr>
          <p:cNvSpPr>
            <a:spLocks noGrp="1"/>
          </p:cNvSpPr>
          <p:nvPr>
            <p:ph type="title"/>
          </p:nvPr>
        </p:nvSpPr>
        <p:spPr/>
        <p:txBody>
          <a:bodyPr/>
          <a:lstStyle/>
          <a:p>
            <a:r>
              <a:rPr lang="en-US"/>
              <a:t>Turning a Message into a Conversation</a:t>
            </a:r>
          </a:p>
        </p:txBody>
      </p:sp>
      <p:sp>
        <p:nvSpPr>
          <p:cNvPr id="19" name="Subtitle 18">
            <a:extLst>
              <a:ext uri="{FF2B5EF4-FFF2-40B4-BE49-F238E27FC236}">
                <a16:creationId xmlns:a16="http://schemas.microsoft.com/office/drawing/2014/main" id="{D3D7CD7C-2B89-068E-6729-9498B2A56919}"/>
              </a:ext>
            </a:extLst>
          </p:cNvPr>
          <p:cNvSpPr>
            <a:spLocks noGrp="1"/>
          </p:cNvSpPr>
          <p:nvPr>
            <p:ph type="subTitle" idx="1"/>
          </p:nvPr>
        </p:nvSpPr>
        <p:spPr/>
        <p:txBody>
          <a:bodyPr/>
          <a:lstStyle/>
          <a:p>
            <a:r>
              <a:rPr lang="en-PH"/>
              <a:t>Summary</a:t>
            </a:r>
          </a:p>
        </p:txBody>
      </p:sp>
      <p:sp>
        <p:nvSpPr>
          <p:cNvPr id="2" name="TextBox 1">
            <a:extLst>
              <a:ext uri="{FF2B5EF4-FFF2-40B4-BE49-F238E27FC236}">
                <a16:creationId xmlns:a16="http://schemas.microsoft.com/office/drawing/2014/main" id="{11B38935-631F-1BDA-86B9-00EC69E12F08}"/>
              </a:ext>
            </a:extLst>
          </p:cNvPr>
          <p:cNvSpPr txBox="1"/>
          <p:nvPr/>
        </p:nvSpPr>
        <p:spPr>
          <a:xfrm>
            <a:off x="1920241" y="1080789"/>
            <a:ext cx="9657788" cy="1738938"/>
          </a:xfrm>
          <a:prstGeom prst="rect">
            <a:avLst/>
          </a:prstGeom>
          <a:noFill/>
        </p:spPr>
        <p:txBody>
          <a:bodyPr wrap="square" lIns="0" tIns="0" rIns="0" bIns="0">
            <a:spAutoFit/>
          </a:bodyPr>
          <a:lstStyle/>
          <a:p>
            <a:pPr marL="0" marR="0" lvl="0" indent="0" algn="l" defTabSz="914400" rtl="0" eaLnBrk="0" fontAlgn="auto" latinLnBrk="0" hangingPunct="0">
              <a:lnSpc>
                <a:spcPct val="100000"/>
              </a:lnSpc>
              <a:spcBef>
                <a:spcPts val="300"/>
              </a:spcBef>
              <a:spcAft>
                <a:spcPts val="300"/>
              </a:spcAft>
              <a:buClr>
                <a:srgbClr val="F36633"/>
              </a:buClr>
              <a:buSzPct val="110000"/>
              <a:buFontTx/>
              <a:buNone/>
              <a:tabLst/>
              <a:defRPr/>
            </a:pPr>
            <a:r>
              <a:rPr kumimoji="0" lang="en-US" sz="1800" b="0" i="1" u="none" strike="noStrike" kern="1200" cap="none" spc="0" normalizeH="0" baseline="0" noProof="0">
                <a:ln>
                  <a:noFill/>
                </a:ln>
                <a:solidFill>
                  <a:srgbClr val="000000"/>
                </a:solidFill>
                <a:effectLst/>
                <a:uLnTx/>
                <a:uFillTx/>
                <a:latin typeface="GSK Precision Light"/>
                <a:ea typeface="+mn-ea"/>
                <a:cs typeface="Arial"/>
              </a:rPr>
              <a:t>Doctor, based on our previous conversations, you've emphasized your goal of helping patients reduce symptoms quickly while minimizing their risk of exacerbations and you have seen how Triple Therapies can address this. However, </a:t>
            </a:r>
            <a:r>
              <a:rPr kumimoji="0" lang="en-US" sz="1800" b="0" i="1" u="none" strike="noStrike" kern="0" cap="none" spc="0" normalizeH="0" baseline="0" noProof="0">
                <a:ln>
                  <a:noFill/>
                </a:ln>
                <a:solidFill>
                  <a:srgbClr val="000000"/>
                </a:solidFill>
                <a:effectLst/>
                <a:uLnTx/>
                <a:uFillTx/>
                <a:latin typeface="GSK Precision Light"/>
                <a:ea typeface="+mn-ea"/>
                <a:cs typeface="Arial"/>
              </a:rPr>
              <a:t>many pulmonologists use triple therapies interchangeably, assuming they deliver similar outcomes. This means that patients are not getting the most of the treatment, possibly, leading to higher risk of exacerbation</a:t>
            </a:r>
          </a:p>
          <a:p>
            <a:pPr marL="0" marR="0" lvl="0" indent="0" algn="l" defTabSz="914400" rtl="0" eaLnBrk="0" fontAlgn="auto" latinLnBrk="0" hangingPunct="0">
              <a:lnSpc>
                <a:spcPct val="100000"/>
              </a:lnSpc>
              <a:spcBef>
                <a:spcPts val="300"/>
              </a:spcBef>
              <a:spcAft>
                <a:spcPts val="300"/>
              </a:spcAft>
              <a:buClr>
                <a:srgbClr val="F36633"/>
              </a:buClr>
              <a:buSzPct val="110000"/>
              <a:buFontTx/>
              <a:buNone/>
              <a:tabLst/>
              <a:defRPr/>
            </a:pPr>
            <a:endParaRPr kumimoji="0" lang="en-US" sz="1800" b="0" i="1" u="none" strike="noStrike" kern="0" cap="none" spc="0" normalizeH="0" baseline="0" noProof="0">
              <a:ln>
                <a:noFill/>
              </a:ln>
              <a:solidFill>
                <a:srgbClr val="000000"/>
              </a:solidFill>
              <a:effectLst/>
              <a:uLnTx/>
              <a:uFillTx/>
              <a:latin typeface="GSK Precision Light"/>
              <a:ea typeface="+mn-ea"/>
              <a:cs typeface="Arial"/>
            </a:endParaRPr>
          </a:p>
        </p:txBody>
      </p:sp>
      <p:sp>
        <p:nvSpPr>
          <p:cNvPr id="7" name="TextBox 6">
            <a:extLst>
              <a:ext uri="{FF2B5EF4-FFF2-40B4-BE49-F238E27FC236}">
                <a16:creationId xmlns:a16="http://schemas.microsoft.com/office/drawing/2014/main" id="{4ACBEA09-FE87-7458-6CAA-F54ED63324E3}"/>
              </a:ext>
            </a:extLst>
          </p:cNvPr>
          <p:cNvSpPr txBox="1"/>
          <p:nvPr/>
        </p:nvSpPr>
        <p:spPr>
          <a:xfrm>
            <a:off x="524489" y="5444314"/>
            <a:ext cx="1162418" cy="61555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E21860"/>
                </a:solidFill>
                <a:effectLst/>
                <a:uLnTx/>
                <a:uFillTx/>
                <a:latin typeface="GSK Precision Light"/>
                <a:ea typeface="+mn-ea"/>
                <a:cs typeface="Arial"/>
              </a:rPr>
              <a:t>Reveal Value</a:t>
            </a:r>
            <a:endParaRPr kumimoji="0" lang="en-US" sz="2000" b="0" i="1" u="none" strike="noStrike" kern="1200" cap="none" spc="0" normalizeH="0" baseline="0" noProof="0">
              <a:ln>
                <a:noFill/>
              </a:ln>
              <a:solidFill>
                <a:srgbClr val="000000"/>
              </a:solidFill>
              <a:effectLst/>
              <a:uLnTx/>
              <a:uFillTx/>
              <a:latin typeface="GSK Precision Light"/>
              <a:ea typeface="+mn-ea"/>
              <a:cs typeface="Arial"/>
            </a:endParaRPr>
          </a:p>
        </p:txBody>
      </p:sp>
      <p:sp>
        <p:nvSpPr>
          <p:cNvPr id="18" name="TextBox 17">
            <a:extLst>
              <a:ext uri="{FF2B5EF4-FFF2-40B4-BE49-F238E27FC236}">
                <a16:creationId xmlns:a16="http://schemas.microsoft.com/office/drawing/2014/main" id="{EC458451-AC5A-EC48-FCCB-111E5123EBD3}"/>
              </a:ext>
            </a:extLst>
          </p:cNvPr>
          <p:cNvSpPr txBox="1"/>
          <p:nvPr/>
        </p:nvSpPr>
        <p:spPr>
          <a:xfrm>
            <a:off x="524489" y="3336651"/>
            <a:ext cx="1162418" cy="61555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2000" b="1" i="0" u="none" strike="noStrike" kern="1200" cap="none" spc="0" normalizeH="0" baseline="0" noProof="0">
                <a:ln>
                  <a:noFill/>
                </a:ln>
                <a:solidFill>
                  <a:srgbClr val="F36633"/>
                </a:solidFill>
                <a:effectLst/>
                <a:uLnTx/>
                <a:uFillTx/>
                <a:latin typeface="GSK Precision Light"/>
                <a:ea typeface="+mn-ea"/>
                <a:cs typeface="Arial"/>
              </a:rPr>
              <a:t>Introduce Impact</a:t>
            </a:r>
            <a:endParaRPr kumimoji="0" lang="en-US" sz="2000" b="0" i="1" u="none" strike="noStrike" kern="1200" cap="none" spc="0" normalizeH="0" baseline="0" noProof="0">
              <a:ln>
                <a:noFill/>
              </a:ln>
              <a:solidFill>
                <a:srgbClr val="000000"/>
              </a:solidFill>
              <a:effectLst/>
              <a:uLnTx/>
              <a:uFillTx/>
              <a:latin typeface="GSK Precision Light"/>
              <a:ea typeface="+mn-ea"/>
              <a:cs typeface="Arial"/>
            </a:endParaRPr>
          </a:p>
        </p:txBody>
      </p:sp>
      <p:sp>
        <p:nvSpPr>
          <p:cNvPr id="34" name="TextBox 33">
            <a:extLst>
              <a:ext uri="{FF2B5EF4-FFF2-40B4-BE49-F238E27FC236}">
                <a16:creationId xmlns:a16="http://schemas.microsoft.com/office/drawing/2014/main" id="{519C0003-6583-A612-86D7-9906880C8561}"/>
              </a:ext>
            </a:extLst>
          </p:cNvPr>
          <p:cNvSpPr txBox="1"/>
          <p:nvPr/>
        </p:nvSpPr>
        <p:spPr>
          <a:xfrm>
            <a:off x="548429" y="1574127"/>
            <a:ext cx="1162418" cy="61555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2000" b="1" i="0" u="none" strike="noStrike" kern="1200" cap="none" spc="0" normalizeH="0" baseline="0" noProof="0">
                <a:ln>
                  <a:noFill/>
                </a:ln>
                <a:solidFill>
                  <a:srgbClr val="6658A6"/>
                </a:solidFill>
                <a:effectLst/>
                <a:uLnTx/>
                <a:uFillTx/>
                <a:latin typeface="GSK Precision Light"/>
                <a:ea typeface="+mn-ea"/>
                <a:cs typeface="Arial"/>
              </a:rPr>
              <a:t>Share Reframe</a:t>
            </a:r>
            <a:endParaRPr kumimoji="0" lang="en-US" sz="2000" b="0" i="1" u="none" strike="noStrike" kern="1200" cap="none" spc="0" normalizeH="0" baseline="0" noProof="0">
              <a:ln>
                <a:noFill/>
              </a:ln>
              <a:solidFill>
                <a:srgbClr val="000000"/>
              </a:solidFill>
              <a:effectLst/>
              <a:uLnTx/>
              <a:uFillTx/>
              <a:latin typeface="GSK Precision Light"/>
              <a:ea typeface="+mn-ea"/>
              <a:cs typeface="Arial"/>
            </a:endParaRPr>
          </a:p>
        </p:txBody>
      </p:sp>
      <p:cxnSp>
        <p:nvCxnSpPr>
          <p:cNvPr id="53" name="Straight Connector 52">
            <a:extLst>
              <a:ext uri="{FF2B5EF4-FFF2-40B4-BE49-F238E27FC236}">
                <a16:creationId xmlns:a16="http://schemas.microsoft.com/office/drawing/2014/main" id="{C309EE03-8C5A-C831-4EEA-FA9CAB7F010D}"/>
              </a:ext>
            </a:extLst>
          </p:cNvPr>
          <p:cNvCxnSpPr>
            <a:cxnSpLocks/>
          </p:cNvCxnSpPr>
          <p:nvPr/>
        </p:nvCxnSpPr>
        <p:spPr>
          <a:xfrm>
            <a:off x="434763" y="2543990"/>
            <a:ext cx="11143266"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53F1453-7586-7915-08FB-B23A4908A84A}"/>
              </a:ext>
            </a:extLst>
          </p:cNvPr>
          <p:cNvCxnSpPr>
            <a:cxnSpLocks/>
          </p:cNvCxnSpPr>
          <p:nvPr/>
        </p:nvCxnSpPr>
        <p:spPr>
          <a:xfrm>
            <a:off x="545189" y="5114199"/>
            <a:ext cx="1101214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C14794E-294D-DDE4-AB01-B012D2D700B0}"/>
              </a:ext>
            </a:extLst>
          </p:cNvPr>
          <p:cNvSpPr txBox="1"/>
          <p:nvPr/>
        </p:nvSpPr>
        <p:spPr>
          <a:xfrm>
            <a:off x="1830758" y="2605145"/>
            <a:ext cx="9795353" cy="30469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GSK Precision Light"/>
                <a:ea typeface="+mn-ea"/>
                <a:cs typeface="Arial"/>
              </a:rPr>
              <a:t>“Doctor, studies have shown that a single exacerbation can trigger more symptoms and accelerated disease progression and in  severe cases potentially duplicate the risk of mortality over 5 years.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GSK Precision Light"/>
                <a:ea typeface="+mn-ea"/>
                <a:cs typeface="Arial"/>
              </a:rPr>
              <a:t>…Doctor, what considerations do you take into account when choosing treatment among your COPD patients at risk of exacerbations?”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GSK Precision Light"/>
                <a:ea typeface="+mn-ea"/>
                <a:cs typeface="Arial"/>
              </a:rPr>
              <a:t>"Doctor, I'd like to share the story of Humberto, a 65-year-old patient who envisioned an active retirement, traveling with his family and enjoying life. Unfortunately, his COPD and the fear of hospitalization have made those plans impossible.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GSK Precision Light"/>
                <a:ea typeface="+mn-ea"/>
                <a:cs typeface="Arial"/>
              </a:rPr>
              <a:t>In your experience, how many of your patients might be facing similar challenges to Humberto?"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a:ln>
                <a:noFill/>
              </a:ln>
              <a:solidFill>
                <a:srgbClr val="000000"/>
              </a:solidFill>
              <a:effectLst/>
              <a:uLnTx/>
              <a:uFillTx/>
              <a:latin typeface="GSK Precision Light"/>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a:ln>
                <a:noFill/>
              </a:ln>
              <a:solidFill>
                <a:srgbClr val="000000"/>
              </a:solidFill>
              <a:effectLst/>
              <a:uLnTx/>
              <a:uFillTx/>
              <a:latin typeface="GSK Precision Light"/>
              <a:ea typeface="+mn-ea"/>
              <a:cs typeface="Arial"/>
            </a:endParaRPr>
          </a:p>
        </p:txBody>
      </p:sp>
      <p:sp>
        <p:nvSpPr>
          <p:cNvPr id="17" name="TextBox 16">
            <a:extLst>
              <a:ext uri="{FF2B5EF4-FFF2-40B4-BE49-F238E27FC236}">
                <a16:creationId xmlns:a16="http://schemas.microsoft.com/office/drawing/2014/main" id="{889E23A9-61C4-5C41-8438-839720D3CE3B}"/>
              </a:ext>
            </a:extLst>
          </p:cNvPr>
          <p:cNvSpPr txBox="1"/>
          <p:nvPr/>
        </p:nvSpPr>
        <p:spPr>
          <a:xfrm>
            <a:off x="1686907" y="5195625"/>
            <a:ext cx="10080956" cy="147732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GSK Precision Light"/>
                <a:ea typeface="+mn-ea"/>
                <a:cs typeface="Arial"/>
              </a:rPr>
              <a:t>“Doctor, that’s where Trelegy changes the conversation. Its superiority has been consistently demonstrated in multiple clinical trials as well as in individual molecules. And now, with real-world head-to-head data comparing Trelegy and </a:t>
            </a:r>
            <a:r>
              <a:rPr kumimoji="0" lang="en-US" sz="1800" b="0" i="1" u="none" strike="noStrike" kern="1200" cap="none" spc="0" normalizeH="0" baseline="0" noProof="0" err="1">
                <a:ln>
                  <a:noFill/>
                </a:ln>
                <a:solidFill>
                  <a:srgbClr val="000000"/>
                </a:solidFill>
                <a:effectLst/>
                <a:uLnTx/>
                <a:uFillTx/>
                <a:latin typeface="GSK Precision Light"/>
                <a:ea typeface="+mn-ea"/>
                <a:cs typeface="Arial"/>
              </a:rPr>
              <a:t>Breztri</a:t>
            </a:r>
            <a:r>
              <a:rPr kumimoji="0" lang="en-US" sz="1800" b="0" i="1" u="none" strike="noStrike" kern="1200" cap="none" spc="0" normalizeH="0" baseline="0" noProof="0">
                <a:ln>
                  <a:noFill/>
                </a:ln>
                <a:solidFill>
                  <a:srgbClr val="000000"/>
                </a:solidFill>
                <a:effectLst/>
                <a:uLnTx/>
                <a:uFillTx/>
                <a:latin typeface="GSK Precision Light"/>
                <a:ea typeface="+mn-ea"/>
                <a:cs typeface="Arial"/>
              </a:rPr>
              <a:t>, we have an opportunity to make decisions based on what works in patients' daily lives…”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a:ln>
                <a:noFill/>
              </a:ln>
              <a:solidFill>
                <a:srgbClr val="000000"/>
              </a:solidFill>
              <a:effectLst/>
              <a:uLnTx/>
              <a:uFillTx/>
              <a:latin typeface="GSK Precision Light"/>
              <a:ea typeface="+mn-ea"/>
              <a:cs typeface="Arial"/>
            </a:endParaRPr>
          </a:p>
        </p:txBody>
      </p:sp>
      <p:sp>
        <p:nvSpPr>
          <p:cNvPr id="23" name="Text Placeholder 2">
            <a:extLst>
              <a:ext uri="{FF2B5EF4-FFF2-40B4-BE49-F238E27FC236}">
                <a16:creationId xmlns:a16="http://schemas.microsoft.com/office/drawing/2014/main" id="{9C75AB06-2FC6-D24E-130B-E91ADF2D7627}"/>
              </a:ext>
            </a:extLst>
          </p:cNvPr>
          <p:cNvSpPr txBox="1">
            <a:spLocks/>
          </p:cNvSpPr>
          <p:nvPr/>
        </p:nvSpPr>
        <p:spPr>
          <a:xfrm>
            <a:off x="165947" y="6453411"/>
            <a:ext cx="11460164" cy="298800"/>
          </a:xfrm>
          <a:prstGeom prst="rect">
            <a:avLst/>
          </a:prstGeom>
        </p:spPr>
        <p:txBody>
          <a:bodyPr vert="horz" wrap="square" lIns="0" tIns="0" rIns="0" bIns="0" rtlCol="0" anchor="b" anchorCtr="0">
            <a:noAutofit/>
          </a:bodyPr>
          <a:lstStyle>
            <a:lvl1pPr marL="0" indent="0" algn="l" defTabSz="1219170" rtl="0" eaLnBrk="1" latinLnBrk="0" hangingPunct="1">
              <a:spcBef>
                <a:spcPts val="0"/>
              </a:spcBef>
              <a:spcAft>
                <a:spcPts val="0"/>
              </a:spcAft>
              <a:buClr>
                <a:schemeClr val="tx2"/>
              </a:buClr>
              <a:buSzPct val="110000"/>
              <a:buFont typeface="Arial" panose="020B0604020202020204" pitchFamily="34" charset="0"/>
              <a:buNone/>
              <a:defRPr sz="800" kern="1200" baseline="0">
                <a:solidFill>
                  <a:schemeClr val="tx1"/>
                </a:solidFill>
                <a:latin typeface="+mn-lt"/>
                <a:ea typeface="+mn-ea"/>
                <a:cs typeface="+mn-cs"/>
              </a:defRPr>
            </a:lvl1pPr>
            <a:lvl2pPr marL="357542" indent="0" algn="l" defTabSz="1219170" rtl="0" eaLnBrk="1" latinLnBrk="0" hangingPunct="1">
              <a:spcBef>
                <a:spcPts val="300"/>
              </a:spcBef>
              <a:spcAft>
                <a:spcPts val="300"/>
              </a:spcAft>
              <a:buClr>
                <a:schemeClr val="tx1"/>
              </a:buClr>
              <a:buFont typeface="Arial" panose="020B0604020202020204" pitchFamily="34" charset="0"/>
              <a:buNone/>
              <a:defRPr sz="1067" kern="1200">
                <a:solidFill>
                  <a:schemeClr val="tx1"/>
                </a:solidFill>
                <a:latin typeface="+mn-lt"/>
                <a:ea typeface="+mn-ea"/>
                <a:cs typeface="+mn-cs"/>
              </a:defRPr>
            </a:lvl2pPr>
            <a:lvl3pPr marL="719982" indent="0" algn="l" defTabSz="1219170" rtl="0" eaLnBrk="1" latinLnBrk="0" hangingPunct="1">
              <a:spcBef>
                <a:spcPts val="300"/>
              </a:spcBef>
              <a:spcAft>
                <a:spcPts val="300"/>
              </a:spcAft>
              <a:buClr>
                <a:schemeClr val="tx1"/>
              </a:buClr>
              <a:buFont typeface="Arial" panose="020B0604020202020204" pitchFamily="34" charset="0"/>
              <a:buNone/>
              <a:defRPr sz="1067" kern="1200">
                <a:solidFill>
                  <a:schemeClr val="tx1"/>
                </a:solidFill>
                <a:latin typeface="+mn-lt"/>
                <a:ea typeface="+mn-ea"/>
                <a:cs typeface="+mn-cs"/>
              </a:defRPr>
            </a:lvl3pPr>
            <a:lvl4pPr marL="1081424" indent="0" algn="l" defTabSz="1219170" rtl="0" eaLnBrk="1" latinLnBrk="0" hangingPunct="1">
              <a:spcBef>
                <a:spcPts val="300"/>
              </a:spcBef>
              <a:spcAft>
                <a:spcPts val="300"/>
              </a:spcAft>
              <a:buClr>
                <a:schemeClr val="tx1"/>
              </a:buClr>
              <a:buFont typeface="Arial" panose="020B0604020202020204" pitchFamily="34" charset="0"/>
              <a:buNone/>
              <a:defRPr sz="1067" kern="1200">
                <a:solidFill>
                  <a:schemeClr val="tx1"/>
                </a:solidFill>
                <a:latin typeface="+mn-lt"/>
                <a:ea typeface="+mn-ea"/>
                <a:cs typeface="+mn-cs"/>
              </a:defRPr>
            </a:lvl4pPr>
            <a:lvl5pPr marL="1439964" indent="0" algn="l" defTabSz="1219170" rtl="0" eaLnBrk="1" latinLnBrk="0" hangingPunct="1">
              <a:spcBef>
                <a:spcPts val="300"/>
              </a:spcBef>
              <a:spcAft>
                <a:spcPts val="300"/>
              </a:spcAft>
              <a:buClr>
                <a:schemeClr val="tx1"/>
              </a:buClr>
              <a:buFont typeface="Arial" panose="020B0604020202020204" pitchFamily="34" charset="0"/>
              <a:buNone/>
              <a:defRPr sz="1067"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800" b="0" i="0" u="none" strike="noStrike" kern="1200" cap="none" spc="0" normalizeH="0" baseline="0" noProof="0">
                <a:ln>
                  <a:noFill/>
                </a:ln>
                <a:solidFill>
                  <a:srgbClr val="09090B"/>
                </a:solidFill>
                <a:effectLst/>
                <a:uLnTx/>
                <a:uFillTx/>
                <a:latin typeface="inherit"/>
                <a:ea typeface="+mn-ea"/>
                <a:cs typeface="Arial"/>
              </a:rPr>
              <a:t>The sample dialogue provided in this presentation are for illustrative purposes only. </a:t>
            </a:r>
          </a:p>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800" b="0" i="0" u="none" strike="noStrike" kern="1200" cap="none" spc="0" normalizeH="0" baseline="0" noProof="0">
                <a:ln>
                  <a:noFill/>
                </a:ln>
                <a:solidFill>
                  <a:srgbClr val="09090B"/>
                </a:solidFill>
                <a:effectLst/>
                <a:uLnTx/>
                <a:uFillTx/>
                <a:latin typeface="inherit"/>
                <a:ea typeface="+mn-ea"/>
                <a:cs typeface="Arial"/>
              </a:rPr>
              <a:t>These materials must be reviewed and locally approved by the Medical Affairs team prior to use in any healthcare professional (HCP) interactions.</a:t>
            </a:r>
            <a:endParaRPr kumimoji="0" lang="en-US" altLang="en-US" sz="600" b="0" i="0" u="none" strike="noStrike" kern="1200" cap="none" spc="0" normalizeH="0" baseline="0" noProof="0">
              <a:ln>
                <a:noFill/>
              </a:ln>
              <a:solidFill>
                <a:srgbClr val="09090B"/>
              </a:solidFill>
              <a:effectLst/>
              <a:uLnTx/>
              <a:uFillTx/>
              <a:latin typeface="inherit"/>
              <a:ea typeface="+mn-ea"/>
              <a:cs typeface="Arial"/>
            </a:endParaRPr>
          </a:p>
        </p:txBody>
      </p:sp>
    </p:spTree>
    <p:custDataLst>
      <p:tags r:id="rId1"/>
    </p:custDataLst>
    <p:extLst>
      <p:ext uri="{BB962C8B-B14F-4D97-AF65-F5344CB8AC3E}">
        <p14:creationId xmlns:p14="http://schemas.microsoft.com/office/powerpoint/2010/main" val="92168649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2_GSK ">
  <a:themeElements>
    <a:clrScheme name="GSK_Template_2022">
      <a:dk1>
        <a:srgbClr val="000000"/>
      </a:dk1>
      <a:lt1>
        <a:srgbClr val="FFFFFF"/>
      </a:lt1>
      <a:dk2>
        <a:srgbClr val="F36633"/>
      </a:dk2>
      <a:lt2>
        <a:srgbClr val="959595"/>
      </a:lt2>
      <a:accent1>
        <a:srgbClr val="6658A6"/>
      </a:accent1>
      <a:accent2>
        <a:srgbClr val="E21860"/>
      </a:accent2>
      <a:accent3>
        <a:srgbClr val="69B445"/>
      </a:accent3>
      <a:accent4>
        <a:srgbClr val="244EA2"/>
      </a:accent4>
      <a:accent5>
        <a:srgbClr val="FFC709"/>
      </a:accent5>
      <a:accent6>
        <a:srgbClr val="DC4133"/>
      </a:accent6>
      <a:hlink>
        <a:srgbClr val="000000"/>
      </a:hlink>
      <a:folHlink>
        <a:srgbClr val="959595"/>
      </a:folHlink>
    </a:clrScheme>
    <a:fontScheme name="GSK Custom Font">
      <a:majorFont>
        <a:latin typeface="GSK Precision Light"/>
        <a:ea typeface=""/>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SK Precision Light"/>
        <a:ea typeface=""/>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95000"/>
          </a:schemeClr>
        </a:solidFill>
        <a:ln>
          <a:noFill/>
          <a:headEnd/>
          <a:tailEnd/>
        </a:ln>
        <a:effectLst/>
      </a:spPr>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defPPr algn="l" eaLnBrk="0" fontAlgn="auto" hangingPunct="0">
          <a:spcBef>
            <a:spcPts val="300"/>
          </a:spcBef>
          <a:spcAft>
            <a:spcPts val="300"/>
          </a:spcAft>
          <a:buClr>
            <a:schemeClr val="tx2"/>
          </a:buClr>
          <a:buSzPct val="110000"/>
          <a:defRPr sz="1600" kern="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19050" cap="rnd">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36000" tIns="36000" rIns="36000" bIns="36000" rtlCol="0">
        <a:noAutofit/>
      </a:bodyPr>
      <a:lstStyle>
        <a:defPPr algn="l">
          <a:spcBef>
            <a:spcPts val="300"/>
          </a:spcBef>
          <a:spcAft>
            <a:spcPts val="300"/>
          </a:spcAft>
          <a:buClr>
            <a:schemeClr val="tx2"/>
          </a:buClr>
          <a:buSzPct val="110000"/>
          <a:defRPr sz="1600" dirty="0" err="1" smtClean="0"/>
        </a:defPPr>
      </a:lstStyle>
    </a:txDef>
  </a:objectDefaults>
  <a:extraClrSchemeLst/>
  <a:custClrLst>
    <a:custClr name="Custom Color 1">
      <a:srgbClr val="6658A6"/>
    </a:custClr>
    <a:custClr name="Custom Color 2">
      <a:srgbClr val="E21860"/>
    </a:custClr>
    <a:custClr name="Custom Color 3">
      <a:srgbClr val="69B445"/>
    </a:custClr>
    <a:custClr name="Custom Color 4">
      <a:srgbClr val="244EA2"/>
    </a:custClr>
    <a:custClr name="Custom Color 5">
      <a:srgbClr val="FFC709"/>
    </a:custClr>
    <a:custClr name="Custom Color 6">
      <a:srgbClr val="DC4133"/>
    </a:custClr>
    <a:custClr name="Custom Color 7">
      <a:srgbClr val="00B8AD"/>
    </a:custClr>
    <a:custClr name="BLANK">
      <a:srgbClr val="FFFFFF"/>
    </a:custClr>
    <a:custClr name="BLANK">
      <a:srgbClr val="FFFFFF"/>
    </a:custClr>
    <a:custClr name="BLANK">
      <a:srgbClr val="FFFFFF"/>
    </a:custClr>
    <a:custClr name="Custom Color 11">
      <a:srgbClr val="522E91"/>
    </a:custClr>
    <a:custClr name="Custom Color 12">
      <a:srgbClr val="862045"/>
    </a:custClr>
    <a:custClr name="Custom Color 13">
      <a:srgbClr val="436632"/>
    </a:custClr>
    <a:custClr name="Custom Color 14">
      <a:srgbClr val="263970"/>
    </a:custClr>
    <a:custClr name="Custom Color 15">
      <a:srgbClr val="C1A42B"/>
    </a:custClr>
    <a:custClr name="Custom Color 16">
      <a:srgbClr val="983728"/>
    </a:custClr>
    <a:custClr name="Custom Color 17">
      <a:srgbClr val="02736E"/>
    </a:custClr>
    <a:custClr name="BLANK">
      <a:srgbClr val="FFFFFF"/>
    </a:custClr>
    <a:custClr name="BLANK">
      <a:srgbClr val="FFFFFF"/>
    </a:custClr>
    <a:custClr name="BLANK">
      <a:srgbClr val="FFFFFF"/>
    </a:custClr>
    <a:custClr name="Custom Color 21">
      <a:srgbClr val="AB95C7"/>
    </a:custClr>
    <a:custClr name="Custom Color 22">
      <a:srgbClr val="CA8E9E"/>
    </a:custClr>
    <a:custClr name="Custom Color 23">
      <a:srgbClr val="85A977"/>
    </a:custClr>
    <a:custClr name="Custom Color 24">
      <a:srgbClr val="6F8CC7"/>
    </a:custClr>
    <a:custClr name="Custom Color 25">
      <a:srgbClr val="E2CC8F"/>
    </a:custClr>
    <a:custClr name="Custom Color 26">
      <a:srgbClr val="D6A197"/>
    </a:custClr>
    <a:custClr name="Custom Color 27">
      <a:srgbClr val="72ABA3"/>
    </a:custClr>
  </a:custClrLst>
  <a:extLst>
    <a:ext uri="{05A4C25C-085E-4340-85A3-A5531E510DB2}">
      <thm15:themeFamily xmlns:thm15="http://schemas.microsoft.com/office/thememl/2012/main" name="Presentation2" id="{C946F13D-37B2-43F7-B4AC-C5BD3D6E8C99}" vid="{36550E97-DA57-46C6-824F-CB48B55CC396}"/>
    </a:ext>
  </a:extLst>
</a:theme>
</file>

<file path=ppt/theme/theme2.xml><?xml version="1.0" encoding="utf-8"?>
<a:theme xmlns:a="http://schemas.openxmlformats.org/drawingml/2006/main" name="GSK ">
  <a:themeElements>
    <a:clrScheme name="GSK 2017 4">
      <a:dk1>
        <a:srgbClr val="544F40"/>
      </a:dk1>
      <a:lt1>
        <a:srgbClr val="FFFFFF"/>
      </a:lt1>
      <a:dk2>
        <a:srgbClr val="15717D"/>
      </a:dk2>
      <a:lt2>
        <a:srgbClr val="F36633"/>
      </a:lt2>
      <a:accent1>
        <a:srgbClr val="F36633"/>
      </a:accent1>
      <a:accent2>
        <a:srgbClr val="544F40"/>
      </a:accent2>
      <a:accent3>
        <a:srgbClr val="008A00"/>
      </a:accent3>
      <a:accent4>
        <a:srgbClr val="BC1077"/>
      </a:accent4>
      <a:accent5>
        <a:srgbClr val="40488D"/>
      </a:accent5>
      <a:accent6>
        <a:srgbClr val="ED003C"/>
      </a:accent6>
      <a:hlink>
        <a:srgbClr val="F36633"/>
      </a:hlink>
      <a:folHlink>
        <a:srgbClr val="F36633"/>
      </a:folHlink>
    </a:clrScheme>
    <a:fontScheme name="GS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2"/>
        </a:solidFill>
        <a:ln>
          <a:noFill/>
          <a:headEnd/>
          <a:tailEnd/>
        </a:ln>
        <a:effectLst/>
      </a:spPr>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defPPr marL="180975" indent="-180975" eaLnBrk="0" fontAlgn="auto" hangingPunct="0">
          <a:spcBef>
            <a:spcPts val="0"/>
          </a:spcBef>
          <a:spcAft>
            <a:spcPts val="0"/>
          </a:spcAft>
          <a:buClr>
            <a:schemeClr val="bg1"/>
          </a:buClr>
          <a:buFont typeface="Arial" pitchFamily="34" charset="0"/>
          <a:buChar char="–"/>
          <a:defRPr sz="1200" b="1" kern="0" dirty="0" err="1" smtClean="0">
            <a:solidFill>
              <a:srgbClr val="FFFFFF"/>
            </a:solidFill>
            <a:latin typeface="Arial"/>
          </a:defRPr>
        </a:defPPr>
      </a:lstStyle>
      <a:style>
        <a:lnRef idx="1">
          <a:schemeClr val="accent1"/>
        </a:lnRef>
        <a:fillRef idx="3">
          <a:schemeClr val="accent1"/>
        </a:fillRef>
        <a:effectRef idx="2">
          <a:schemeClr val="accent1"/>
        </a:effectRef>
        <a:fontRef idx="minor">
          <a:schemeClr val="lt1"/>
        </a:fontRef>
      </a:style>
    </a:spDef>
    <a:txDef>
      <a:spPr>
        <a:noFill/>
      </a:spPr>
      <a:bodyPr wrap="square" rtlCol="0">
        <a:spAutoFit/>
      </a:bodyPr>
      <a:lstStyle>
        <a:defPPr marL="171450" indent="-171450">
          <a:buClr>
            <a:schemeClr val="tx1"/>
          </a:buClr>
          <a:buFont typeface="Arial" pitchFamily="34" charset="0"/>
          <a:buChar char="–"/>
          <a:defRPr sz="1200" dirty="0" err="1" smtClean="0"/>
        </a:defPPr>
      </a:lstStyle>
    </a:txDef>
  </a:objectDefaults>
  <a:extraClrSchemeLst/>
  <a:extLst>
    <a:ext uri="{05A4C25C-085E-4340-85A3-A5531E510DB2}">
      <thm15:themeFamily xmlns:thm15="http://schemas.microsoft.com/office/thememl/2012/main" name="GSK_16x9 PowerPoint_V1_20170629" id="{B8F049B3-8A91-4FD3-B156-B44F80C0BC27}" vid="{B103CDC2-14D8-4A5C-86DD-96EA2A18BF34}"/>
    </a:ext>
  </a:extLst>
</a:theme>
</file>

<file path=ppt/theme/theme3.xml><?xml version="1.0" encoding="utf-8"?>
<a:theme xmlns:a="http://schemas.openxmlformats.org/drawingml/2006/main" name="3_GSK ">
  <a:themeElements>
    <a:clrScheme name="GSK_Template_2022">
      <a:dk1>
        <a:srgbClr val="000000"/>
      </a:dk1>
      <a:lt1>
        <a:srgbClr val="FFFFFF"/>
      </a:lt1>
      <a:dk2>
        <a:srgbClr val="F36633"/>
      </a:dk2>
      <a:lt2>
        <a:srgbClr val="959595"/>
      </a:lt2>
      <a:accent1>
        <a:srgbClr val="6658A6"/>
      </a:accent1>
      <a:accent2>
        <a:srgbClr val="E21860"/>
      </a:accent2>
      <a:accent3>
        <a:srgbClr val="69B445"/>
      </a:accent3>
      <a:accent4>
        <a:srgbClr val="244EA2"/>
      </a:accent4>
      <a:accent5>
        <a:srgbClr val="FFC709"/>
      </a:accent5>
      <a:accent6>
        <a:srgbClr val="DC4133"/>
      </a:accent6>
      <a:hlink>
        <a:srgbClr val="000000"/>
      </a:hlink>
      <a:folHlink>
        <a:srgbClr val="959595"/>
      </a:folHlink>
    </a:clrScheme>
    <a:fontScheme name="GSK Custom Font">
      <a:majorFont>
        <a:latin typeface="GSK Precision Light"/>
        <a:ea typeface=""/>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SK Precision Light"/>
        <a:ea typeface=""/>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95000"/>
          </a:schemeClr>
        </a:solidFill>
        <a:ln>
          <a:noFill/>
          <a:headEnd/>
          <a:tailEnd/>
        </a:ln>
        <a:effectLst/>
      </a:spPr>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defPPr algn="l" eaLnBrk="0" fontAlgn="auto" hangingPunct="0">
          <a:spcBef>
            <a:spcPts val="300"/>
          </a:spcBef>
          <a:spcAft>
            <a:spcPts val="300"/>
          </a:spcAft>
          <a:buClr>
            <a:schemeClr val="tx2"/>
          </a:buClr>
          <a:buSzPct val="110000"/>
          <a:defRPr sz="1600" kern="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19050" cap="rnd">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36000" tIns="36000" rIns="36000" bIns="36000" rtlCol="0">
        <a:noAutofit/>
      </a:bodyPr>
      <a:lstStyle>
        <a:defPPr algn="l">
          <a:spcBef>
            <a:spcPts val="300"/>
          </a:spcBef>
          <a:spcAft>
            <a:spcPts val="300"/>
          </a:spcAft>
          <a:buClr>
            <a:schemeClr val="tx2"/>
          </a:buClr>
          <a:buSzPct val="110000"/>
          <a:defRPr sz="1600" dirty="0" err="1" smtClean="0"/>
        </a:defPPr>
      </a:lstStyle>
    </a:txDef>
  </a:objectDefaults>
  <a:extraClrSchemeLst/>
  <a:custClrLst>
    <a:custClr name="Custom Color 1">
      <a:srgbClr val="6658A6"/>
    </a:custClr>
    <a:custClr name="Custom Color 2">
      <a:srgbClr val="E21860"/>
    </a:custClr>
    <a:custClr name="Custom Color 3">
      <a:srgbClr val="69B445"/>
    </a:custClr>
    <a:custClr name="Custom Color 4">
      <a:srgbClr val="244EA2"/>
    </a:custClr>
    <a:custClr name="Custom Color 5">
      <a:srgbClr val="FFC709"/>
    </a:custClr>
    <a:custClr name="Custom Color 6">
      <a:srgbClr val="DC4133"/>
    </a:custClr>
    <a:custClr name="Custom Color 7">
      <a:srgbClr val="00B8AD"/>
    </a:custClr>
    <a:custClr name="BLANK">
      <a:srgbClr val="FFFFFF"/>
    </a:custClr>
    <a:custClr name="BLANK">
      <a:srgbClr val="FFFFFF"/>
    </a:custClr>
    <a:custClr name="BLANK">
      <a:srgbClr val="FFFFFF"/>
    </a:custClr>
    <a:custClr name="Custom Color 11">
      <a:srgbClr val="522E91"/>
    </a:custClr>
    <a:custClr name="Custom Color 12">
      <a:srgbClr val="862045"/>
    </a:custClr>
    <a:custClr name="Custom Color 13">
      <a:srgbClr val="436632"/>
    </a:custClr>
    <a:custClr name="Custom Color 14">
      <a:srgbClr val="263970"/>
    </a:custClr>
    <a:custClr name="Custom Color 15">
      <a:srgbClr val="C1A42B"/>
    </a:custClr>
    <a:custClr name="Custom Color 16">
      <a:srgbClr val="983728"/>
    </a:custClr>
    <a:custClr name="Custom Color 17">
      <a:srgbClr val="02736E"/>
    </a:custClr>
    <a:custClr name="BLANK">
      <a:srgbClr val="FFFFFF"/>
    </a:custClr>
    <a:custClr name="BLANK">
      <a:srgbClr val="FFFFFF"/>
    </a:custClr>
    <a:custClr name="BLANK">
      <a:srgbClr val="FFFFFF"/>
    </a:custClr>
    <a:custClr name="Custom Color 21">
      <a:srgbClr val="AB95C7"/>
    </a:custClr>
    <a:custClr name="Custom Color 22">
      <a:srgbClr val="CA8E9E"/>
    </a:custClr>
    <a:custClr name="Custom Color 23">
      <a:srgbClr val="85A977"/>
    </a:custClr>
    <a:custClr name="Custom Color 24">
      <a:srgbClr val="6F8CC7"/>
    </a:custClr>
    <a:custClr name="Custom Color 25">
      <a:srgbClr val="E2CC8F"/>
    </a:custClr>
    <a:custClr name="Custom Color 26">
      <a:srgbClr val="D6A197"/>
    </a:custClr>
    <a:custClr name="Custom Color 27">
      <a:srgbClr val="72ABA3"/>
    </a:custClr>
  </a:custClrLst>
  <a:extLst>
    <a:ext uri="{05A4C25C-085E-4340-85A3-A5531E510DB2}">
      <thm15:themeFamily xmlns:thm15="http://schemas.microsoft.com/office/thememl/2012/main" name="Presentation2" id="{C946F13D-37B2-43F7-B4AC-C5BD3D6E8C99}" vid="{36550E97-DA57-46C6-824F-CB48B55CC396}"/>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bea66b2b-af80-48b6-873b-d341d3035cfa}" enabled="1" method="Standard" siteId="{63982aff-fb6c-4c22-973b-70e4acfb63e6}" removed="0"/>
</clbl:labelList>
</file>

<file path=docProps/app.xml><?xml version="1.0" encoding="utf-8"?>
<Properties xmlns="http://schemas.openxmlformats.org/officeDocument/2006/extended-properties" xmlns:vt="http://schemas.openxmlformats.org/officeDocument/2006/docPropsVTypes">
  <Template/>
  <TotalTime>1583</TotalTime>
  <Words>2991</Words>
  <Application>Microsoft Office PowerPoint</Application>
  <PresentationFormat>Widescreen</PresentationFormat>
  <Paragraphs>387</Paragraphs>
  <Slides>21</Slides>
  <Notes>19</Notes>
  <HiddenSlides>0</HiddenSlides>
  <MMClips>0</MMClips>
  <ScaleCrop>false</ScaleCrop>
  <HeadingPairs>
    <vt:vector size="8" baseType="variant">
      <vt:variant>
        <vt:lpstr>Fonts Used</vt:lpstr>
      </vt:variant>
      <vt:variant>
        <vt:i4>9</vt:i4>
      </vt:variant>
      <vt:variant>
        <vt:lpstr>Theme</vt:lpstr>
      </vt:variant>
      <vt:variant>
        <vt:i4>3</vt:i4>
      </vt:variant>
      <vt:variant>
        <vt:lpstr>Embedded OLE Servers</vt:lpstr>
      </vt:variant>
      <vt:variant>
        <vt:i4>1</vt:i4>
      </vt:variant>
      <vt:variant>
        <vt:lpstr>Slide Titles</vt:lpstr>
      </vt:variant>
      <vt:variant>
        <vt:i4>21</vt:i4>
      </vt:variant>
    </vt:vector>
  </HeadingPairs>
  <TitlesOfParts>
    <vt:vector size="34" baseType="lpstr">
      <vt:lpstr>Aptos</vt:lpstr>
      <vt:lpstr>Arial</vt:lpstr>
      <vt:lpstr>Graphik Bold</vt:lpstr>
      <vt:lpstr>Graphik Regular</vt:lpstr>
      <vt:lpstr>GSK Precision</vt:lpstr>
      <vt:lpstr>GSK Precision Light</vt:lpstr>
      <vt:lpstr>inherit</vt:lpstr>
      <vt:lpstr>Lyon Text Bold</vt:lpstr>
      <vt:lpstr>Wingdings</vt:lpstr>
      <vt:lpstr>2_GSK </vt:lpstr>
      <vt:lpstr>GSK </vt:lpstr>
      <vt:lpstr>3_GSK </vt:lpstr>
      <vt:lpstr>think-cell Slide</vt:lpstr>
      <vt:lpstr>Challenger Rep Module</vt:lpstr>
      <vt:lpstr>How Challengers Win</vt:lpstr>
      <vt:lpstr>Challenge The Status Quo</vt:lpstr>
      <vt:lpstr>PowerPoint Presentation</vt:lpstr>
      <vt:lpstr>Disrupting the Status Quo by addressing customer problem in a right way </vt:lpstr>
      <vt:lpstr>A 3-Phase Message</vt:lpstr>
      <vt:lpstr>Characteristics of a Reframe</vt:lpstr>
      <vt:lpstr>Scripting Your Reframe</vt:lpstr>
      <vt:lpstr>Let’s apply!</vt:lpstr>
      <vt:lpstr>Gathering your Inputs: Seek First to Understand </vt:lpstr>
      <vt:lpstr>Suggested Activity</vt:lpstr>
      <vt:lpstr>Developing a Reframe</vt:lpstr>
      <vt:lpstr>Focusing On: Introduce Impact</vt:lpstr>
      <vt:lpstr>Introduce the Impact</vt:lpstr>
      <vt:lpstr>EMOTIVE SELLING TACTICS</vt:lpstr>
      <vt:lpstr>Build your own “Challenge” to Status Quo</vt:lpstr>
      <vt:lpstr>Focusing On: Reveal Value</vt:lpstr>
      <vt:lpstr>Offering a New Way Forward</vt:lpstr>
      <vt:lpstr>Reveal Value of Trelegy thru CES </vt:lpstr>
      <vt:lpstr>A 3-Phase Message</vt:lpstr>
      <vt:lpstr>Turning a Message into a Conversation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Diorella Costales</dc:creator>
  <cp:lastModifiedBy>Diorella Costales</cp:lastModifiedBy>
  <cp:revision>1</cp:revision>
  <dcterms:created xsi:type="dcterms:W3CDTF">2025-07-03T09:46:30Z</dcterms:created>
  <dcterms:modified xsi:type="dcterms:W3CDTF">2025-07-22T08:44:58Z</dcterms:modified>
</cp:coreProperties>
</file>