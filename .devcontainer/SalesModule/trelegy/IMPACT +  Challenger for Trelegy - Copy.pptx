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41.xml" ContentType="application/vnd.openxmlformats-officedocument.presentationml.tags+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43.xml" ContentType="application/vnd.openxmlformats-officedocument.presentationml.tags+xml"/>
  <Override PartName="/ppt/notesSlides/notesSlide14.xml" ContentType="application/vnd.openxmlformats-officedocument.presentationml.notesSlide+xml"/>
  <Override PartName="/ppt/tags/tag4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5.xml" ContentType="application/vnd.openxmlformats-officedocument.presentationml.tags+xml"/>
  <Override PartName="/ppt/notesSlides/notesSlide17.xml" ContentType="application/vnd.openxmlformats-officedocument.presentationml.notesSlide+xml"/>
  <Override PartName="/ppt/tags/tag46.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tags/tag47.xml" ContentType="application/vnd.openxmlformats-officedocument.presentationml.tags+xml"/>
  <Override PartName="/ppt/notesSlides/notesSlide23.xml" ContentType="application/vnd.openxmlformats-officedocument.presentationml.notesSlide+xml"/>
  <Override PartName="/ppt/tags/tag48.xml" ContentType="application/vnd.openxmlformats-officedocument.presentationml.tags+xml"/>
  <Override PartName="/ppt/notesSlides/notesSlide24.xml" ContentType="application/vnd.openxmlformats-officedocument.presentationml.notesSlide+xml"/>
  <Override PartName="/ppt/tags/tag49.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28.xml" ContentType="application/vnd.openxmlformats-officedocument.presentationml.notesSlide+xml"/>
  <Override PartName="/ppt/tags/tag52.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53.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3" r:id="rId2"/>
    <p:sldMasterId id="2147483715" r:id="rId3"/>
  </p:sldMasterIdLst>
  <p:notesMasterIdLst>
    <p:notesMasterId r:id="rId43"/>
  </p:notesMasterIdLst>
  <p:sldIdLst>
    <p:sldId id="2147472775" r:id="rId4"/>
    <p:sldId id="256" r:id="rId5"/>
    <p:sldId id="272" r:id="rId6"/>
    <p:sldId id="2147483641" r:id="rId7"/>
    <p:sldId id="2147472799" r:id="rId8"/>
    <p:sldId id="318" r:id="rId9"/>
    <p:sldId id="259" r:id="rId10"/>
    <p:sldId id="2147483647" r:id="rId11"/>
    <p:sldId id="261" r:id="rId12"/>
    <p:sldId id="2147483634" r:id="rId13"/>
    <p:sldId id="266" r:id="rId14"/>
    <p:sldId id="295" r:id="rId15"/>
    <p:sldId id="262" r:id="rId16"/>
    <p:sldId id="2095" r:id="rId17"/>
    <p:sldId id="258" r:id="rId18"/>
    <p:sldId id="2147472800" r:id="rId19"/>
    <p:sldId id="3901" r:id="rId20"/>
    <p:sldId id="2113416274" r:id="rId21"/>
    <p:sldId id="2147472790" r:id="rId22"/>
    <p:sldId id="3947" r:id="rId23"/>
    <p:sldId id="2113416276" r:id="rId24"/>
    <p:sldId id="298" r:id="rId25"/>
    <p:sldId id="2147472793" r:id="rId26"/>
    <p:sldId id="413" r:id="rId27"/>
    <p:sldId id="263" r:id="rId28"/>
    <p:sldId id="2113416302" r:id="rId29"/>
    <p:sldId id="2113416291" r:id="rId30"/>
    <p:sldId id="3909" r:id="rId31"/>
    <p:sldId id="257" r:id="rId32"/>
    <p:sldId id="281" r:id="rId33"/>
    <p:sldId id="268" r:id="rId34"/>
    <p:sldId id="389" r:id="rId35"/>
    <p:sldId id="2147474197" r:id="rId36"/>
    <p:sldId id="265" r:id="rId37"/>
    <p:sldId id="489" r:id="rId38"/>
    <p:sldId id="342" r:id="rId39"/>
    <p:sldId id="267" r:id="rId40"/>
    <p:sldId id="264" r:id="rId41"/>
    <p:sldId id="291" r:id="rId42"/>
  </p:sldIdLst>
  <p:sldSz cx="12192000" cy="6858000"/>
  <p:notesSz cx="9931400" cy="1436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1DF128-06B0-4136-1F2A-293509EF1E2C}" name="Diorella Costales" initials="" userId="S::dior.p.paulino@gsk.com::88d74f34-239a-4b43-9065-89ac9de46b63" providerId="AD"/>
  <p188:author id="{B337585B-B62C-665E-38D4-39B2BF23C6D7}" name="Samer Rateb" initials="SR" userId="S::samer.m.rateb@gsk.com::dc672372-81d7-4094-99dc-80c38a3c811a" providerId="AD"/>
  <p188:author id="{2A1B4381-29D2-8AD2-BE06-D528AEEB756A}" name="Ruchi Shah" initials="RS" userId="S::ruchi.8.shah@gsk.com::e6d23372-3c70-4d6e-80c3-8ddba795eb3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DCEF1"/>
    <a:srgbClr val="ACD7FE"/>
    <a:srgbClr val="99CCFF"/>
    <a:srgbClr val="FAD1A8"/>
    <a:srgbClr val="FF9900"/>
    <a:srgbClr val="FF6600"/>
    <a:srgbClr val="CC3399"/>
    <a:srgbClr val="419D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895" autoAdjust="0"/>
  </p:normalViewPr>
  <p:slideViewPr>
    <p:cSldViewPr snapToGrid="0">
      <p:cViewPr varScale="1">
        <p:scale>
          <a:sx n="55" d="100"/>
          <a:sy n="55" d="100"/>
        </p:scale>
        <p:origin x="10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microsoft.com/office/2018/10/relationships/authors" Target="author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er Rateb" userId="dc672372-81d7-4094-99dc-80c38a3c811a" providerId="ADAL" clId="{01084418-018D-4489-B488-766AF00E8CF9}"/>
    <pc:docChg chg="custSel delSld modSld">
      <pc:chgData name="Samer Rateb" userId="dc672372-81d7-4094-99dc-80c38a3c811a" providerId="ADAL" clId="{01084418-018D-4489-B488-766AF00E8CF9}" dt="2025-12-21T13:25:39.511" v="6" actId="2696"/>
      <pc:docMkLst>
        <pc:docMk/>
      </pc:docMkLst>
      <pc:sldChg chg="del">
        <pc:chgData name="Samer Rateb" userId="dc672372-81d7-4094-99dc-80c38a3c811a" providerId="ADAL" clId="{01084418-018D-4489-B488-766AF00E8CF9}" dt="2025-12-21T13:23:01.588" v="4" actId="2696"/>
        <pc:sldMkLst>
          <pc:docMk/>
          <pc:sldMk cId="3919631933" sldId="260"/>
        </pc:sldMkLst>
      </pc:sldChg>
      <pc:sldChg chg="del">
        <pc:chgData name="Samer Rateb" userId="dc672372-81d7-4094-99dc-80c38a3c811a" providerId="ADAL" clId="{01084418-018D-4489-B488-766AF00E8CF9}" dt="2025-12-21T13:22:58.770" v="3" actId="2696"/>
        <pc:sldMkLst>
          <pc:docMk/>
          <pc:sldMk cId="2466383975" sldId="269"/>
        </pc:sldMkLst>
      </pc:sldChg>
      <pc:sldChg chg="del">
        <pc:chgData name="Samer Rateb" userId="dc672372-81d7-4094-99dc-80c38a3c811a" providerId="ADAL" clId="{01084418-018D-4489-B488-766AF00E8CF9}" dt="2025-12-21T13:25:39.511" v="6" actId="2696"/>
        <pc:sldMkLst>
          <pc:docMk/>
          <pc:sldMk cId="3499350796" sldId="270"/>
        </pc:sldMkLst>
      </pc:sldChg>
      <pc:sldChg chg="del">
        <pc:chgData name="Samer Rateb" userId="dc672372-81d7-4094-99dc-80c38a3c811a" providerId="ADAL" clId="{01084418-018D-4489-B488-766AF00E8CF9}" dt="2025-12-21T13:22:54.948" v="2" actId="2696"/>
        <pc:sldMkLst>
          <pc:docMk/>
          <pc:sldMk cId="3121278255" sldId="271"/>
        </pc:sldMkLst>
      </pc:sldChg>
      <pc:sldChg chg="del">
        <pc:chgData name="Samer Rateb" userId="dc672372-81d7-4094-99dc-80c38a3c811a" providerId="ADAL" clId="{01084418-018D-4489-B488-766AF00E8CF9}" dt="2025-12-21T13:22:30.308" v="0" actId="2696"/>
        <pc:sldMkLst>
          <pc:docMk/>
          <pc:sldMk cId="2618536518" sldId="273"/>
        </pc:sldMkLst>
      </pc:sldChg>
      <pc:sldChg chg="modSp mod">
        <pc:chgData name="Samer Rateb" userId="dc672372-81d7-4094-99dc-80c38a3c811a" providerId="ADAL" clId="{01084418-018D-4489-B488-766AF00E8CF9}" dt="2025-12-21T13:24:12.692" v="5" actId="33524"/>
        <pc:sldMkLst>
          <pc:docMk/>
          <pc:sldMk cId="3520656310" sldId="298"/>
        </pc:sldMkLst>
        <pc:spChg chg="mod">
          <ac:chgData name="Samer Rateb" userId="dc672372-81d7-4094-99dc-80c38a3c811a" providerId="ADAL" clId="{01084418-018D-4489-B488-766AF00E8CF9}" dt="2025-12-21T13:24:12.692" v="5" actId="33524"/>
          <ac:spMkLst>
            <pc:docMk/>
            <pc:sldMk cId="3520656310" sldId="298"/>
            <ac:spMk id="12" creationId="{92B595D5-712C-094C-9D85-B2C19CC191DA}"/>
          </ac:spMkLst>
        </pc:spChg>
      </pc:sldChg>
      <pc:sldChg chg="modSp mod">
        <pc:chgData name="Samer Rateb" userId="dc672372-81d7-4094-99dc-80c38a3c811a" providerId="ADAL" clId="{01084418-018D-4489-B488-766AF00E8CF9}" dt="2025-12-21T13:22:45.658" v="1" actId="20577"/>
        <pc:sldMkLst>
          <pc:docMk/>
          <pc:sldMk cId="3819034764" sldId="318"/>
        </pc:sldMkLst>
        <pc:spChg chg="mod">
          <ac:chgData name="Samer Rateb" userId="dc672372-81d7-4094-99dc-80c38a3c811a" providerId="ADAL" clId="{01084418-018D-4489-B488-766AF00E8CF9}" dt="2025-12-21T13:22:45.658" v="1" actId="20577"/>
          <ac:spMkLst>
            <pc:docMk/>
            <pc:sldMk cId="3819034764" sldId="318"/>
            <ac:spMk id="18" creationId="{EB13B37C-4DAE-60F8-CF92-7F753894D98E}"/>
          </ac:spMkLst>
        </pc:spChg>
      </pc:sldChg>
      <pc:sldMasterChg chg="delSldLayout">
        <pc:chgData name="Samer Rateb" userId="dc672372-81d7-4094-99dc-80c38a3c811a" providerId="ADAL" clId="{01084418-018D-4489-B488-766AF00E8CF9}" dt="2025-12-21T13:25:39.511" v="6" actId="2696"/>
        <pc:sldMasterMkLst>
          <pc:docMk/>
          <pc:sldMasterMk cId="2835076438" sldId="2147483715"/>
        </pc:sldMasterMkLst>
        <pc:sldLayoutChg chg="del">
          <pc:chgData name="Samer Rateb" userId="dc672372-81d7-4094-99dc-80c38a3c811a" providerId="ADAL" clId="{01084418-018D-4489-B488-766AF00E8CF9}" dt="2025-12-21T13:25:39.511" v="6" actId="2696"/>
          <pc:sldLayoutMkLst>
            <pc:docMk/>
            <pc:sldMasterMk cId="2835076438" sldId="2147483715"/>
            <pc:sldLayoutMk cId="2439787702" sldId="2147483747"/>
          </pc:sldLayoutMkLst>
        </pc:sldLayoutChg>
      </pc:sldMaster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63.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63.jpeg"/></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E6606C-29E7-4C71-A5CB-8AE292B17229}" type="doc">
      <dgm:prSet loTypeId="urn:microsoft.com/office/officeart/2005/8/layout/vList3#2" loCatId="list" qsTypeId="urn:microsoft.com/office/officeart/2005/8/quickstyle/simple1" qsCatId="simple" csTypeId="urn:microsoft.com/office/officeart/2005/8/colors/accent4_2" csCatId="accent4" phldr="1"/>
      <dgm:spPr/>
      <dgm:t>
        <a:bodyPr/>
        <a:lstStyle/>
        <a:p>
          <a:endParaRPr lang="en-US"/>
        </a:p>
      </dgm:t>
    </dgm:pt>
    <dgm:pt modelId="{B8D8D4C3-BEC1-44E2-9950-7109B4AC7D59}">
      <dgm:prSet custT="1"/>
      <dgm:spPr/>
      <dgm:t>
        <a:bodyPr/>
        <a:lstStyle/>
        <a:p>
          <a:pPr algn="r"/>
          <a:r>
            <a:rPr lang="en-US" sz="1800" b="1"/>
            <a:t>Constructive Tension</a:t>
          </a:r>
        </a:p>
        <a:p>
          <a:pPr algn="r"/>
          <a:r>
            <a:rPr lang="en-US" sz="1600"/>
            <a:t>A productive </a:t>
          </a:r>
          <a:r>
            <a:rPr lang="en-US" sz="1600" b="1"/>
            <a:t>force</a:t>
          </a:r>
          <a:r>
            <a:rPr lang="en-US" sz="1600"/>
            <a:t> that moves the interaction into unfamiliar and/or uncomfortable territory where the HCP feels compelled to take clinically appropriate action</a:t>
          </a:r>
          <a:endParaRPr lang="en-GB" sz="1800"/>
        </a:p>
      </dgm:t>
    </dgm:pt>
    <dgm:pt modelId="{DBA9C27B-CF3F-46D1-9829-58C98BC685E8}" type="parTrans" cxnId="{3A17CDD9-160F-4B9E-AE28-43077628547F}">
      <dgm:prSet/>
      <dgm:spPr/>
      <dgm:t>
        <a:bodyPr/>
        <a:lstStyle/>
        <a:p>
          <a:endParaRPr lang="en-US"/>
        </a:p>
      </dgm:t>
    </dgm:pt>
    <dgm:pt modelId="{45C918AB-D724-490E-BB83-107EA4CD7E42}" type="sibTrans" cxnId="{3A17CDD9-160F-4B9E-AE28-43077628547F}">
      <dgm:prSet/>
      <dgm:spPr/>
      <dgm:t>
        <a:bodyPr/>
        <a:lstStyle/>
        <a:p>
          <a:endParaRPr lang="en-US"/>
        </a:p>
      </dgm:t>
    </dgm:pt>
    <dgm:pt modelId="{33396678-0C39-4845-B81C-19DF8DC01AC1}" type="pres">
      <dgm:prSet presAssocID="{A9E6606C-29E7-4C71-A5CB-8AE292B17229}" presName="linearFlow" presStyleCnt="0">
        <dgm:presLayoutVars>
          <dgm:dir/>
          <dgm:resizeHandles val="exact"/>
        </dgm:presLayoutVars>
      </dgm:prSet>
      <dgm:spPr/>
    </dgm:pt>
    <dgm:pt modelId="{7A78A496-C76D-40EF-8C6A-1CA458C8DBAA}" type="pres">
      <dgm:prSet presAssocID="{B8D8D4C3-BEC1-44E2-9950-7109B4AC7D59}" presName="composite" presStyleCnt="0"/>
      <dgm:spPr/>
    </dgm:pt>
    <dgm:pt modelId="{C1C317CC-44DC-44DE-AF55-38760243FCA9}" type="pres">
      <dgm:prSet presAssocID="{B8D8D4C3-BEC1-44E2-9950-7109B4AC7D59}" presName="imgShp" presStyleLbl="fgImgPlace1" presStyleIdx="0" presStyleCnt="1" custScaleX="59536" custScaleY="54269" custLinFactNeighborX="81495" custLinFactNeighborY="-2773"/>
      <dgm:spPr>
        <a:blipFill rotWithShape="1">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pt>
    <dgm:pt modelId="{CDCD55E3-BFB8-4A42-A466-D9A49E3190EA}" type="pres">
      <dgm:prSet presAssocID="{B8D8D4C3-BEC1-44E2-9950-7109B4AC7D59}" presName="txShp" presStyleLbl="node1" presStyleIdx="0" presStyleCnt="1" custScaleX="80124" custLinFactNeighborX="8530" custLinFactNeighborY="-126">
        <dgm:presLayoutVars>
          <dgm:bulletEnabled val="1"/>
        </dgm:presLayoutVars>
      </dgm:prSet>
      <dgm:spPr/>
    </dgm:pt>
  </dgm:ptLst>
  <dgm:cxnLst>
    <dgm:cxn modelId="{8F38751D-4AAB-45AB-A23A-6C98450E1016}" type="presOf" srcId="{B8D8D4C3-BEC1-44E2-9950-7109B4AC7D59}" destId="{CDCD55E3-BFB8-4A42-A466-D9A49E3190EA}" srcOrd="0" destOrd="0" presId="urn:microsoft.com/office/officeart/2005/8/layout/vList3#2"/>
    <dgm:cxn modelId="{3A17CDD9-160F-4B9E-AE28-43077628547F}" srcId="{A9E6606C-29E7-4C71-A5CB-8AE292B17229}" destId="{B8D8D4C3-BEC1-44E2-9950-7109B4AC7D59}" srcOrd="0" destOrd="0" parTransId="{DBA9C27B-CF3F-46D1-9829-58C98BC685E8}" sibTransId="{45C918AB-D724-490E-BB83-107EA4CD7E42}"/>
    <dgm:cxn modelId="{3A8B02F1-B0BC-41E7-B3D1-C6F52567CC01}" type="presOf" srcId="{A9E6606C-29E7-4C71-A5CB-8AE292B17229}" destId="{33396678-0C39-4845-B81C-19DF8DC01AC1}" srcOrd="0" destOrd="0" presId="urn:microsoft.com/office/officeart/2005/8/layout/vList3#2"/>
    <dgm:cxn modelId="{734D2EB5-C1B3-472A-9D5E-C95358887D77}" type="presParOf" srcId="{33396678-0C39-4845-B81C-19DF8DC01AC1}" destId="{7A78A496-C76D-40EF-8C6A-1CA458C8DBAA}" srcOrd="0" destOrd="0" presId="urn:microsoft.com/office/officeart/2005/8/layout/vList3#2"/>
    <dgm:cxn modelId="{764E0DE5-30CC-4D4F-9B6C-59D19FD378B7}" type="presParOf" srcId="{7A78A496-C76D-40EF-8C6A-1CA458C8DBAA}" destId="{C1C317CC-44DC-44DE-AF55-38760243FCA9}" srcOrd="0" destOrd="0" presId="urn:microsoft.com/office/officeart/2005/8/layout/vList3#2"/>
    <dgm:cxn modelId="{41DB05B3-FCED-4544-91C5-517075223FF3}" type="presParOf" srcId="{7A78A496-C76D-40EF-8C6A-1CA458C8DBAA}" destId="{CDCD55E3-BFB8-4A42-A466-D9A49E3190EA}" srcOrd="1" destOrd="0" presId="urn:microsoft.com/office/officeart/2005/8/layout/vList3#2"/>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1441BF-817A-4EE2-8746-6AA3C2F32F59}" type="doc">
      <dgm:prSet loTypeId="urn:microsoft.com/office/officeart/2005/8/layout/equation1" loCatId="process" qsTypeId="urn:microsoft.com/office/officeart/2005/8/quickstyle/simple4" qsCatId="simple" csTypeId="urn:microsoft.com/office/officeart/2005/8/colors/colorful1" csCatId="colorful" phldr="1"/>
      <dgm:spPr/>
      <dgm:t>
        <a:bodyPr/>
        <a:lstStyle/>
        <a:p>
          <a:endParaRPr lang="en-GB"/>
        </a:p>
      </dgm:t>
    </dgm:pt>
    <dgm:pt modelId="{24EFD040-8575-42BB-8977-99A18F8A4C7C}">
      <dgm:prSet phldrT="[Text]"/>
      <dgm:spPr>
        <a:gradFill flip="none" rotWithShape="0">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dgm:spPr>
      <dgm:t>
        <a:bodyPr/>
        <a:lstStyle/>
        <a:p>
          <a:r>
            <a:rPr lang="en-GB"/>
            <a:t>Creativity</a:t>
          </a:r>
        </a:p>
      </dgm:t>
    </dgm:pt>
    <dgm:pt modelId="{756C9263-D96F-4F04-A1C6-E40B7D242633}" type="parTrans" cxnId="{00BA3FE6-7E7E-4D3C-AE5C-42B6586A075D}">
      <dgm:prSet/>
      <dgm:spPr/>
      <dgm:t>
        <a:bodyPr/>
        <a:lstStyle/>
        <a:p>
          <a:endParaRPr lang="en-GB"/>
        </a:p>
      </dgm:t>
    </dgm:pt>
    <dgm:pt modelId="{FEC203E2-F11F-45E6-8334-017EB149794D}" type="sibTrans" cxnId="{00BA3FE6-7E7E-4D3C-AE5C-42B6586A075D}">
      <dgm:prSet/>
      <dgm:spPr>
        <a:solidFill>
          <a:schemeClr val="tx1"/>
        </a:solidFill>
      </dgm:spPr>
      <dgm:t>
        <a:bodyPr/>
        <a:lstStyle/>
        <a:p>
          <a:endParaRPr lang="en-GB"/>
        </a:p>
      </dgm:t>
    </dgm:pt>
    <dgm:pt modelId="{E85B7AE8-D44A-4EB6-8159-E22CB55312BF}">
      <dgm:prSet phldrT="[Text]"/>
      <dgm:spPr>
        <a:gradFill flip="none" rotWithShape="0">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dgm:spPr>
      <dgm:t>
        <a:bodyPr/>
        <a:lstStyle/>
        <a:p>
          <a:r>
            <a:rPr lang="en-GB"/>
            <a:t>Courage</a:t>
          </a:r>
        </a:p>
      </dgm:t>
    </dgm:pt>
    <dgm:pt modelId="{9D2A1612-C73C-4DB5-8D7E-C66BB33E7FD1}" type="parTrans" cxnId="{787D34C2-E48C-404A-9F18-4A021CADC006}">
      <dgm:prSet/>
      <dgm:spPr/>
      <dgm:t>
        <a:bodyPr/>
        <a:lstStyle/>
        <a:p>
          <a:endParaRPr lang="en-GB"/>
        </a:p>
      </dgm:t>
    </dgm:pt>
    <dgm:pt modelId="{662F79C1-337F-42CE-87E3-EBB55EFF2681}" type="sibTrans" cxnId="{787D34C2-E48C-404A-9F18-4A021CADC006}">
      <dgm:prSet/>
      <dgm:spPr>
        <a:solidFill>
          <a:schemeClr val="tx1"/>
        </a:solidFill>
      </dgm:spPr>
      <dgm:t>
        <a:bodyPr/>
        <a:lstStyle/>
        <a:p>
          <a:endParaRPr lang="en-GB"/>
        </a:p>
      </dgm:t>
    </dgm:pt>
    <dgm:pt modelId="{0E60AFA2-3770-4FA5-B93F-87693817FB1C}">
      <dgm:prSet phldrT="[Text]"/>
      <dgm:spPr>
        <a:gradFill flip="none" rotWithShape="0">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dgm:spPr>
      <dgm:t>
        <a:bodyPr/>
        <a:lstStyle/>
        <a:p>
          <a:r>
            <a:rPr lang="en-GB"/>
            <a:t>Difference</a:t>
          </a:r>
        </a:p>
      </dgm:t>
    </dgm:pt>
    <dgm:pt modelId="{0D73F20D-FA7F-4684-AA18-D969DCC75C07}" type="sibTrans" cxnId="{07B3DFAC-AF69-4B46-B800-9BFF667964AE}">
      <dgm:prSet/>
      <dgm:spPr/>
      <dgm:t>
        <a:bodyPr/>
        <a:lstStyle/>
        <a:p>
          <a:endParaRPr lang="en-GB"/>
        </a:p>
      </dgm:t>
    </dgm:pt>
    <dgm:pt modelId="{61895B58-0B11-4FB0-A08F-C2B7A534E5D9}" type="parTrans" cxnId="{07B3DFAC-AF69-4B46-B800-9BFF667964AE}">
      <dgm:prSet/>
      <dgm:spPr/>
      <dgm:t>
        <a:bodyPr/>
        <a:lstStyle/>
        <a:p>
          <a:endParaRPr lang="en-GB"/>
        </a:p>
      </dgm:t>
    </dgm:pt>
    <dgm:pt modelId="{336517A9-0CF5-45FA-9BDC-C39560F44911}" type="pres">
      <dgm:prSet presAssocID="{E51441BF-817A-4EE2-8746-6AA3C2F32F59}" presName="linearFlow" presStyleCnt="0">
        <dgm:presLayoutVars>
          <dgm:dir/>
          <dgm:resizeHandles val="exact"/>
        </dgm:presLayoutVars>
      </dgm:prSet>
      <dgm:spPr/>
    </dgm:pt>
    <dgm:pt modelId="{1F437C6C-947B-47EA-9B7B-E8B4D97DD05E}" type="pres">
      <dgm:prSet presAssocID="{24EFD040-8575-42BB-8977-99A18F8A4C7C}" presName="node" presStyleLbl="node1" presStyleIdx="0" presStyleCnt="3" custLinFactX="-75666" custLinFactNeighborX="-100000" custLinFactNeighborY="3141">
        <dgm:presLayoutVars>
          <dgm:bulletEnabled val="1"/>
        </dgm:presLayoutVars>
      </dgm:prSet>
      <dgm:spPr/>
    </dgm:pt>
    <dgm:pt modelId="{D5B63C68-3486-4657-A4C7-1A97363BBED1}" type="pres">
      <dgm:prSet presAssocID="{FEC203E2-F11F-45E6-8334-017EB149794D}" presName="spacerL" presStyleCnt="0"/>
      <dgm:spPr/>
    </dgm:pt>
    <dgm:pt modelId="{07C414D8-221A-41DD-A1F8-8E37AC613DA8}" type="pres">
      <dgm:prSet presAssocID="{FEC203E2-F11F-45E6-8334-017EB149794D}" presName="sibTrans" presStyleLbl="sibTrans2D1" presStyleIdx="0" presStyleCnt="2" custLinFactX="-77871" custLinFactNeighborX="-100000" custLinFactNeighborY="9"/>
      <dgm:spPr/>
    </dgm:pt>
    <dgm:pt modelId="{53636641-1568-406D-8ADB-B97482752916}" type="pres">
      <dgm:prSet presAssocID="{FEC203E2-F11F-45E6-8334-017EB149794D}" presName="spacerR" presStyleCnt="0"/>
      <dgm:spPr/>
    </dgm:pt>
    <dgm:pt modelId="{AF7D8994-5571-47DE-AC5B-B3336B4D77D6}" type="pres">
      <dgm:prSet presAssocID="{E85B7AE8-D44A-4EB6-8159-E22CB55312BF}" presName="node" presStyleLbl="node1" presStyleIdx="1" presStyleCnt="3" custLinFactX="-12455" custLinFactNeighborX="-100000" custLinFactNeighborY="1313">
        <dgm:presLayoutVars>
          <dgm:bulletEnabled val="1"/>
        </dgm:presLayoutVars>
      </dgm:prSet>
      <dgm:spPr/>
    </dgm:pt>
    <dgm:pt modelId="{6D427F1C-6579-41D0-BB9F-AE45BE0CD308}" type="pres">
      <dgm:prSet presAssocID="{662F79C1-337F-42CE-87E3-EBB55EFF2681}" presName="spacerL" presStyleCnt="0"/>
      <dgm:spPr/>
    </dgm:pt>
    <dgm:pt modelId="{FF0443B1-F082-4EF6-85D6-DF8504C7B3F1}" type="pres">
      <dgm:prSet presAssocID="{662F79C1-337F-42CE-87E3-EBB55EFF2681}" presName="sibTrans" presStyleLbl="sibTrans2D1" presStyleIdx="1" presStyleCnt="2" custLinFactX="5405" custLinFactNeighborX="100000" custLinFactNeighborY="1054"/>
      <dgm:spPr/>
    </dgm:pt>
    <dgm:pt modelId="{97C2A7A0-3F18-4E1F-81BA-2DCDC8DB8ADC}" type="pres">
      <dgm:prSet presAssocID="{662F79C1-337F-42CE-87E3-EBB55EFF2681}" presName="spacerR" presStyleCnt="0"/>
      <dgm:spPr/>
    </dgm:pt>
    <dgm:pt modelId="{1AC8AB74-8F4F-42AD-91DE-466F0F264B69}" type="pres">
      <dgm:prSet presAssocID="{0E60AFA2-3770-4FA5-B93F-87693817FB1C}" presName="node" presStyleLbl="node1" presStyleIdx="2" presStyleCnt="3" custLinFactX="19958" custLinFactNeighborX="100000" custLinFactNeighborY="89">
        <dgm:presLayoutVars>
          <dgm:bulletEnabled val="1"/>
        </dgm:presLayoutVars>
      </dgm:prSet>
      <dgm:spPr/>
    </dgm:pt>
  </dgm:ptLst>
  <dgm:cxnLst>
    <dgm:cxn modelId="{7BF10628-DD0B-4FBE-A482-E3C86D70F845}" type="presOf" srcId="{662F79C1-337F-42CE-87E3-EBB55EFF2681}" destId="{FF0443B1-F082-4EF6-85D6-DF8504C7B3F1}" srcOrd="0" destOrd="0" presId="urn:microsoft.com/office/officeart/2005/8/layout/equation1"/>
    <dgm:cxn modelId="{C244F65B-C741-4A74-832E-2CCA39FD806E}" type="presOf" srcId="{24EFD040-8575-42BB-8977-99A18F8A4C7C}" destId="{1F437C6C-947B-47EA-9B7B-E8B4D97DD05E}" srcOrd="0" destOrd="0" presId="urn:microsoft.com/office/officeart/2005/8/layout/equation1"/>
    <dgm:cxn modelId="{07B3DFAC-AF69-4B46-B800-9BFF667964AE}" srcId="{E51441BF-817A-4EE2-8746-6AA3C2F32F59}" destId="{0E60AFA2-3770-4FA5-B93F-87693817FB1C}" srcOrd="2" destOrd="0" parTransId="{61895B58-0B11-4FB0-A08F-C2B7A534E5D9}" sibTransId="{0D73F20D-FA7F-4684-AA18-D969DCC75C07}"/>
    <dgm:cxn modelId="{6D32EAC0-4CA5-4D9F-8869-260CEA21DF6F}" type="presOf" srcId="{0E60AFA2-3770-4FA5-B93F-87693817FB1C}" destId="{1AC8AB74-8F4F-42AD-91DE-466F0F264B69}" srcOrd="0" destOrd="0" presId="urn:microsoft.com/office/officeart/2005/8/layout/equation1"/>
    <dgm:cxn modelId="{787D34C2-E48C-404A-9F18-4A021CADC006}" srcId="{E51441BF-817A-4EE2-8746-6AA3C2F32F59}" destId="{E85B7AE8-D44A-4EB6-8159-E22CB55312BF}" srcOrd="1" destOrd="0" parTransId="{9D2A1612-C73C-4DB5-8D7E-C66BB33E7FD1}" sibTransId="{662F79C1-337F-42CE-87E3-EBB55EFF2681}"/>
    <dgm:cxn modelId="{8937FBC6-0807-4BD0-AF0A-6F3EF3191BDC}" type="presOf" srcId="{FEC203E2-F11F-45E6-8334-017EB149794D}" destId="{07C414D8-221A-41DD-A1F8-8E37AC613DA8}" srcOrd="0" destOrd="0" presId="urn:microsoft.com/office/officeart/2005/8/layout/equation1"/>
    <dgm:cxn modelId="{00BA3FE6-7E7E-4D3C-AE5C-42B6586A075D}" srcId="{E51441BF-817A-4EE2-8746-6AA3C2F32F59}" destId="{24EFD040-8575-42BB-8977-99A18F8A4C7C}" srcOrd="0" destOrd="0" parTransId="{756C9263-D96F-4F04-A1C6-E40B7D242633}" sibTransId="{FEC203E2-F11F-45E6-8334-017EB149794D}"/>
    <dgm:cxn modelId="{B2AEBEF4-010E-40F5-95A5-C430BC114D9B}" type="presOf" srcId="{E85B7AE8-D44A-4EB6-8159-E22CB55312BF}" destId="{AF7D8994-5571-47DE-AC5B-B3336B4D77D6}" srcOrd="0" destOrd="0" presId="urn:microsoft.com/office/officeart/2005/8/layout/equation1"/>
    <dgm:cxn modelId="{69346EF9-C7FD-4DA7-9C1E-1019B6193F8F}" type="presOf" srcId="{E51441BF-817A-4EE2-8746-6AA3C2F32F59}" destId="{336517A9-0CF5-45FA-9BDC-C39560F44911}" srcOrd="0" destOrd="0" presId="urn:microsoft.com/office/officeart/2005/8/layout/equation1"/>
    <dgm:cxn modelId="{88512FBA-B753-4DDA-AFF2-5D62861FF2C2}" type="presParOf" srcId="{336517A9-0CF5-45FA-9BDC-C39560F44911}" destId="{1F437C6C-947B-47EA-9B7B-E8B4D97DD05E}" srcOrd="0" destOrd="0" presId="urn:microsoft.com/office/officeart/2005/8/layout/equation1"/>
    <dgm:cxn modelId="{747E981B-558F-4CE9-9C01-6AECA0FE0655}" type="presParOf" srcId="{336517A9-0CF5-45FA-9BDC-C39560F44911}" destId="{D5B63C68-3486-4657-A4C7-1A97363BBED1}" srcOrd="1" destOrd="0" presId="urn:microsoft.com/office/officeart/2005/8/layout/equation1"/>
    <dgm:cxn modelId="{795D097B-CB85-40E4-82DD-E544344CAC0F}" type="presParOf" srcId="{336517A9-0CF5-45FA-9BDC-C39560F44911}" destId="{07C414D8-221A-41DD-A1F8-8E37AC613DA8}" srcOrd="2" destOrd="0" presId="urn:microsoft.com/office/officeart/2005/8/layout/equation1"/>
    <dgm:cxn modelId="{E7389A06-79D7-4907-90D9-52FB8F1EE72B}" type="presParOf" srcId="{336517A9-0CF5-45FA-9BDC-C39560F44911}" destId="{53636641-1568-406D-8ADB-B97482752916}" srcOrd="3" destOrd="0" presId="urn:microsoft.com/office/officeart/2005/8/layout/equation1"/>
    <dgm:cxn modelId="{1007EA3B-5F54-4450-867C-2EF03B1840B6}" type="presParOf" srcId="{336517A9-0CF5-45FA-9BDC-C39560F44911}" destId="{AF7D8994-5571-47DE-AC5B-B3336B4D77D6}" srcOrd="4" destOrd="0" presId="urn:microsoft.com/office/officeart/2005/8/layout/equation1"/>
    <dgm:cxn modelId="{9AD8BB5F-FF27-497E-811E-086D2699C5C1}" type="presParOf" srcId="{336517A9-0CF5-45FA-9BDC-C39560F44911}" destId="{6D427F1C-6579-41D0-BB9F-AE45BE0CD308}" srcOrd="5" destOrd="0" presId="urn:microsoft.com/office/officeart/2005/8/layout/equation1"/>
    <dgm:cxn modelId="{EF50CC03-0E5E-4C65-ADBB-C441D2DCE3EE}" type="presParOf" srcId="{336517A9-0CF5-45FA-9BDC-C39560F44911}" destId="{FF0443B1-F082-4EF6-85D6-DF8504C7B3F1}" srcOrd="6" destOrd="0" presId="urn:microsoft.com/office/officeart/2005/8/layout/equation1"/>
    <dgm:cxn modelId="{B42DA951-9EA7-4208-9A2A-4303B3CD77B1}" type="presParOf" srcId="{336517A9-0CF5-45FA-9BDC-C39560F44911}" destId="{97C2A7A0-3F18-4E1F-81BA-2DCDC8DB8ADC}" srcOrd="7" destOrd="0" presId="urn:microsoft.com/office/officeart/2005/8/layout/equation1"/>
    <dgm:cxn modelId="{2AD2D3A9-8EB2-4B8B-A0C1-307595F58D1C}" type="presParOf" srcId="{336517A9-0CF5-45FA-9BDC-C39560F44911}" destId="{1AC8AB74-8F4F-42AD-91DE-466F0F264B69}" srcOrd="8" destOrd="0" presId="urn:microsoft.com/office/officeart/2005/8/layout/equati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CD55E3-BFB8-4A42-A466-D9A49E3190EA}">
      <dsp:nvSpPr>
        <dsp:cNvPr id="0" name=""/>
        <dsp:cNvSpPr/>
      </dsp:nvSpPr>
      <dsp:spPr>
        <a:xfrm rot="10800000">
          <a:off x="3091072" y="0"/>
          <a:ext cx="4608239" cy="1978390"/>
        </a:xfrm>
        <a:prstGeom prst="homePlat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2415" tIns="68580" rIns="128016" bIns="68580" numCol="1" spcCol="1270" anchor="ctr" anchorCtr="0">
          <a:noAutofit/>
        </a:bodyPr>
        <a:lstStyle/>
        <a:p>
          <a:pPr marL="0" lvl="0" indent="0" algn="r" defTabSz="800100">
            <a:lnSpc>
              <a:spcPct val="90000"/>
            </a:lnSpc>
            <a:spcBef>
              <a:spcPct val="0"/>
            </a:spcBef>
            <a:spcAft>
              <a:spcPct val="35000"/>
            </a:spcAft>
            <a:buNone/>
          </a:pPr>
          <a:r>
            <a:rPr lang="en-US" sz="1800" b="1" kern="1200"/>
            <a:t>Constructive Tension</a:t>
          </a:r>
        </a:p>
        <a:p>
          <a:pPr marL="0" lvl="0" indent="0" algn="r" defTabSz="800100">
            <a:lnSpc>
              <a:spcPct val="90000"/>
            </a:lnSpc>
            <a:spcBef>
              <a:spcPct val="0"/>
            </a:spcBef>
            <a:spcAft>
              <a:spcPct val="35000"/>
            </a:spcAft>
            <a:buNone/>
          </a:pPr>
          <a:r>
            <a:rPr lang="en-US" sz="1600" kern="1200"/>
            <a:t>A productive </a:t>
          </a:r>
          <a:r>
            <a:rPr lang="en-US" sz="1600" b="1" kern="1200"/>
            <a:t>force</a:t>
          </a:r>
          <a:r>
            <a:rPr lang="en-US" sz="1600" kern="1200"/>
            <a:t> that moves the interaction into unfamiliar and/or uncomfortable territory where the HCP feels compelled to take clinically appropriate action</a:t>
          </a:r>
          <a:endParaRPr lang="en-GB" sz="1800" kern="1200"/>
        </a:p>
      </dsp:txBody>
      <dsp:txXfrm rot="10800000">
        <a:off x="3585669" y="0"/>
        <a:ext cx="4113642" cy="1978390"/>
      </dsp:txXfrm>
    </dsp:sp>
    <dsp:sp modelId="{C1C317CC-44DC-44DE-AF55-38760243FCA9}">
      <dsp:nvSpPr>
        <dsp:cNvPr id="0" name=""/>
        <dsp:cNvSpPr/>
      </dsp:nvSpPr>
      <dsp:spPr>
        <a:xfrm>
          <a:off x="3052268" y="397508"/>
          <a:ext cx="1177854" cy="1073652"/>
        </a:xfrm>
        <a:prstGeom prst="ellipse">
          <a:avLst/>
        </a:prstGeom>
        <a:blipFill rotWithShape="1">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437C6C-947B-47EA-9B7B-E8B4D97DD05E}">
      <dsp:nvSpPr>
        <dsp:cNvPr id="0" name=""/>
        <dsp:cNvSpPr/>
      </dsp:nvSpPr>
      <dsp:spPr>
        <a:xfrm>
          <a:off x="622393" y="272"/>
          <a:ext cx="1720474" cy="1720474"/>
        </a:xfrm>
        <a:prstGeom prst="ellipse">
          <a:avLst/>
        </a:prstGeom>
        <a:gradFill flip="none" rotWithShape="0">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a:t>Creativity</a:t>
          </a:r>
        </a:p>
      </dsp:txBody>
      <dsp:txXfrm>
        <a:off x="874351" y="252230"/>
        <a:ext cx="1216558" cy="1216558"/>
      </dsp:txXfrm>
    </dsp:sp>
    <dsp:sp modelId="{07C414D8-221A-41DD-A1F8-8E37AC613DA8}">
      <dsp:nvSpPr>
        <dsp:cNvPr id="0" name=""/>
        <dsp:cNvSpPr/>
      </dsp:nvSpPr>
      <dsp:spPr>
        <a:xfrm>
          <a:off x="3007328" y="361525"/>
          <a:ext cx="997875" cy="997875"/>
        </a:xfrm>
        <a:prstGeom prst="mathPlus">
          <a:avLst/>
        </a:prstGeom>
        <a:solidFill>
          <a:schemeClr val="tx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3139596" y="743112"/>
        <a:ext cx="733339" cy="234701"/>
      </dsp:txXfrm>
    </dsp:sp>
    <dsp:sp modelId="{AF7D8994-5571-47DE-AC5B-B3336B4D77D6}">
      <dsp:nvSpPr>
        <dsp:cNvPr id="0" name=""/>
        <dsp:cNvSpPr/>
      </dsp:nvSpPr>
      <dsp:spPr>
        <a:xfrm>
          <a:off x="4707676" y="272"/>
          <a:ext cx="1720474" cy="1720474"/>
        </a:xfrm>
        <a:prstGeom prst="ellipse">
          <a:avLst/>
        </a:prstGeom>
        <a:gradFill flip="none" rotWithShape="0">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a:t>Courage</a:t>
          </a:r>
        </a:p>
      </dsp:txBody>
      <dsp:txXfrm>
        <a:off x="4959634" y="252230"/>
        <a:ext cx="1216558" cy="1216558"/>
      </dsp:txXfrm>
    </dsp:sp>
    <dsp:sp modelId="{FF0443B1-F082-4EF6-85D6-DF8504C7B3F1}">
      <dsp:nvSpPr>
        <dsp:cNvPr id="0" name=""/>
        <dsp:cNvSpPr/>
      </dsp:nvSpPr>
      <dsp:spPr>
        <a:xfrm>
          <a:off x="7115478" y="371953"/>
          <a:ext cx="997875" cy="997875"/>
        </a:xfrm>
        <a:prstGeom prst="mathEqual">
          <a:avLst/>
        </a:prstGeom>
        <a:solidFill>
          <a:schemeClr val="tx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7247746" y="577515"/>
        <a:ext cx="733339" cy="586751"/>
      </dsp:txXfrm>
    </dsp:sp>
    <dsp:sp modelId="{1AC8AB74-8F4F-42AD-91DE-466F0F264B69}">
      <dsp:nvSpPr>
        <dsp:cNvPr id="0" name=""/>
        <dsp:cNvSpPr/>
      </dsp:nvSpPr>
      <dsp:spPr>
        <a:xfrm>
          <a:off x="8542492" y="272"/>
          <a:ext cx="1720474" cy="1720474"/>
        </a:xfrm>
        <a:prstGeom prst="ellipse">
          <a:avLst/>
        </a:prstGeom>
        <a:gradFill flip="none" rotWithShape="0">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GB" sz="1900" kern="1200"/>
            <a:t>Difference</a:t>
          </a:r>
        </a:p>
      </dsp:txBody>
      <dsp:txXfrm>
        <a:off x="8794450" y="252230"/>
        <a:ext cx="1216558" cy="1216558"/>
      </dsp:txXfrm>
    </dsp:sp>
  </dsp:spTree>
</dsp:drawing>
</file>

<file path=ppt/diagrams/layout1.xml><?xml version="1.0" encoding="utf-8"?>
<dgm:layoutDef xmlns:dgm="http://schemas.openxmlformats.org/drawingml/2006/diagram" xmlns:a="http://schemas.openxmlformats.org/drawingml/2006/main" uniqueId="urn:microsoft.com/office/officeart/2005/8/layout/vList3#2">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4303606" cy="720680"/>
          </a:xfrm>
          <a:prstGeom prst="rect">
            <a:avLst/>
          </a:prstGeom>
        </p:spPr>
        <p:txBody>
          <a:bodyPr vert="horz" lIns="132817" tIns="66408" rIns="132817" bIns="66408" rtlCol="0"/>
          <a:lstStyle>
            <a:lvl1pPr algn="l">
              <a:defRPr sz="1700"/>
            </a:lvl1pPr>
          </a:lstStyle>
          <a:p>
            <a:endParaRPr lang="en-PH"/>
          </a:p>
        </p:txBody>
      </p:sp>
      <p:sp>
        <p:nvSpPr>
          <p:cNvPr id="3" name="Date Placeholder 2"/>
          <p:cNvSpPr>
            <a:spLocks noGrp="1"/>
          </p:cNvSpPr>
          <p:nvPr>
            <p:ph type="dt" idx="1"/>
          </p:nvPr>
        </p:nvSpPr>
        <p:spPr>
          <a:xfrm>
            <a:off x="5625497" y="1"/>
            <a:ext cx="4303606" cy="720680"/>
          </a:xfrm>
          <a:prstGeom prst="rect">
            <a:avLst/>
          </a:prstGeom>
        </p:spPr>
        <p:txBody>
          <a:bodyPr vert="horz" lIns="132817" tIns="66408" rIns="132817" bIns="66408" rtlCol="0"/>
          <a:lstStyle>
            <a:lvl1pPr algn="r">
              <a:defRPr sz="1700"/>
            </a:lvl1pPr>
          </a:lstStyle>
          <a:p>
            <a:fld id="{33FD0389-F1E6-497F-861A-1B59E72B9A08}" type="datetimeFigureOut">
              <a:rPr lang="en-PH" smtClean="0"/>
              <a:t>12/21/2025</a:t>
            </a:fld>
            <a:endParaRPr lang="en-PH"/>
          </a:p>
        </p:txBody>
      </p:sp>
      <p:sp>
        <p:nvSpPr>
          <p:cNvPr id="4" name="Slide Image Placeholder 3"/>
          <p:cNvSpPr>
            <a:spLocks noGrp="1" noRot="1" noChangeAspect="1"/>
          </p:cNvSpPr>
          <p:nvPr>
            <p:ph type="sldImg" idx="2"/>
          </p:nvPr>
        </p:nvSpPr>
        <p:spPr>
          <a:xfrm>
            <a:off x="657225" y="1795463"/>
            <a:ext cx="8616950" cy="4846637"/>
          </a:xfrm>
          <a:prstGeom prst="rect">
            <a:avLst/>
          </a:prstGeom>
          <a:noFill/>
          <a:ln w="12700">
            <a:solidFill>
              <a:prstClr val="black"/>
            </a:solidFill>
          </a:ln>
        </p:spPr>
        <p:txBody>
          <a:bodyPr vert="horz" lIns="132817" tIns="66408" rIns="132817" bIns="66408" rtlCol="0" anchor="ctr"/>
          <a:lstStyle/>
          <a:p>
            <a:endParaRPr lang="en-PH"/>
          </a:p>
        </p:txBody>
      </p:sp>
      <p:sp>
        <p:nvSpPr>
          <p:cNvPr id="5" name="Notes Placeholder 4"/>
          <p:cNvSpPr>
            <a:spLocks noGrp="1"/>
          </p:cNvSpPr>
          <p:nvPr>
            <p:ph type="body" sz="quarter" idx="3"/>
          </p:nvPr>
        </p:nvSpPr>
        <p:spPr>
          <a:xfrm>
            <a:off x="993140" y="6912531"/>
            <a:ext cx="7945120" cy="5655707"/>
          </a:xfrm>
          <a:prstGeom prst="rect">
            <a:avLst/>
          </a:prstGeom>
        </p:spPr>
        <p:txBody>
          <a:bodyPr vert="horz" lIns="132817" tIns="66408" rIns="132817" bIns="6640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2" y="13643025"/>
            <a:ext cx="4303606" cy="720678"/>
          </a:xfrm>
          <a:prstGeom prst="rect">
            <a:avLst/>
          </a:prstGeom>
        </p:spPr>
        <p:txBody>
          <a:bodyPr vert="horz" lIns="132817" tIns="66408" rIns="132817" bIns="66408" rtlCol="0" anchor="b"/>
          <a:lstStyle>
            <a:lvl1pPr algn="l">
              <a:defRPr sz="1700"/>
            </a:lvl1pPr>
          </a:lstStyle>
          <a:p>
            <a:endParaRPr lang="en-PH"/>
          </a:p>
        </p:txBody>
      </p:sp>
      <p:sp>
        <p:nvSpPr>
          <p:cNvPr id="7" name="Slide Number Placeholder 6"/>
          <p:cNvSpPr>
            <a:spLocks noGrp="1"/>
          </p:cNvSpPr>
          <p:nvPr>
            <p:ph type="sldNum" sz="quarter" idx="5"/>
          </p:nvPr>
        </p:nvSpPr>
        <p:spPr>
          <a:xfrm>
            <a:off x="5625497" y="13643025"/>
            <a:ext cx="4303606" cy="720678"/>
          </a:xfrm>
          <a:prstGeom prst="rect">
            <a:avLst/>
          </a:prstGeom>
        </p:spPr>
        <p:txBody>
          <a:bodyPr vert="horz" lIns="132817" tIns="66408" rIns="132817" bIns="66408" rtlCol="0" anchor="b"/>
          <a:lstStyle>
            <a:lvl1pPr algn="r">
              <a:defRPr sz="1700"/>
            </a:lvl1pPr>
          </a:lstStyle>
          <a:p>
            <a:fld id="{73178573-9E99-4E28-964D-185B0A563733}" type="slidenum">
              <a:rPr lang="en-PH" smtClean="0"/>
              <a:t>‹#›</a:t>
            </a:fld>
            <a:endParaRPr lang="en-PH"/>
          </a:p>
        </p:txBody>
      </p:sp>
    </p:spTree>
    <p:extLst>
      <p:ext uri="{BB962C8B-B14F-4D97-AF65-F5344CB8AC3E}">
        <p14:creationId xmlns:p14="http://schemas.microsoft.com/office/powerpoint/2010/main" val="382554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42.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ags" Target="../tags/tag52.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Target HCPs: Fence sitters, who thinks all SITTs are the same</a:t>
            </a:r>
          </a:p>
        </p:txBody>
      </p:sp>
      <p:sp>
        <p:nvSpPr>
          <p:cNvPr id="4" name="Slide Number Placeholder 3"/>
          <p:cNvSpPr>
            <a:spLocks noGrp="1"/>
          </p:cNvSpPr>
          <p:nvPr>
            <p:ph type="sldNum" sz="quarter" idx="5"/>
          </p:nvPr>
        </p:nvSpPr>
        <p:spPr/>
        <p:txBody>
          <a:bodyPr/>
          <a:lstStyle/>
          <a:p>
            <a:pPr defTabSz="1328166">
              <a:defRPr/>
            </a:pPr>
            <a:fld id="{FBFD5212-2CA9-4C33-B016-E5A7A5D3996A}" type="slidenum">
              <a:rPr lang="en-US">
                <a:solidFill>
                  <a:prstClr val="black"/>
                </a:solidFill>
                <a:latin typeface="Aptos" panose="02110004020202020204"/>
              </a:rPr>
              <a:pPr defTabSz="1328166">
                <a:defRPr/>
              </a:pPr>
              <a:t>1</a:t>
            </a:fld>
            <a:endParaRPr lang="en-US">
              <a:solidFill>
                <a:prstClr val="black"/>
              </a:solidFill>
              <a:latin typeface="Aptos" panose="02110004020202020204"/>
            </a:endParaRPr>
          </a:p>
        </p:txBody>
      </p:sp>
    </p:spTree>
    <p:extLst>
      <p:ext uri="{BB962C8B-B14F-4D97-AF65-F5344CB8AC3E}">
        <p14:creationId xmlns:p14="http://schemas.microsoft.com/office/powerpoint/2010/main" val="3198893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10D03-0777-DAA9-B47A-E08AFAE75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ED600-F1F0-1E05-53D8-E3AE52220B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5138A-7BE0-4D46-D7AB-464FF6478AAD}"/>
              </a:ext>
            </a:extLst>
          </p:cNvPr>
          <p:cNvSpPr>
            <a:spLocks noGrp="1"/>
          </p:cNvSpPr>
          <p:nvPr>
            <p:ph type="body" idx="1"/>
          </p:nvPr>
        </p:nvSpPr>
        <p:spPr/>
        <p:txBody>
          <a:bodyPr/>
          <a:lstStyle/>
          <a:p>
            <a:r>
              <a:rPr lang="en-PH"/>
              <a:t>Whichever Selling model you are using, creating constructive tension can be demonstrated in these steps.</a:t>
            </a:r>
          </a:p>
        </p:txBody>
      </p:sp>
      <p:sp>
        <p:nvSpPr>
          <p:cNvPr id="4" name="Slide Number Placeholder 3">
            <a:extLst>
              <a:ext uri="{FF2B5EF4-FFF2-40B4-BE49-F238E27FC236}">
                <a16:creationId xmlns:a16="http://schemas.microsoft.com/office/drawing/2014/main" id="{1A1A434E-3D78-BF80-999D-CD1D1F3C5B82}"/>
              </a:ext>
            </a:extLst>
          </p:cNvPr>
          <p:cNvSpPr>
            <a:spLocks noGrp="1"/>
          </p:cNvSpPr>
          <p:nvPr>
            <p:ph type="sldNum" sz="quarter" idx="5"/>
          </p:nvPr>
        </p:nvSpPr>
        <p:spPr/>
        <p:txBody>
          <a:bodyPr/>
          <a:lstStyle/>
          <a:p>
            <a:pPr defTabSz="1328166">
              <a:defRPr/>
            </a:pPr>
            <a:fld id="{FBFD5212-2CA9-4C33-B016-E5A7A5D3996A}" type="slidenum">
              <a:rPr lang="en-US">
                <a:solidFill>
                  <a:prstClr val="black"/>
                </a:solidFill>
                <a:latin typeface="Aptos" panose="02110004020202020204"/>
              </a:rPr>
              <a:pPr defTabSz="1328166">
                <a:defRPr/>
              </a:pPr>
              <a:t>2</a:t>
            </a:fld>
            <a:endParaRPr lang="en-US">
              <a:solidFill>
                <a:prstClr val="black"/>
              </a:solidFill>
              <a:latin typeface="Aptos" panose="02110004020202020204"/>
            </a:endParaRPr>
          </a:p>
        </p:txBody>
      </p:sp>
    </p:spTree>
    <p:extLst>
      <p:ext uri="{BB962C8B-B14F-4D97-AF65-F5344CB8AC3E}">
        <p14:creationId xmlns:p14="http://schemas.microsoft.com/office/powerpoint/2010/main" val="1108971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2443E-DB80-08D4-BC12-CC25AA357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CE2C6-0881-2707-57D4-871692AE9A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30C065-CA76-0096-EC04-EF623748DC82}"/>
              </a:ext>
            </a:extLst>
          </p:cNvPr>
          <p:cNvSpPr>
            <a:spLocks noGrp="1"/>
          </p:cNvSpPr>
          <p:nvPr>
            <p:ph type="body" idx="1"/>
          </p:nvPr>
        </p:nvSpPr>
        <p:spPr/>
        <p:txBody>
          <a:bodyPr/>
          <a:lstStyle/>
          <a:p>
            <a:r>
              <a:rPr lang="en-PH" dirty="0"/>
              <a:t>.</a:t>
            </a:r>
          </a:p>
        </p:txBody>
      </p:sp>
      <p:sp>
        <p:nvSpPr>
          <p:cNvPr id="4" name="Slide Number Placeholder 3">
            <a:extLst>
              <a:ext uri="{FF2B5EF4-FFF2-40B4-BE49-F238E27FC236}">
                <a16:creationId xmlns:a16="http://schemas.microsoft.com/office/drawing/2014/main" id="{937B803E-9CC6-34C0-84CA-87A7B8DB1CD8}"/>
              </a:ext>
            </a:extLst>
          </p:cNvPr>
          <p:cNvSpPr>
            <a:spLocks noGrp="1"/>
          </p:cNvSpPr>
          <p:nvPr>
            <p:ph type="sldNum" sz="quarter" idx="5"/>
          </p:nvPr>
        </p:nvSpPr>
        <p:spPr/>
        <p:txBody>
          <a:bodyPr/>
          <a:lstStyle/>
          <a:p>
            <a:pPr defTabSz="1328166">
              <a:defRPr/>
            </a:pPr>
            <a:fld id="{FBFD5212-2CA9-4C33-B016-E5A7A5D3996A}" type="slidenum">
              <a:rPr lang="en-US">
                <a:solidFill>
                  <a:prstClr val="black"/>
                </a:solidFill>
                <a:latin typeface="Aptos" panose="02110004020202020204"/>
              </a:rPr>
              <a:pPr defTabSz="1328166">
                <a:defRPr/>
              </a:pPr>
              <a:t>3</a:t>
            </a:fld>
            <a:endParaRPr lang="en-US">
              <a:solidFill>
                <a:prstClr val="black"/>
              </a:solidFill>
              <a:latin typeface="Aptos" panose="02110004020202020204"/>
            </a:endParaRPr>
          </a:p>
        </p:txBody>
      </p:sp>
    </p:spTree>
    <p:extLst>
      <p:ext uri="{BB962C8B-B14F-4D97-AF65-F5344CB8AC3E}">
        <p14:creationId xmlns:p14="http://schemas.microsoft.com/office/powerpoint/2010/main" val="967598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1328166">
              <a:defRPr/>
            </a:pPr>
            <a:r>
              <a:rPr lang="en-PH" dirty="0"/>
              <a:t>According to Challenger  Performance Optimization  Inc. Research, customers value sales professionals who:</a:t>
            </a:r>
          </a:p>
          <a:p>
            <a:pPr marL="1489575" lvl="2" indent="-498062" defTabSz="1593799">
              <a:spcAft>
                <a:spcPts val="4183"/>
              </a:spcAft>
              <a:buFont typeface="Wingdings" panose="05000000000000000000" pitchFamily="2" charset="2"/>
              <a:buChar char="ü"/>
              <a:defRPr/>
            </a:pPr>
            <a:r>
              <a:rPr lang="en-US" sz="3500" kern="0" dirty="0">
                <a:ea typeface="Times New Roman"/>
                <a:cs typeface="Times New Roman"/>
              </a:rPr>
              <a:t>Offer me unique, valuable perspectives on my market</a:t>
            </a:r>
          </a:p>
          <a:p>
            <a:pPr marL="1489575" lvl="2" indent="-498062" defTabSz="1593799">
              <a:spcAft>
                <a:spcPts val="4183"/>
              </a:spcAft>
              <a:buFont typeface="Wingdings" panose="05000000000000000000" pitchFamily="2" charset="2"/>
              <a:buChar char="ü"/>
              <a:defRPr/>
            </a:pPr>
            <a:r>
              <a:rPr lang="en-US" sz="3500" kern="0" dirty="0">
                <a:ea typeface="Times New Roman"/>
                <a:cs typeface="Times New Roman"/>
              </a:rPr>
              <a:t>Help me navigate alternatives</a:t>
            </a:r>
          </a:p>
          <a:p>
            <a:pPr marL="1489575" lvl="2" indent="-498062" defTabSz="1593799">
              <a:spcAft>
                <a:spcPts val="4183"/>
              </a:spcAft>
              <a:buFont typeface="Wingdings" panose="05000000000000000000" pitchFamily="2" charset="2"/>
              <a:buChar char="ü"/>
              <a:defRPr/>
            </a:pPr>
            <a:r>
              <a:rPr lang="en-US" sz="3500" kern="0" dirty="0">
                <a:ea typeface="Times New Roman"/>
                <a:cs typeface="Times New Roman"/>
              </a:rPr>
              <a:t>Help me avoid potential risks</a:t>
            </a:r>
          </a:p>
          <a:p>
            <a:pPr marL="1489575" lvl="2" indent="-498062" defTabSz="1593799">
              <a:spcAft>
                <a:spcPts val="4183"/>
              </a:spcAft>
              <a:buFont typeface="Wingdings" panose="05000000000000000000" pitchFamily="2" charset="2"/>
              <a:buChar char="ü"/>
              <a:defRPr/>
            </a:pPr>
            <a:r>
              <a:rPr lang="en-US" sz="3500" kern="0" dirty="0">
                <a:ea typeface="Times New Roman"/>
                <a:cs typeface="Times New Roman"/>
              </a:rPr>
              <a:t>Educate me on new issues and outcomes</a:t>
            </a:r>
          </a:p>
          <a:p>
            <a:endParaRPr lang="en-PH" dirty="0"/>
          </a:p>
          <a:p>
            <a:r>
              <a:rPr lang="en-PH" dirty="0"/>
              <a:t>In their research, they also found that most effective Sales Reps Teaches, Tailors and Takes Control of the buying process – the Prescription process. </a:t>
            </a:r>
          </a:p>
          <a:p>
            <a:r>
              <a:rPr lang="en-PH" dirty="0"/>
              <a:t>They call these sales professionals ‘CHALLENGERS’.</a:t>
            </a:r>
          </a:p>
          <a:p>
            <a:pPr defTabSz="1328166">
              <a:defRPr/>
            </a:pPr>
            <a:r>
              <a:rPr lang="en-PH" dirty="0"/>
              <a:t>One of the key differentiators of these Challengers is that they BUILD CONSTRUCTIVE TENSION in order to </a:t>
            </a:r>
            <a:r>
              <a:rPr lang="en-US" sz="1700" b="1" dirty="0">
                <a:solidFill>
                  <a:schemeClr val="bg1"/>
                </a:solidFill>
                <a:latin typeface="Graphik Regular" panose="020B0503030202060203" pitchFamily="34" charset="0"/>
              </a:rPr>
              <a:t>Shift behavior to compel the customer to take action</a:t>
            </a:r>
          </a:p>
          <a:p>
            <a:endParaRPr lang="en-PH" dirty="0"/>
          </a:p>
          <a:p>
            <a:endParaRPr lang="en-PH" dirty="0"/>
          </a:p>
        </p:txBody>
      </p:sp>
      <p:sp>
        <p:nvSpPr>
          <p:cNvPr id="4" name="Slide Number Placeholder 3"/>
          <p:cNvSpPr>
            <a:spLocks noGrp="1"/>
          </p:cNvSpPr>
          <p:nvPr>
            <p:ph type="sldNum" sz="quarter" idx="5"/>
          </p:nvPr>
        </p:nvSpPr>
        <p:spPr/>
        <p:txBody>
          <a:bodyPr/>
          <a:lstStyle/>
          <a:p>
            <a:pPr defTabSz="1328166">
              <a:defRPr/>
            </a:pPr>
            <a:fld id="{FBFD5212-2CA9-4C33-B016-E5A7A5D3996A}" type="slidenum">
              <a:rPr lang="en-US">
                <a:solidFill>
                  <a:prstClr val="black"/>
                </a:solidFill>
                <a:latin typeface="Aptos" panose="02110004020202020204"/>
              </a:rPr>
              <a:pPr defTabSz="1328166">
                <a:defRPr/>
              </a:pPr>
              <a:t>4</a:t>
            </a:fld>
            <a:endParaRPr lang="en-US">
              <a:solidFill>
                <a:prstClr val="black"/>
              </a:solidFill>
              <a:latin typeface="Aptos" panose="02110004020202020204"/>
            </a:endParaRPr>
          </a:p>
        </p:txBody>
      </p:sp>
    </p:spTree>
    <p:extLst>
      <p:ext uri="{BB962C8B-B14F-4D97-AF65-F5344CB8AC3E}">
        <p14:creationId xmlns:p14="http://schemas.microsoft.com/office/powerpoint/2010/main" val="1026759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Whichever Selling model you are using, creating constructive tension can be demonstrated in these steps.</a:t>
            </a:r>
          </a:p>
        </p:txBody>
      </p:sp>
      <p:sp>
        <p:nvSpPr>
          <p:cNvPr id="4" name="Slide Number Placeholder 3"/>
          <p:cNvSpPr>
            <a:spLocks noGrp="1"/>
          </p:cNvSpPr>
          <p:nvPr>
            <p:ph type="sldNum" sz="quarter" idx="5"/>
          </p:nvPr>
        </p:nvSpPr>
        <p:spPr/>
        <p:txBody>
          <a:bodyPr/>
          <a:lstStyle/>
          <a:p>
            <a:pPr defTabSz="1328166">
              <a:defRPr/>
            </a:pPr>
            <a:fld id="{FBFD5212-2CA9-4C33-B016-E5A7A5D3996A}" type="slidenum">
              <a:rPr lang="en-US">
                <a:solidFill>
                  <a:prstClr val="black"/>
                </a:solidFill>
                <a:latin typeface="Aptos" panose="02110004020202020204"/>
              </a:rPr>
              <a:pPr defTabSz="1328166">
                <a:defRPr/>
              </a:pPr>
              <a:t>5</a:t>
            </a:fld>
            <a:endParaRPr lang="en-US">
              <a:solidFill>
                <a:prstClr val="black"/>
              </a:solidFill>
              <a:latin typeface="Aptos" panose="02110004020202020204"/>
            </a:endParaRPr>
          </a:p>
        </p:txBody>
      </p:sp>
    </p:spTree>
    <p:extLst>
      <p:ext uri="{BB962C8B-B14F-4D97-AF65-F5344CB8AC3E}">
        <p14:creationId xmlns:p14="http://schemas.microsoft.com/office/powerpoint/2010/main" val="4020192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5229"/>
              </a:spcBef>
              <a:buClr>
                <a:schemeClr val="tx2"/>
              </a:buClr>
              <a:buSzPct val="110000"/>
            </a:pPr>
            <a:r>
              <a:rPr lang="en-GB" b="1" i="0">
                <a:solidFill>
                  <a:srgbClr val="ECECEC"/>
                </a:solidFill>
                <a:effectLst/>
                <a:latin typeface="Söhne"/>
              </a:rPr>
              <a:t>What to do/say:</a:t>
            </a:r>
          </a:p>
          <a:p>
            <a:pPr defTabSz="1328166">
              <a:spcBef>
                <a:spcPts val="5229"/>
              </a:spcBef>
              <a:buClr>
                <a:schemeClr val="tx2"/>
              </a:buClr>
              <a:buSzPct val="110000"/>
              <a:defRPr/>
            </a:pPr>
            <a:r>
              <a:rPr lang="en-GB" sz="1700">
                <a:latin typeface="GSK Precision"/>
              </a:rPr>
              <a:t>Read the quote</a:t>
            </a:r>
          </a:p>
          <a:p>
            <a:pPr defTabSz="1328166">
              <a:spcBef>
                <a:spcPts val="5229"/>
              </a:spcBef>
              <a:buClr>
                <a:schemeClr val="tx2"/>
              </a:buClr>
              <a:buSzPct val="110000"/>
              <a:defRPr/>
            </a:pPr>
            <a:r>
              <a:rPr lang="en-GB" sz="1700">
                <a:latin typeface="GSK Precision"/>
              </a:rPr>
              <a:t>Discuss what the preparation the participants think will be required.</a:t>
            </a:r>
          </a:p>
          <a:p>
            <a:pPr marL="498062" indent="-498062">
              <a:lnSpc>
                <a:spcPct val="106000"/>
              </a:lnSpc>
              <a:spcAft>
                <a:spcPts val="581"/>
              </a:spcAft>
              <a:buFont typeface="+mj-lt"/>
              <a:buAutoNum type="arabicPeriod"/>
            </a:pPr>
            <a:r>
              <a:rPr lang="en-GB" sz="1700">
                <a:latin typeface="GSK Precision"/>
              </a:rPr>
              <a:t>The following topics should be covered under the preparations required:</a:t>
            </a:r>
            <a:br>
              <a:rPr lang="en-GB" sz="1700">
                <a:latin typeface="GSK Precision"/>
              </a:rPr>
            </a:br>
            <a:r>
              <a:rPr lang="en-US" sz="1700">
                <a:latin typeface="Calibri" panose="020F0502020204030204" pitchFamily="34" charset="0"/>
                <a:ea typeface="Calibri" panose="020F0502020204030204" pitchFamily="34" charset="0"/>
                <a:cs typeface="Arial" panose="020B0604020202020204" pitchFamily="34" charset="0"/>
              </a:rPr>
              <a:t>Do I understand the behaviors and preferences of the HCP persona I am scheduled to visit?</a:t>
            </a:r>
          </a:p>
          <a:p>
            <a:pPr marL="498062" indent="-498062">
              <a:lnSpc>
                <a:spcPct val="106000"/>
              </a:lnSpc>
              <a:spcAft>
                <a:spcPts val="581"/>
              </a:spcAft>
              <a:buFont typeface="+mj-lt"/>
              <a:buAutoNum type="arabicPeriod"/>
            </a:pPr>
            <a:r>
              <a:rPr lang="en-US" sz="1700">
                <a:latin typeface="Calibri" panose="020F0502020204030204" pitchFamily="34" charset="0"/>
                <a:ea typeface="Calibri" panose="020F0502020204030204" pitchFamily="34" charset="0"/>
                <a:cs typeface="Arial" panose="020B0604020202020204" pitchFamily="34" charset="0"/>
              </a:rPr>
              <a:t>Do I have all the relevant information regarding the HCP’s patient profile, market, and competitors?</a:t>
            </a:r>
          </a:p>
          <a:p>
            <a:pPr marL="498062" indent="-498062">
              <a:lnSpc>
                <a:spcPct val="106000"/>
              </a:lnSpc>
              <a:spcAft>
                <a:spcPts val="581"/>
              </a:spcAft>
              <a:buFont typeface="+mj-lt"/>
              <a:buAutoNum type="arabicPeriod"/>
            </a:pPr>
            <a:r>
              <a:rPr lang="en-US" sz="1700">
                <a:latin typeface="Calibri" panose="020F0502020204030204" pitchFamily="34" charset="0"/>
                <a:ea typeface="Calibri" panose="020F0502020204030204" pitchFamily="34" charset="0"/>
                <a:cs typeface="Arial" panose="020B0604020202020204" pitchFamily="34" charset="0"/>
              </a:rPr>
              <a:t>Do I have information about the past prescription patterns of the HCP for both TRELEGY &amp; AREXVY?</a:t>
            </a:r>
          </a:p>
          <a:p>
            <a:pPr marL="498062" indent="-498062">
              <a:lnSpc>
                <a:spcPct val="106000"/>
              </a:lnSpc>
              <a:spcAft>
                <a:spcPts val="581"/>
              </a:spcAft>
              <a:buFont typeface="+mj-lt"/>
              <a:buAutoNum type="arabicPeriod"/>
            </a:pPr>
            <a:r>
              <a:rPr lang="en-US" sz="1700">
                <a:latin typeface="Calibri" panose="020F0502020204030204" pitchFamily="34" charset="0"/>
                <a:ea typeface="Calibri" panose="020F0502020204030204" pitchFamily="34" charset="0"/>
                <a:cs typeface="Arial" panose="020B0604020202020204" pitchFamily="34" charset="0"/>
              </a:rPr>
              <a:t>Have I gone through my notes to recall my last interaction with the HCP so that I can build on where I left it off?</a:t>
            </a:r>
          </a:p>
          <a:p>
            <a:pPr marL="498062" indent="-498062">
              <a:lnSpc>
                <a:spcPct val="106000"/>
              </a:lnSpc>
              <a:spcAft>
                <a:spcPts val="581"/>
              </a:spcAft>
              <a:buFont typeface="+mj-lt"/>
              <a:buAutoNum type="arabicPeriod"/>
            </a:pPr>
            <a:r>
              <a:rPr lang="en-US" sz="1700">
                <a:latin typeface="Calibri" panose="020F0502020204030204" pitchFamily="34" charset="0"/>
                <a:ea typeface="Calibri" panose="020F0502020204030204" pitchFamily="34" charset="0"/>
                <a:cs typeface="Arial" panose="020B0604020202020204" pitchFamily="34" charset="0"/>
              </a:rPr>
              <a:t>Basis the information available, can I evaluate which selling model am I likely going to use in this call with the HCP and can I define what I want to achieve from the call?</a:t>
            </a:r>
          </a:p>
          <a:p>
            <a:pPr marL="498062" indent="-498062">
              <a:lnSpc>
                <a:spcPct val="105000"/>
              </a:lnSpc>
              <a:spcAft>
                <a:spcPts val="581"/>
              </a:spcAft>
              <a:buFont typeface="+mj-lt"/>
              <a:buAutoNum type="arabicPeriod"/>
            </a:pPr>
            <a:r>
              <a:rPr lang="en-US" sz="1700">
                <a:latin typeface="Calibri" panose="020F0502020204030204" pitchFamily="34" charset="0"/>
                <a:ea typeface="Calibri" panose="020F0502020204030204" pitchFamily="34" charset="0"/>
                <a:cs typeface="Arial" panose="020B0604020202020204" pitchFamily="34" charset="0"/>
              </a:rPr>
              <a:t>Do I have clarity on the promo grid and the methodology to be followed in deciding which brand pitch is to be prioritized?</a:t>
            </a:r>
          </a:p>
          <a:p>
            <a:pPr marL="498062" indent="-498062">
              <a:lnSpc>
                <a:spcPct val="106000"/>
              </a:lnSpc>
              <a:spcAft>
                <a:spcPts val="581"/>
              </a:spcAft>
              <a:buFont typeface="+mj-lt"/>
              <a:buAutoNum type="arabicPeriod"/>
            </a:pPr>
            <a:r>
              <a:rPr lang="en-US" sz="1700">
                <a:latin typeface="Calibri" panose="020F0502020204030204" pitchFamily="34" charset="0"/>
                <a:ea typeface="Calibri" panose="020F0502020204030204" pitchFamily="34" charset="0"/>
                <a:cs typeface="Arial" panose="020B0604020202020204" pitchFamily="34" charset="0"/>
              </a:rPr>
              <a:t>Do I have all the relevant information and training required for a successful call / visit?</a:t>
            </a:r>
          </a:p>
        </p:txBody>
      </p:sp>
      <p:sp>
        <p:nvSpPr>
          <p:cNvPr id="4" name="Slide Number Placeholder 3"/>
          <p:cNvSpPr>
            <a:spLocks noGrp="1"/>
          </p:cNvSpPr>
          <p:nvPr>
            <p:ph type="sldNum" sz="quarter" idx="5"/>
          </p:nvPr>
        </p:nvSpPr>
        <p:spPr/>
        <p:txBody>
          <a:bodyPr/>
          <a:lstStyle/>
          <a:p>
            <a:pPr defTabSz="1328166">
              <a:defRPr/>
            </a:pPr>
            <a:fld id="{0ADBB67D-B26F-2344-9E13-38E8328C4453}" type="slidenum">
              <a:rPr lang="en-US">
                <a:solidFill>
                  <a:prstClr val="black"/>
                </a:solidFill>
                <a:latin typeface="Calibri" panose="020F0502020204030204"/>
              </a:rPr>
              <a:pPr defTabSz="1328166">
                <a:defRPr/>
              </a:pPr>
              <a:t>6</a:t>
            </a:fld>
            <a:endParaRPr lang="en-US">
              <a:solidFill>
                <a:prstClr val="black"/>
              </a:solidFill>
              <a:latin typeface="Calibri" panose="020F0502020204030204"/>
            </a:endParaRPr>
          </a:p>
        </p:txBody>
      </p:sp>
    </p:spTree>
    <p:extLst>
      <p:ext uri="{BB962C8B-B14F-4D97-AF65-F5344CB8AC3E}">
        <p14:creationId xmlns:p14="http://schemas.microsoft.com/office/powerpoint/2010/main" val="2949279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AB2F6-77EC-623D-C653-491A48702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4FBD4-2E94-EDCE-65D0-51B5840A32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EFD60-829C-27EE-0546-0D25BF75FF8D}"/>
              </a:ext>
            </a:extLst>
          </p:cNvPr>
          <p:cNvSpPr>
            <a:spLocks noGrp="1"/>
          </p:cNvSpPr>
          <p:nvPr>
            <p:ph type="body" idx="1"/>
          </p:nvPr>
        </p:nvSpPr>
        <p:spPr/>
        <p:txBody>
          <a:bodyPr/>
          <a:lstStyle/>
          <a:p>
            <a:pPr defTabSz="1328166">
              <a:defRPr/>
            </a:pPr>
            <a:r>
              <a:rPr lang="en-GB" b="1" dirty="0"/>
              <a:t>What to do/say:</a:t>
            </a:r>
          </a:p>
          <a:p>
            <a:pPr marL="249031" indent="-249031">
              <a:buFont typeface="Arial" panose="020B0604020202020204" pitchFamily="34" charset="0"/>
              <a:buChar char="•"/>
            </a:pPr>
            <a:r>
              <a:rPr lang="en-GB" dirty="0"/>
              <a:t>Give handout to all delegates</a:t>
            </a:r>
          </a:p>
        </p:txBody>
      </p:sp>
      <p:sp>
        <p:nvSpPr>
          <p:cNvPr id="4" name="Slide Number Placeholder 3">
            <a:extLst>
              <a:ext uri="{FF2B5EF4-FFF2-40B4-BE49-F238E27FC236}">
                <a16:creationId xmlns:a16="http://schemas.microsoft.com/office/drawing/2014/main" id="{66B6AF16-AACD-170C-38E9-66BF63725045}"/>
              </a:ext>
            </a:extLst>
          </p:cNvPr>
          <p:cNvSpPr>
            <a:spLocks noGrp="1"/>
          </p:cNvSpPr>
          <p:nvPr>
            <p:ph type="sldNum" sz="quarter" idx="5"/>
          </p:nvPr>
        </p:nvSpPr>
        <p:spPr/>
        <p:txBody>
          <a:bodyPr/>
          <a:lstStyle/>
          <a:p>
            <a:pPr defTabSz="1770844">
              <a:defRPr/>
            </a:pPr>
            <a:fld id="{5E7F5668-1164-4404-958B-BAD09430FAFE}" type="slidenum">
              <a:rPr lang="en-GB">
                <a:solidFill>
                  <a:srgbClr val="000000"/>
                </a:solidFill>
                <a:latin typeface="Arial" panose="020B0604020202020204" pitchFamily="34" charset="0"/>
                <a:cs typeface="Noto Sans"/>
              </a:rPr>
              <a:pPr defTabSz="1770844">
                <a:defRPr/>
              </a:pPr>
              <a:t>8</a:t>
            </a:fld>
            <a:endParaRPr lang="en-GB">
              <a:solidFill>
                <a:srgbClr val="000000"/>
              </a:solidFill>
              <a:latin typeface="Arial" panose="020B0604020202020204" pitchFamily="34" charset="0"/>
              <a:cs typeface="Noto Sans"/>
            </a:endParaRPr>
          </a:p>
        </p:txBody>
      </p:sp>
    </p:spTree>
    <p:extLst>
      <p:ext uri="{BB962C8B-B14F-4D97-AF65-F5344CB8AC3E}">
        <p14:creationId xmlns:p14="http://schemas.microsoft.com/office/powerpoint/2010/main" val="2173341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What to do/say:</a:t>
            </a:r>
          </a:p>
          <a:p>
            <a:pPr marL="249031" indent="-249031">
              <a:buFont typeface="Arial" panose="020B0604020202020204" pitchFamily="34" charset="0"/>
              <a:buChar char="•"/>
            </a:pPr>
            <a:r>
              <a:rPr lang="en-GB" dirty="0"/>
              <a:t>Discuss how engagement plays a key role in setting up for a successful call</a:t>
            </a:r>
          </a:p>
        </p:txBody>
      </p:sp>
      <p:sp>
        <p:nvSpPr>
          <p:cNvPr id="4" name="Slide Number Placeholder 3"/>
          <p:cNvSpPr>
            <a:spLocks noGrp="1"/>
          </p:cNvSpPr>
          <p:nvPr>
            <p:ph type="sldNum" sz="quarter" idx="5"/>
          </p:nvPr>
        </p:nvSpPr>
        <p:spPr/>
        <p:txBody>
          <a:bodyPr/>
          <a:lstStyle/>
          <a:p>
            <a:pPr defTabSz="1328166">
              <a:defRPr/>
            </a:pPr>
            <a:fld id="{0ADBB67D-B26F-2344-9E13-38E8328C4453}" type="slidenum">
              <a:rPr lang="en-US">
                <a:solidFill>
                  <a:prstClr val="black"/>
                </a:solidFill>
                <a:latin typeface="Calibri" panose="020F0502020204030204"/>
              </a:rPr>
              <a:pPr defTabSz="1328166">
                <a:defRPr/>
              </a:pPr>
              <a:t>10</a:t>
            </a:fld>
            <a:endParaRPr lang="en-US">
              <a:solidFill>
                <a:prstClr val="black"/>
              </a:solidFill>
              <a:latin typeface="Calibri" panose="020F0502020204030204"/>
            </a:endParaRPr>
          </a:p>
        </p:txBody>
      </p:sp>
    </p:spTree>
    <p:extLst>
      <p:ext uri="{BB962C8B-B14F-4D97-AF65-F5344CB8AC3E}">
        <p14:creationId xmlns:p14="http://schemas.microsoft.com/office/powerpoint/2010/main" val="2003756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D995D-FA11-64EE-28CC-12F8989680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1F403-CCE7-085E-F32A-FDB8727FE6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97855E-DF6F-6234-1D0C-BDD63A939A18}"/>
              </a:ext>
            </a:extLst>
          </p:cNvPr>
          <p:cNvSpPr>
            <a:spLocks noGrp="1"/>
          </p:cNvSpPr>
          <p:nvPr>
            <p:ph type="body" idx="1"/>
          </p:nvPr>
        </p:nvSpPr>
        <p:spPr/>
        <p:txBody>
          <a:bodyPr/>
          <a:lstStyle/>
          <a:p>
            <a:pPr defTabSz="1328166">
              <a:defRPr/>
            </a:pPr>
            <a:r>
              <a:rPr lang="en-GB" b="1" dirty="0"/>
              <a:t>What to do/say:</a:t>
            </a:r>
          </a:p>
          <a:p>
            <a:pPr marL="249031" indent="-249031">
              <a:buFont typeface="Arial" panose="020B0604020202020204" pitchFamily="34" charset="0"/>
              <a:buChar char="•"/>
            </a:pPr>
            <a:r>
              <a:rPr lang="en-GB" dirty="0"/>
              <a:t>Give handout to all delegates</a:t>
            </a:r>
          </a:p>
        </p:txBody>
      </p:sp>
      <p:sp>
        <p:nvSpPr>
          <p:cNvPr id="4" name="Slide Number Placeholder 3">
            <a:extLst>
              <a:ext uri="{FF2B5EF4-FFF2-40B4-BE49-F238E27FC236}">
                <a16:creationId xmlns:a16="http://schemas.microsoft.com/office/drawing/2014/main" id="{D47E6019-E3AF-4DC3-D567-B756EACCA2C2}"/>
              </a:ext>
            </a:extLst>
          </p:cNvPr>
          <p:cNvSpPr>
            <a:spLocks noGrp="1"/>
          </p:cNvSpPr>
          <p:nvPr>
            <p:ph type="sldNum" sz="quarter" idx="5"/>
          </p:nvPr>
        </p:nvSpPr>
        <p:spPr/>
        <p:txBody>
          <a:bodyPr/>
          <a:lstStyle/>
          <a:p>
            <a:pPr defTabSz="1770844">
              <a:defRPr/>
            </a:pPr>
            <a:fld id="{5E7F5668-1164-4404-958B-BAD09430FAFE}" type="slidenum">
              <a:rPr lang="en-GB">
                <a:solidFill>
                  <a:srgbClr val="000000"/>
                </a:solidFill>
                <a:latin typeface="Arial" panose="020B0604020202020204" pitchFamily="34" charset="0"/>
                <a:cs typeface="Noto Sans"/>
              </a:rPr>
              <a:pPr defTabSz="1770844">
                <a:defRPr/>
              </a:pPr>
              <a:t>11</a:t>
            </a:fld>
            <a:endParaRPr lang="en-GB">
              <a:solidFill>
                <a:srgbClr val="000000"/>
              </a:solidFill>
              <a:latin typeface="Arial" panose="020B0604020202020204" pitchFamily="34" charset="0"/>
              <a:cs typeface="Noto Sans"/>
            </a:endParaRPr>
          </a:p>
        </p:txBody>
      </p:sp>
    </p:spTree>
    <p:extLst>
      <p:ext uri="{BB962C8B-B14F-4D97-AF65-F5344CB8AC3E}">
        <p14:creationId xmlns:p14="http://schemas.microsoft.com/office/powerpoint/2010/main" val="2488087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502686">
              <a:spcAft>
                <a:spcPts val="440"/>
              </a:spcAft>
              <a:defRPr/>
            </a:pPr>
            <a:r>
              <a:rPr lang="en-GB" b="1" u="none" dirty="0">
                <a:latin typeface="GSK Precision"/>
              </a:rPr>
              <a:t>What to do/say:</a:t>
            </a:r>
            <a:endParaRPr lang="en-GB" u="none" dirty="0">
              <a:latin typeface="GSK Precision"/>
            </a:endParaRPr>
          </a:p>
          <a:p>
            <a:pPr marL="249031" indent="-249031" defTabSz="1328166">
              <a:buFont typeface="Arial" panose="020B0604020202020204" pitchFamily="34" charset="0"/>
              <a:buChar char="•"/>
              <a:defRPr/>
            </a:pPr>
            <a:r>
              <a:rPr lang="en-GB" dirty="0"/>
              <a:t>Albert Einstein said if he had one hour to save the planet, he'd spend 55 minutes trying to decide which is the problem he's trying to solve and 5 minutes developing the solution. A little bit extreme, but the essence makes a lot of sense, asking questions helps us to understand the unmet needs of the patient and the HCP</a:t>
            </a:r>
          </a:p>
          <a:p>
            <a:pPr defTabSz="1328166">
              <a:defRPr/>
            </a:pPr>
            <a:endParaRPr lang="en-GB" dirty="0"/>
          </a:p>
        </p:txBody>
      </p:sp>
      <p:sp>
        <p:nvSpPr>
          <p:cNvPr id="4" name="Slide Number Placeholder 3"/>
          <p:cNvSpPr>
            <a:spLocks noGrp="1"/>
          </p:cNvSpPr>
          <p:nvPr>
            <p:ph type="sldNum" sz="quarter" idx="5"/>
          </p:nvPr>
        </p:nvSpPr>
        <p:spPr/>
        <p:txBody>
          <a:bodyPr/>
          <a:lstStyle/>
          <a:p>
            <a:pPr defTabSz="1328166">
              <a:defRPr/>
            </a:pPr>
            <a:fld id="{0ADBB67D-B26F-2344-9E13-38E8328C4453}" type="slidenum">
              <a:rPr lang="en-US">
                <a:solidFill>
                  <a:prstClr val="black"/>
                </a:solidFill>
                <a:latin typeface="Calibri" panose="020F0502020204030204"/>
              </a:rPr>
              <a:pPr defTabSz="1328166">
                <a:defRPr/>
              </a:pPr>
              <a:t>12</a:t>
            </a:fld>
            <a:endParaRPr lang="en-US">
              <a:solidFill>
                <a:prstClr val="black"/>
              </a:solidFill>
              <a:latin typeface="Calibri" panose="020F0502020204030204"/>
            </a:endParaRPr>
          </a:p>
        </p:txBody>
      </p:sp>
    </p:spTree>
    <p:extLst>
      <p:ext uri="{BB962C8B-B14F-4D97-AF65-F5344CB8AC3E}">
        <p14:creationId xmlns:p14="http://schemas.microsoft.com/office/powerpoint/2010/main" val="3322462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875" y="1130300"/>
            <a:ext cx="10052050" cy="5654675"/>
          </a:xfrm>
        </p:spPr>
      </p:sp>
      <p:sp>
        <p:nvSpPr>
          <p:cNvPr id="3" name="Notes Placeholder 2"/>
          <p:cNvSpPr>
            <a:spLocks noGrp="1"/>
          </p:cNvSpPr>
          <p:nvPr>
            <p:ph type="body" idx="1"/>
          </p:nvPr>
        </p:nvSpPr>
        <p:spPr/>
        <p:txBody>
          <a:bodyPr>
            <a:normAutofit/>
          </a:bodyPr>
          <a:lstStyle/>
          <a:p>
            <a:pPr marL="414927" indent="-414927" defTabSz="884244">
              <a:buFont typeface="Arial" panose="020B0604020202020204" pitchFamily="34" charset="0"/>
              <a:buChar char="•"/>
              <a:defRPr/>
            </a:pPr>
            <a:r>
              <a:rPr lang="en-US">
                <a:solidFill>
                  <a:prstClr val="black"/>
                </a:solidFill>
              </a:rPr>
              <a:t>Construction tension is defined as a productive force that moves the interaction into unfamiliar and/or uncomfortable territory where the HCP feels compelled to take clinically appropriate action.  </a:t>
            </a:r>
          </a:p>
          <a:p>
            <a:pPr marL="414927" indent="-414927" defTabSz="884244">
              <a:buFont typeface="Arial" panose="020B0604020202020204" pitchFamily="34" charset="0"/>
              <a:buChar char="•"/>
              <a:defRPr/>
            </a:pPr>
            <a:r>
              <a:rPr lang="en-US">
                <a:solidFill>
                  <a:prstClr val="black"/>
                </a:solidFill>
              </a:rPr>
              <a:t>As sales professionals, most default is to avoid creating tension with a customer because you think that it is detrimental to your relationship…</a:t>
            </a:r>
          </a:p>
          <a:p>
            <a:pPr marL="414927" indent="-414927" defTabSz="884244">
              <a:buFont typeface="Arial" panose="020B0604020202020204" pitchFamily="34" charset="0"/>
              <a:buChar char="•"/>
              <a:defRPr/>
            </a:pPr>
            <a:r>
              <a:rPr lang="en-CA">
                <a:solidFill>
                  <a:prstClr val="black"/>
                </a:solidFill>
              </a:rPr>
              <a:t>…However if there is not enough tension in the call, the HCP will not be compelled to take any action</a:t>
            </a:r>
          </a:p>
          <a:p>
            <a:pPr marL="414927" indent="-414927" defTabSz="884244">
              <a:buFont typeface="Arial" panose="020B0604020202020204" pitchFamily="34" charset="0"/>
              <a:buChar char="•"/>
              <a:defRPr/>
            </a:pPr>
            <a:r>
              <a:rPr lang="en-CA">
                <a:solidFill>
                  <a:prstClr val="black"/>
                </a:solidFill>
              </a:rPr>
              <a:t>…Although in case of too much tension, they may feel personal affront and shut down on you</a:t>
            </a:r>
          </a:p>
          <a:p>
            <a:pPr marL="414927" indent="-414927" defTabSz="884244">
              <a:buFont typeface="Arial" panose="020B0604020202020204" pitchFamily="34" charset="0"/>
              <a:buChar char="•"/>
              <a:defRPr/>
            </a:pPr>
            <a:r>
              <a:rPr lang="en-CA">
                <a:solidFill>
                  <a:prstClr val="black"/>
                </a:solidFill>
              </a:rPr>
              <a:t>Therefore, you need to be skilled here to create the right amount of tension, to challenge the HCP’s thinking but not to challenge them personally. Ultimately, driving them to take a clinically appropriate action</a:t>
            </a:r>
            <a:endParaRPr lang="en-US">
              <a:solidFill>
                <a:prstClr val="black"/>
              </a:solidFill>
            </a:endParaRPr>
          </a:p>
        </p:txBody>
      </p:sp>
      <p:sp>
        <p:nvSpPr>
          <p:cNvPr id="4" name="TextBox 3"/>
          <p:cNvSpPr txBox="1"/>
          <p:nvPr>
            <p:custDataLst>
              <p:tags r:id="rId1"/>
            </p:custDataLst>
          </p:nvPr>
        </p:nvSpPr>
        <p:spPr>
          <a:xfrm>
            <a:off x="2" y="1"/>
            <a:ext cx="5516156" cy="534371"/>
          </a:xfrm>
          <a:prstGeom prst="rect">
            <a:avLst/>
          </a:prstGeom>
          <a:noFill/>
        </p:spPr>
        <p:txBody>
          <a:bodyPr vert="horz" lIns="132770" tIns="66385" rIns="132770" bIns="66385" rtlCol="0">
            <a:spAutoFit/>
          </a:bodyPr>
          <a:lstStyle/>
          <a:p>
            <a:pPr defTabSz="1328166">
              <a:defRPr/>
            </a:pPr>
            <a:endParaRPr lang="en-US" sz="2600">
              <a:solidFill>
                <a:prstClr val="black"/>
              </a:solidFill>
              <a:latin typeface="Aptos" panose="02110004020202020204"/>
            </a:endParaRPr>
          </a:p>
        </p:txBody>
      </p:sp>
    </p:spTree>
    <p:extLst>
      <p:ext uri="{BB962C8B-B14F-4D97-AF65-F5344CB8AC3E}">
        <p14:creationId xmlns:p14="http://schemas.microsoft.com/office/powerpoint/2010/main" val="639335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324B0-7867-2D97-D25F-FF1E1F935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BAE45-E016-C271-3666-133E49A7C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14D03-DBC7-A2D5-7C53-4AFA712370A5}"/>
              </a:ext>
            </a:extLst>
          </p:cNvPr>
          <p:cNvSpPr>
            <a:spLocks noGrp="1"/>
          </p:cNvSpPr>
          <p:nvPr>
            <p:ph type="body" idx="1"/>
          </p:nvPr>
        </p:nvSpPr>
        <p:spPr/>
        <p:txBody>
          <a:bodyPr/>
          <a:lstStyle/>
          <a:p>
            <a:pPr defTabSz="1328166">
              <a:defRPr/>
            </a:pPr>
            <a:r>
              <a:rPr lang="en-PH" dirty="0"/>
              <a:t>Let us zoom in on how we deliver the REFRAME or current state to GAP – this is the first bucket that you are seeing on the screen</a:t>
            </a:r>
          </a:p>
          <a:p>
            <a:endParaRPr lang="en-PH" dirty="0"/>
          </a:p>
        </p:txBody>
      </p:sp>
      <p:sp>
        <p:nvSpPr>
          <p:cNvPr id="4" name="Slide Number Placeholder 3">
            <a:extLst>
              <a:ext uri="{FF2B5EF4-FFF2-40B4-BE49-F238E27FC236}">
                <a16:creationId xmlns:a16="http://schemas.microsoft.com/office/drawing/2014/main" id="{8A8AB26E-8A11-892A-2264-19D9E096A6EC}"/>
              </a:ext>
            </a:extLst>
          </p:cNvPr>
          <p:cNvSpPr>
            <a:spLocks noGrp="1"/>
          </p:cNvSpPr>
          <p:nvPr>
            <p:ph type="sldNum" sz="quarter" idx="5"/>
          </p:nvPr>
        </p:nvSpPr>
        <p:spPr/>
        <p:txBody>
          <a:bodyPr/>
          <a:lstStyle/>
          <a:p>
            <a:pPr defTabSz="1328166">
              <a:defRPr/>
            </a:pPr>
            <a:fld id="{73178573-9E99-4E28-964D-185B0A563733}" type="slidenum">
              <a:rPr lang="en-PH">
                <a:solidFill>
                  <a:prstClr val="black"/>
                </a:solidFill>
                <a:latin typeface="Aptos" panose="02110004020202020204"/>
              </a:rPr>
              <a:pPr defTabSz="1328166">
                <a:defRPr/>
              </a:pPr>
              <a:t>15</a:t>
            </a:fld>
            <a:endParaRPr lang="en-PH">
              <a:solidFill>
                <a:prstClr val="black"/>
              </a:solidFill>
              <a:latin typeface="Aptos" panose="02110004020202020204"/>
            </a:endParaRPr>
          </a:p>
        </p:txBody>
      </p:sp>
    </p:spTree>
    <p:extLst>
      <p:ext uri="{BB962C8B-B14F-4D97-AF65-F5344CB8AC3E}">
        <p14:creationId xmlns:p14="http://schemas.microsoft.com/office/powerpoint/2010/main" val="3992559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According to Challenger, when we create Constructive tension, we disrupt the status quo. We do this by addressing the </a:t>
            </a:r>
            <a:r>
              <a:rPr lang="en-PH" err="1"/>
              <a:t>customet</a:t>
            </a:r>
            <a:r>
              <a:rPr lang="en-PH"/>
              <a:t> problem in a right way.  What you are seeing is an abridged framework </a:t>
            </a:r>
            <a:r>
              <a:rPr lang="en-PH" err="1"/>
              <a:t>fo</a:t>
            </a:r>
            <a:r>
              <a:rPr lang="en-PH"/>
              <a:t> delivering a 3-phase message</a:t>
            </a:r>
          </a:p>
          <a:p>
            <a:endParaRPr lang="en-PH"/>
          </a:p>
          <a:p>
            <a:r>
              <a:rPr lang="en-PH"/>
              <a:t>Let us zoom in on how we deliver the REFRAME or current state to GAP </a:t>
            </a:r>
          </a:p>
        </p:txBody>
      </p:sp>
      <p:sp>
        <p:nvSpPr>
          <p:cNvPr id="4" name="Slide Number Placeholder 3"/>
          <p:cNvSpPr>
            <a:spLocks noGrp="1"/>
          </p:cNvSpPr>
          <p:nvPr>
            <p:ph type="sldNum" sz="quarter" idx="5"/>
          </p:nvPr>
        </p:nvSpPr>
        <p:spPr/>
        <p:txBody>
          <a:bodyPr/>
          <a:lstStyle/>
          <a:p>
            <a:pPr defTabSz="1328166">
              <a:defRPr/>
            </a:pPr>
            <a:fld id="{FBFD5212-2CA9-4C33-B016-E5A7A5D3996A}" type="slidenum">
              <a:rPr lang="en-US">
                <a:solidFill>
                  <a:prstClr val="black"/>
                </a:solidFill>
                <a:latin typeface="Aptos" panose="02110004020202020204"/>
              </a:rPr>
              <a:pPr defTabSz="1328166">
                <a:defRPr/>
              </a:pPr>
              <a:t>16</a:t>
            </a:fld>
            <a:endParaRPr lang="en-US">
              <a:solidFill>
                <a:prstClr val="black"/>
              </a:solidFill>
              <a:latin typeface="Aptos" panose="02110004020202020204"/>
            </a:endParaRPr>
          </a:p>
        </p:txBody>
      </p:sp>
    </p:spTree>
    <p:extLst>
      <p:ext uri="{BB962C8B-B14F-4D97-AF65-F5344CB8AC3E}">
        <p14:creationId xmlns:p14="http://schemas.microsoft.com/office/powerpoint/2010/main" val="4057204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a:latin typeface="Graphik Regular" panose="020B0503030202060203" pitchFamily="34" charset="0"/>
              </a:rPr>
              <a:t>Insert – Surprising – DID YOU KNOW THAT EXACERBATIONS INCREASE….</a:t>
            </a:r>
          </a:p>
        </p:txBody>
      </p:sp>
      <p:sp>
        <p:nvSpPr>
          <p:cNvPr id="4" name="Slide Number Placeholder 3"/>
          <p:cNvSpPr>
            <a:spLocks noGrp="1"/>
          </p:cNvSpPr>
          <p:nvPr>
            <p:ph type="sldNum" sz="quarter" idx="5"/>
          </p:nvPr>
        </p:nvSpPr>
        <p:spPr/>
        <p:txBody>
          <a:bodyPr/>
          <a:lstStyle/>
          <a:p>
            <a:pPr defTabSz="1328166">
              <a:defRPr/>
            </a:pPr>
            <a:fld id="{9CBC096A-345A-9245-8367-0B7231BB613E}" type="slidenum">
              <a:rPr lang="en-US">
                <a:solidFill>
                  <a:prstClr val="black"/>
                </a:solidFill>
                <a:latin typeface="Aptos" panose="02110004020202020204"/>
              </a:rPr>
              <a:pPr defTabSz="1328166">
                <a:defRPr/>
              </a:pPr>
              <a:t>17</a:t>
            </a:fld>
            <a:endParaRPr lang="en-US">
              <a:solidFill>
                <a:prstClr val="black"/>
              </a:solidFill>
              <a:latin typeface="Aptos" panose="02110004020202020204"/>
            </a:endParaRPr>
          </a:p>
        </p:txBody>
      </p:sp>
    </p:spTree>
    <p:extLst>
      <p:ext uri="{BB962C8B-B14F-4D97-AF65-F5344CB8AC3E}">
        <p14:creationId xmlns:p14="http://schemas.microsoft.com/office/powerpoint/2010/main" val="1859679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1328166">
              <a:defRPr/>
            </a:pPr>
            <a:fld id="{9CBC096A-345A-9245-8367-0B7231BB613E}" type="slidenum">
              <a:rPr lang="en-US">
                <a:solidFill>
                  <a:prstClr val="black"/>
                </a:solidFill>
                <a:latin typeface="Aptos" panose="02110004020202020204"/>
              </a:rPr>
              <a:pPr defTabSz="1328166">
                <a:defRPr/>
              </a:pPr>
              <a:t>18</a:t>
            </a:fld>
            <a:endParaRPr lang="en-US">
              <a:solidFill>
                <a:prstClr val="black"/>
              </a:solidFill>
              <a:latin typeface="Aptos" panose="02110004020202020204"/>
            </a:endParaRPr>
          </a:p>
        </p:txBody>
      </p:sp>
    </p:spTree>
    <p:extLst>
      <p:ext uri="{BB962C8B-B14F-4D97-AF65-F5344CB8AC3E}">
        <p14:creationId xmlns:p14="http://schemas.microsoft.com/office/powerpoint/2010/main" val="1057772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UNDERSTAND PROBLEM FIRST BEFORE SOLUTION</a:t>
            </a:r>
          </a:p>
          <a:p>
            <a:r>
              <a:rPr lang="en-PH" dirty="0"/>
              <a:t>Discipline not to mention brand</a:t>
            </a:r>
          </a:p>
        </p:txBody>
      </p:sp>
      <p:sp>
        <p:nvSpPr>
          <p:cNvPr id="4" name="Slide Number Placeholder 3"/>
          <p:cNvSpPr>
            <a:spLocks noGrp="1"/>
          </p:cNvSpPr>
          <p:nvPr>
            <p:ph type="sldNum" sz="quarter" idx="5"/>
          </p:nvPr>
        </p:nvSpPr>
        <p:spPr/>
        <p:txBody>
          <a:bodyPr/>
          <a:lstStyle/>
          <a:p>
            <a:pPr defTabSz="1328166">
              <a:defRPr/>
            </a:pPr>
            <a:fld id="{73178573-9E99-4E28-964D-185B0A563733}" type="slidenum">
              <a:rPr lang="en-PH">
                <a:solidFill>
                  <a:prstClr val="black"/>
                </a:solidFill>
                <a:latin typeface="Aptos" panose="02110004020202020204"/>
              </a:rPr>
              <a:pPr defTabSz="1328166">
                <a:defRPr/>
              </a:pPr>
              <a:t>19</a:t>
            </a:fld>
            <a:endParaRPr lang="en-PH">
              <a:solidFill>
                <a:prstClr val="black"/>
              </a:solidFill>
              <a:latin typeface="Aptos" panose="02110004020202020204"/>
            </a:endParaRPr>
          </a:p>
        </p:txBody>
      </p:sp>
    </p:spTree>
    <p:extLst>
      <p:ext uri="{BB962C8B-B14F-4D97-AF65-F5344CB8AC3E}">
        <p14:creationId xmlns:p14="http://schemas.microsoft.com/office/powerpoint/2010/main" val="3624247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latin typeface="Graphik Regular" panose="020B0503030202060203" pitchFamily="34" charset="0"/>
              </a:rPr>
              <a:t>Develop a reframe anchored on your answers to the 4 questions</a:t>
            </a:r>
            <a:endParaRPr lang="en-US" dirty="0"/>
          </a:p>
        </p:txBody>
      </p:sp>
      <p:sp>
        <p:nvSpPr>
          <p:cNvPr id="4" name="Slide Number Placeholder 3"/>
          <p:cNvSpPr>
            <a:spLocks noGrp="1"/>
          </p:cNvSpPr>
          <p:nvPr>
            <p:ph type="sldNum" sz="quarter" idx="5"/>
          </p:nvPr>
        </p:nvSpPr>
        <p:spPr/>
        <p:txBody>
          <a:bodyPr/>
          <a:lstStyle/>
          <a:p>
            <a:pPr defTabSz="1328166">
              <a:defRPr/>
            </a:pPr>
            <a:fld id="{9CBC096A-345A-9245-8367-0B7231BB613E}" type="slidenum">
              <a:rPr lang="en-US">
                <a:solidFill>
                  <a:prstClr val="black"/>
                </a:solidFill>
                <a:latin typeface="Aptos" panose="02110004020202020204"/>
              </a:rPr>
              <a:pPr defTabSz="1328166">
                <a:defRPr/>
              </a:pPr>
              <a:t>20</a:t>
            </a:fld>
            <a:endParaRPr lang="en-US">
              <a:solidFill>
                <a:prstClr val="black"/>
              </a:solidFill>
              <a:latin typeface="Aptos" panose="02110004020202020204"/>
            </a:endParaRPr>
          </a:p>
        </p:txBody>
      </p:sp>
    </p:spTree>
    <p:extLst>
      <p:ext uri="{BB962C8B-B14F-4D97-AF65-F5344CB8AC3E}">
        <p14:creationId xmlns:p14="http://schemas.microsoft.com/office/powerpoint/2010/main" val="3848373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1328166">
              <a:spcAft>
                <a:spcPts val="872"/>
              </a:spcAft>
              <a:defRPr/>
            </a:pPr>
            <a:r>
              <a:rPr lang="en-US" sz="1700">
                <a:solidFill>
                  <a:srgbClr val="052835"/>
                </a:solidFill>
                <a:latin typeface="Graphik Regular" panose="020B0503030202060203" pitchFamily="34" charset="0"/>
                <a:ea typeface="Graphik Bold" charset="0"/>
                <a:cs typeface="Graphik Bold" charset="0"/>
              </a:rPr>
              <a:t>Intensify the </a:t>
            </a:r>
            <a:r>
              <a:rPr lang="en-US" sz="1700">
                <a:solidFill>
                  <a:srgbClr val="052835"/>
                </a:solidFill>
                <a:latin typeface="Graphik Bold" panose="020B0803030202060203" pitchFamily="34" charset="0"/>
                <a:ea typeface="Graphik Bold" charset="0"/>
                <a:cs typeface="Graphik Bold" charset="0"/>
              </a:rPr>
              <a:t>business consequences</a:t>
            </a:r>
            <a:r>
              <a:rPr lang="en-US" sz="1700">
                <a:solidFill>
                  <a:srgbClr val="052835"/>
                </a:solidFill>
                <a:latin typeface="Graphik Regular" panose="020B0503030202060203" pitchFamily="34" charset="0"/>
                <a:ea typeface="Graphik Bold" charset="0"/>
                <a:cs typeface="Graphik Bold" charset="0"/>
              </a:rPr>
              <a:t> and </a:t>
            </a:r>
            <a:r>
              <a:rPr lang="en-US" sz="1700" b="1">
                <a:solidFill>
                  <a:srgbClr val="052835"/>
                </a:solidFill>
                <a:latin typeface="Graphik Bold" panose="020B0803030202060203" pitchFamily="34" charset="0"/>
                <a:ea typeface="Graphik Bold" charset="0"/>
                <a:cs typeface="Graphik Bold" charset="0"/>
              </a:rPr>
              <a:t>humanize </a:t>
            </a:r>
            <a:r>
              <a:rPr lang="en-US" sz="1700">
                <a:solidFill>
                  <a:srgbClr val="052835"/>
                </a:solidFill>
                <a:latin typeface="Graphik Regular" panose="020B0503030202060203" pitchFamily="34" charset="0"/>
                <a:ea typeface="Graphik Bold" charset="0"/>
                <a:cs typeface="Graphik Bold" charset="0"/>
              </a:rPr>
              <a:t>the problem by articulating the </a:t>
            </a:r>
            <a:r>
              <a:rPr lang="en-US" sz="1700" b="1">
                <a:solidFill>
                  <a:srgbClr val="052835"/>
                </a:solidFill>
                <a:latin typeface="Graphik Bold" panose="020B0803030202060203" pitchFamily="34" charset="0"/>
                <a:ea typeface="Graphik Bold" charset="0"/>
                <a:cs typeface="Graphik Bold" charset="0"/>
              </a:rPr>
              <a:t>cost of staying the same.</a:t>
            </a:r>
            <a:endParaRPr lang="en-US" sz="1700">
              <a:solidFill>
                <a:srgbClr val="052835"/>
              </a:solidFill>
              <a:latin typeface="Graphik Regular" panose="020B0503030202060203" pitchFamily="34" charset="0"/>
              <a:ea typeface="Graphik Bold" charset="0"/>
              <a:cs typeface="Graphik Bold" charset="0"/>
            </a:endParaRPr>
          </a:p>
        </p:txBody>
      </p:sp>
      <p:sp>
        <p:nvSpPr>
          <p:cNvPr id="4" name="Slide Number Placeholder 3"/>
          <p:cNvSpPr>
            <a:spLocks noGrp="1"/>
          </p:cNvSpPr>
          <p:nvPr>
            <p:ph type="sldNum" sz="quarter" idx="5"/>
          </p:nvPr>
        </p:nvSpPr>
        <p:spPr/>
        <p:txBody>
          <a:bodyPr/>
          <a:lstStyle/>
          <a:p>
            <a:pPr defTabSz="1404004">
              <a:defRPr/>
            </a:pPr>
            <a:fld id="{9CBC096A-345A-9245-8367-0B7231BB613E}" type="slidenum">
              <a:rPr lang="en-US">
                <a:solidFill>
                  <a:prstClr val="black"/>
                </a:solidFill>
                <a:latin typeface="Aptos" panose="02110004020202020204"/>
              </a:rPr>
              <a:pPr defTabSz="1404004">
                <a:defRPr/>
              </a:pPr>
              <a:t>21</a:t>
            </a:fld>
            <a:endParaRPr lang="en-US">
              <a:solidFill>
                <a:prstClr val="black"/>
              </a:solidFill>
              <a:latin typeface="Aptos" panose="02110004020202020204"/>
            </a:endParaRPr>
          </a:p>
        </p:txBody>
      </p:sp>
    </p:spTree>
    <p:extLst>
      <p:ext uri="{BB962C8B-B14F-4D97-AF65-F5344CB8AC3E}">
        <p14:creationId xmlns:p14="http://schemas.microsoft.com/office/powerpoint/2010/main" val="872077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502686">
              <a:spcAft>
                <a:spcPts val="440"/>
              </a:spcAft>
              <a:defRPr/>
            </a:pPr>
            <a:r>
              <a:rPr lang="en-GB" b="1" u="none" dirty="0">
                <a:latin typeface="GSK Precision"/>
              </a:rPr>
              <a:t>What to do/say:</a:t>
            </a:r>
            <a:endParaRPr lang="en-GB" u="none" dirty="0">
              <a:latin typeface="GSK Precision"/>
            </a:endParaRPr>
          </a:p>
          <a:p>
            <a:pPr marL="249031" indent="-249031" defTabSz="1328166">
              <a:buFont typeface="Arial" panose="020B0604020202020204" pitchFamily="34" charset="0"/>
              <a:buChar char="•"/>
              <a:defRPr/>
            </a:pPr>
            <a:r>
              <a:rPr lang="en-GB" dirty="0"/>
              <a:t>There are 3 question types that we can use to create opportunity – fact finding questions (read example), opportunity finding questions (read example) and solution finding questions (read example)</a:t>
            </a:r>
          </a:p>
          <a:p>
            <a:endParaRPr lang="en-US" dirty="0"/>
          </a:p>
        </p:txBody>
      </p:sp>
      <p:sp>
        <p:nvSpPr>
          <p:cNvPr id="4" name="Slide Number Placeholder 3"/>
          <p:cNvSpPr>
            <a:spLocks noGrp="1"/>
          </p:cNvSpPr>
          <p:nvPr>
            <p:ph type="sldNum" sz="quarter" idx="5"/>
          </p:nvPr>
        </p:nvSpPr>
        <p:spPr/>
        <p:txBody>
          <a:bodyPr/>
          <a:lstStyle/>
          <a:p>
            <a:pPr defTabSz="1328166">
              <a:defRPr/>
            </a:pPr>
            <a:fld id="{013F4DD3-0780-3C49-82A1-007FC8F7E639}" type="slidenum">
              <a:rPr lang="en-US">
                <a:solidFill>
                  <a:prstClr val="black"/>
                </a:solidFill>
                <a:latin typeface="Calibri" panose="020F0502020204030204"/>
              </a:rPr>
              <a:pPr defTabSz="1328166">
                <a:defRPr/>
              </a:pPr>
              <a:t>22</a:t>
            </a:fld>
            <a:endParaRPr lang="en-US">
              <a:solidFill>
                <a:prstClr val="black"/>
              </a:solidFill>
              <a:latin typeface="Calibri" panose="020F0502020204030204"/>
            </a:endParaRPr>
          </a:p>
        </p:txBody>
      </p:sp>
    </p:spTree>
    <p:extLst>
      <p:ext uri="{BB962C8B-B14F-4D97-AF65-F5344CB8AC3E}">
        <p14:creationId xmlns:p14="http://schemas.microsoft.com/office/powerpoint/2010/main" val="39188543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a:t>Everyday our HCPs, in every patient encounter, need to make decisions. They need to balance patient outcomes, experience, guidelines etc. </a:t>
            </a:r>
            <a:r>
              <a:rPr lang="en-US" sz="1700"/>
              <a:t>These decisions often come down to a choice: continue with established habits or embrace new approaches. This is where the concept of "pain of same" and "pain of change" comes into play.</a:t>
            </a:r>
          </a:p>
          <a:p>
            <a:endParaRPr lang="en-US" sz="1700"/>
          </a:p>
          <a:p>
            <a:r>
              <a:rPr lang="en-US" sz="1700"/>
              <a:t>In order to introduce the impact, there are 2 elements which must be present in order to be most effective…</a:t>
            </a:r>
          </a:p>
          <a:p>
            <a:r>
              <a:rPr lang="en-PH"/>
              <a:t>First, the RATIONAL Case for change – this is where we anchor impact of sizable, quantifiable impact – </a:t>
            </a:r>
          </a:p>
          <a:p>
            <a:r>
              <a:rPr lang="en-PH"/>
              <a:t>Second, the EMOTIONAL Case</a:t>
            </a:r>
          </a:p>
        </p:txBody>
      </p:sp>
      <p:sp>
        <p:nvSpPr>
          <p:cNvPr id="4" name="Slide Number Placeholder 3"/>
          <p:cNvSpPr>
            <a:spLocks noGrp="1"/>
          </p:cNvSpPr>
          <p:nvPr>
            <p:ph type="sldNum" sz="quarter" idx="5"/>
          </p:nvPr>
        </p:nvSpPr>
        <p:spPr/>
        <p:txBody>
          <a:bodyPr/>
          <a:lstStyle/>
          <a:p>
            <a:pPr defTabSz="1328166">
              <a:defRPr/>
            </a:pPr>
            <a:fld id="{FBFD5212-2CA9-4C33-B016-E5A7A5D3996A}" type="slidenum">
              <a:rPr lang="en-US">
                <a:solidFill>
                  <a:prstClr val="black"/>
                </a:solidFill>
                <a:latin typeface="Aptos" panose="02110004020202020204"/>
              </a:rPr>
              <a:pPr defTabSz="1328166">
                <a:defRPr/>
              </a:pPr>
              <a:t>23</a:t>
            </a:fld>
            <a:endParaRPr lang="en-US">
              <a:solidFill>
                <a:prstClr val="black"/>
              </a:solidFill>
              <a:latin typeface="Aptos" panose="02110004020202020204"/>
            </a:endParaRPr>
          </a:p>
        </p:txBody>
      </p:sp>
    </p:spTree>
    <p:extLst>
      <p:ext uri="{BB962C8B-B14F-4D97-AF65-F5344CB8AC3E}">
        <p14:creationId xmlns:p14="http://schemas.microsoft.com/office/powerpoint/2010/main" val="3372814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502686">
              <a:spcAft>
                <a:spcPts val="440"/>
              </a:spcAft>
              <a:defRPr/>
            </a:pPr>
            <a:r>
              <a:rPr lang="en-GB" b="1" u="none" dirty="0">
                <a:latin typeface="GSK Precision"/>
              </a:rPr>
              <a:t>What to do/say:</a:t>
            </a:r>
            <a:endParaRPr lang="en-GB" u="none" dirty="0">
              <a:latin typeface="GSK Precision"/>
            </a:endParaRPr>
          </a:p>
          <a:p>
            <a:pPr marL="249031" indent="-249031" defTabSz="1328166">
              <a:buFont typeface="Arial" panose="020B0604020202020204" pitchFamily="34" charset="0"/>
              <a:buChar char="•"/>
              <a:defRPr/>
            </a:pPr>
            <a:r>
              <a:rPr lang="en-US" dirty="0"/>
              <a:t>Read the quote by Maya Angelou</a:t>
            </a:r>
          </a:p>
          <a:p>
            <a:pPr marL="249031" indent="-249031" defTabSz="1328166">
              <a:buFont typeface="Arial" panose="020B0604020202020204" pitchFamily="34" charset="0"/>
              <a:buChar char="•"/>
              <a:defRPr/>
            </a:pPr>
            <a:r>
              <a:rPr lang="en-US" dirty="0"/>
              <a:t>Emotive selling involves story telling to engage the HCP, creating analogies, using imagery and quotes to get your point across in a way that is professional but not robotic</a:t>
            </a:r>
            <a:endParaRPr lang="en-GB" dirty="0"/>
          </a:p>
          <a:p>
            <a:endParaRPr lang="en-GB" dirty="0"/>
          </a:p>
        </p:txBody>
      </p:sp>
      <p:sp>
        <p:nvSpPr>
          <p:cNvPr id="4" name="Slide Number Placeholder 3"/>
          <p:cNvSpPr>
            <a:spLocks noGrp="1"/>
          </p:cNvSpPr>
          <p:nvPr>
            <p:ph type="sldNum" sz="quarter" idx="5"/>
          </p:nvPr>
        </p:nvSpPr>
        <p:spPr/>
        <p:txBody>
          <a:bodyPr/>
          <a:lstStyle/>
          <a:p>
            <a:pPr defTabSz="1328166">
              <a:defRPr/>
            </a:pPr>
            <a:fld id="{6DF0C542-1FFC-4CCC-A45C-53B5563D9D2E}" type="slidenum">
              <a:rPr lang="en-US">
                <a:solidFill>
                  <a:prstClr val="black"/>
                </a:solidFill>
                <a:latin typeface="Calibri" panose="020F0502020204030204"/>
              </a:rPr>
              <a:pPr defTabSz="1328166">
                <a:defRPr/>
              </a:pPr>
              <a:t>24</a:t>
            </a:fld>
            <a:endParaRPr lang="en-US">
              <a:solidFill>
                <a:prstClr val="black"/>
              </a:solidFill>
              <a:latin typeface="Calibri" panose="020F0502020204030204"/>
            </a:endParaRPr>
          </a:p>
        </p:txBody>
      </p:sp>
    </p:spTree>
    <p:extLst>
      <p:ext uri="{BB962C8B-B14F-4D97-AF65-F5344CB8AC3E}">
        <p14:creationId xmlns:p14="http://schemas.microsoft.com/office/powerpoint/2010/main" val="40559612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FCD96-549D-AA1F-0520-6A90C7A44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8086E-1CEE-2DDB-5C35-F2B8B5072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42F6C3-17C4-D4F5-48CF-0CC02E0DF7F9}"/>
              </a:ext>
            </a:extLst>
          </p:cNvPr>
          <p:cNvSpPr>
            <a:spLocks noGrp="1"/>
          </p:cNvSpPr>
          <p:nvPr>
            <p:ph type="body" idx="1"/>
          </p:nvPr>
        </p:nvSpPr>
        <p:spPr/>
        <p:txBody>
          <a:bodyPr/>
          <a:lstStyle/>
          <a:p>
            <a:pPr defTabSz="502686">
              <a:spcAft>
                <a:spcPts val="440"/>
              </a:spcAft>
              <a:defRPr/>
            </a:pPr>
            <a:r>
              <a:rPr lang="en-GB" b="1" u="none" dirty="0">
                <a:latin typeface="GSK Precision"/>
              </a:rPr>
              <a:t>What to do/say:</a:t>
            </a:r>
            <a:endParaRPr lang="en-GB" u="none" dirty="0">
              <a:latin typeface="GSK Precision"/>
            </a:endParaRPr>
          </a:p>
          <a:p>
            <a:pPr marL="249031" indent="-249031" defTabSz="1328166">
              <a:buFont typeface="Arial" panose="020B0604020202020204" pitchFamily="34" charset="0"/>
              <a:buChar char="•"/>
              <a:defRPr/>
            </a:pPr>
            <a:r>
              <a:rPr lang="en-GB" dirty="0"/>
              <a:t>Remember Emotive Selling is your way to convince the HCP by the value you add</a:t>
            </a:r>
          </a:p>
          <a:p>
            <a:pPr marL="249031" indent="-249031" defTabSz="1328166">
              <a:buFont typeface="Arial" panose="020B0604020202020204" pitchFamily="34" charset="0"/>
              <a:buChar char="•"/>
              <a:defRPr/>
            </a:pPr>
            <a:r>
              <a:rPr lang="en-PH" dirty="0"/>
              <a:t>Walk the delegates through the 3 points </a:t>
            </a:r>
            <a:endParaRPr lang="en-GB" dirty="0"/>
          </a:p>
          <a:p>
            <a:endParaRPr lang="en-GB" dirty="0"/>
          </a:p>
        </p:txBody>
      </p:sp>
      <p:sp>
        <p:nvSpPr>
          <p:cNvPr id="4" name="Slide Number Placeholder 3">
            <a:extLst>
              <a:ext uri="{FF2B5EF4-FFF2-40B4-BE49-F238E27FC236}">
                <a16:creationId xmlns:a16="http://schemas.microsoft.com/office/drawing/2014/main" id="{7B68D3E2-5713-BF9E-9B45-38FBB0874146}"/>
              </a:ext>
            </a:extLst>
          </p:cNvPr>
          <p:cNvSpPr>
            <a:spLocks noGrp="1"/>
          </p:cNvSpPr>
          <p:nvPr>
            <p:ph type="sldNum" sz="quarter" idx="5"/>
          </p:nvPr>
        </p:nvSpPr>
        <p:spPr/>
        <p:txBody>
          <a:bodyPr/>
          <a:lstStyle/>
          <a:p>
            <a:fld id="{6DF0C542-1FFC-4CCC-A45C-53B5563D9D2E}" type="slidenum">
              <a:rPr lang="en-US" smtClean="0"/>
              <a:t>25</a:t>
            </a:fld>
            <a:endParaRPr lang="en-US"/>
          </a:p>
        </p:txBody>
      </p:sp>
    </p:spTree>
    <p:extLst>
      <p:ext uri="{BB962C8B-B14F-4D97-AF65-F5344CB8AC3E}">
        <p14:creationId xmlns:p14="http://schemas.microsoft.com/office/powerpoint/2010/main" val="699646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700" b="1" dirty="0"/>
              <a:t>FULL BUILD TIMING</a:t>
            </a:r>
            <a:r>
              <a:rPr lang="en-US" sz="1700" dirty="0"/>
              <a:t>: 4 mins across 5 slides	</a:t>
            </a:r>
          </a:p>
          <a:p>
            <a:pPr defTabSz="1404004">
              <a:defRPr/>
            </a:pPr>
            <a:r>
              <a:rPr lang="en-US" sz="1700" b="1" dirty="0"/>
              <a:t>SLIDE TIMING</a:t>
            </a:r>
            <a:r>
              <a:rPr lang="en-US" sz="1700" dirty="0"/>
              <a:t>: 1 min	</a:t>
            </a:r>
            <a:r>
              <a:rPr lang="en-US" sz="1700" b="1" dirty="0"/>
              <a:t>RUNNING TIME</a:t>
            </a:r>
            <a:r>
              <a:rPr lang="en-US" sz="1700" dirty="0"/>
              <a:t>: 2:35-2:36</a:t>
            </a:r>
          </a:p>
          <a:p>
            <a:endParaRPr lang="en-US" sz="1700" dirty="0"/>
          </a:p>
          <a:p>
            <a:endParaRPr lang="en-US" sz="1700" dirty="0"/>
          </a:p>
          <a:p>
            <a:endParaRPr lang="en-US" sz="1700" dirty="0"/>
          </a:p>
          <a:p>
            <a:r>
              <a:rPr lang="en-US" sz="1700" b="1" dirty="0"/>
              <a:t>FLOW (SLIDE 5 OF 5)</a:t>
            </a:r>
          </a:p>
          <a:p>
            <a:pPr defTabSz="1404004">
              <a:defRPr/>
            </a:pPr>
            <a:r>
              <a:rPr lang="en-US" sz="1700" dirty="0"/>
              <a:t>Discuss how to use vivid equivalents</a:t>
            </a:r>
          </a:p>
          <a:p>
            <a:pPr defTabSz="1404004">
              <a:defRPr/>
            </a:pPr>
            <a:endParaRPr lang="en-US" sz="1700" dirty="0"/>
          </a:p>
          <a:p>
            <a:pPr defTabSz="1404004">
              <a:defRPr/>
            </a:pPr>
            <a:endParaRPr lang="en-US" sz="1700" dirty="0"/>
          </a:p>
          <a:p>
            <a:pPr defTabSz="1404004">
              <a:defRPr/>
            </a:pPr>
            <a:r>
              <a:rPr lang="en-US" sz="1700" b="1" dirty="0"/>
              <a:t>TRANSITION</a:t>
            </a:r>
          </a:p>
          <a:p>
            <a:pPr defTabSz="1404004">
              <a:defRPr/>
            </a:pPr>
            <a:r>
              <a:rPr lang="en-US" sz="1700" dirty="0"/>
              <a:t>Again, the point of Emotional Impact is to help the customer get their head around just how bad things currently are…</a:t>
            </a:r>
          </a:p>
        </p:txBody>
      </p:sp>
      <p:sp>
        <p:nvSpPr>
          <p:cNvPr id="4" name="Slide Number Placeholder 3"/>
          <p:cNvSpPr>
            <a:spLocks noGrp="1"/>
          </p:cNvSpPr>
          <p:nvPr>
            <p:ph type="sldNum" sz="quarter" idx="5"/>
          </p:nvPr>
        </p:nvSpPr>
        <p:spPr/>
        <p:txBody>
          <a:bodyPr/>
          <a:lstStyle/>
          <a:p>
            <a:pPr defTabSz="1404004">
              <a:defRPr/>
            </a:pPr>
            <a:fld id="{9CBC096A-345A-9245-8367-0B7231BB613E}" type="slidenum">
              <a:rPr lang="en-US">
                <a:solidFill>
                  <a:prstClr val="black"/>
                </a:solidFill>
                <a:latin typeface="Aptos" panose="02110004020202020204"/>
              </a:rPr>
              <a:pPr defTabSz="1404004">
                <a:defRPr/>
              </a:pPr>
              <a:t>26</a:t>
            </a:fld>
            <a:endParaRPr lang="en-US">
              <a:solidFill>
                <a:prstClr val="black"/>
              </a:solidFill>
              <a:latin typeface="Aptos" panose="02110004020202020204"/>
            </a:endParaRPr>
          </a:p>
        </p:txBody>
      </p:sp>
    </p:spTree>
    <p:extLst>
      <p:ext uri="{BB962C8B-B14F-4D97-AF65-F5344CB8AC3E}">
        <p14:creationId xmlns:p14="http://schemas.microsoft.com/office/powerpoint/2010/main" val="2322166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700"/>
              <a:t>Now that you have introduced the impact, you may now be ready to reveal the value.</a:t>
            </a:r>
          </a:p>
          <a:p>
            <a:pPr defTabSz="1328166">
              <a:defRPr/>
            </a:pPr>
            <a:r>
              <a:rPr lang="en-US" sz="1700"/>
              <a:t>The objective is to </a:t>
            </a:r>
            <a:r>
              <a:rPr lang="en-US" sz="1700">
                <a:solidFill>
                  <a:srgbClr val="052835"/>
                </a:solidFill>
                <a:latin typeface="Graphik Regular" panose="020B0503030202060203" pitchFamily="34" charset="0"/>
                <a:ea typeface="Graphik Bold" charset="0"/>
                <a:cs typeface="Graphik Bold" charset="0"/>
              </a:rPr>
              <a:t>Demonstrate the </a:t>
            </a:r>
            <a:r>
              <a:rPr lang="en-US" sz="1700">
                <a:solidFill>
                  <a:srgbClr val="052835"/>
                </a:solidFill>
                <a:latin typeface="Graphik Bold" panose="020B0803030202060203" pitchFamily="34" charset="0"/>
                <a:ea typeface="Graphik Bold" charset="0"/>
                <a:cs typeface="Graphik Bold" charset="0"/>
              </a:rPr>
              <a:t>value </a:t>
            </a:r>
            <a:r>
              <a:rPr lang="en-US" sz="1700">
                <a:solidFill>
                  <a:srgbClr val="052835"/>
                </a:solidFill>
                <a:latin typeface="Graphik Regular" panose="020B0503030202060203" pitchFamily="34" charset="0"/>
                <a:ea typeface="Graphik Bold" charset="0"/>
                <a:cs typeface="Graphik Bold" charset="0"/>
              </a:rPr>
              <a:t>of adopting a </a:t>
            </a:r>
            <a:r>
              <a:rPr lang="en-US" sz="1700">
                <a:solidFill>
                  <a:srgbClr val="052835"/>
                </a:solidFill>
                <a:latin typeface="Graphik Bold"/>
                <a:ea typeface="Graphik Bold" charset="0"/>
                <a:cs typeface="Graphik Bold" charset="0"/>
              </a:rPr>
              <a:t>new way forward </a:t>
            </a:r>
            <a:r>
              <a:rPr lang="en-US" sz="1700">
                <a:solidFill>
                  <a:srgbClr val="052835"/>
                </a:solidFill>
                <a:latin typeface="Graphik Regular" panose="020B0503030202060203" pitchFamily="34" charset="0"/>
                <a:ea typeface="Graphik Bold" charset="0"/>
                <a:cs typeface="Graphik Bold" charset="0"/>
              </a:rPr>
              <a:t>and reveal the </a:t>
            </a:r>
            <a:r>
              <a:rPr lang="en-US" sz="1700">
                <a:solidFill>
                  <a:srgbClr val="052835"/>
                </a:solidFill>
                <a:latin typeface="Graphik Bold"/>
                <a:ea typeface="Graphik Bold" charset="0"/>
                <a:cs typeface="Graphik Bold" charset="0"/>
              </a:rPr>
              <a:t>distinctiveness of your solution</a:t>
            </a:r>
            <a:r>
              <a:rPr lang="en-US" sz="1700">
                <a:solidFill>
                  <a:srgbClr val="052835"/>
                </a:solidFill>
                <a:latin typeface="Graphik Bold" panose="020B0803030202060203" pitchFamily="34" charset="0"/>
                <a:ea typeface="Graphik Bold" charset="0"/>
                <a:cs typeface="Graphik Bold" charset="0"/>
              </a:rPr>
              <a:t>.</a:t>
            </a:r>
            <a:endParaRPr lang="en-US" sz="1700">
              <a:solidFill>
                <a:srgbClr val="052835"/>
              </a:solidFill>
              <a:latin typeface="Graphik Regular" panose="020B0503030202060203" pitchFamily="34" charset="0"/>
              <a:ea typeface="Graphik Bold" charset="0"/>
              <a:cs typeface="Graphik Bold" charset="0"/>
            </a:endParaRPr>
          </a:p>
          <a:p>
            <a:endParaRPr lang="en-US" sz="1700"/>
          </a:p>
        </p:txBody>
      </p:sp>
      <p:sp>
        <p:nvSpPr>
          <p:cNvPr id="4" name="Slide Number Placeholder 3"/>
          <p:cNvSpPr>
            <a:spLocks noGrp="1"/>
          </p:cNvSpPr>
          <p:nvPr>
            <p:ph type="sldNum" sz="quarter" idx="5"/>
          </p:nvPr>
        </p:nvSpPr>
        <p:spPr/>
        <p:txBody>
          <a:bodyPr/>
          <a:lstStyle/>
          <a:p>
            <a:pPr defTabSz="1404004">
              <a:defRPr/>
            </a:pPr>
            <a:fld id="{9CBC096A-345A-9245-8367-0B7231BB613E}" type="slidenum">
              <a:rPr lang="en-US">
                <a:solidFill>
                  <a:prstClr val="black"/>
                </a:solidFill>
                <a:latin typeface="Aptos" panose="02110004020202020204"/>
              </a:rPr>
              <a:pPr defTabSz="1404004">
                <a:defRPr/>
              </a:pPr>
              <a:t>27</a:t>
            </a:fld>
            <a:endParaRPr lang="en-US">
              <a:solidFill>
                <a:prstClr val="black"/>
              </a:solidFill>
              <a:latin typeface="Aptos" panose="02110004020202020204"/>
            </a:endParaRPr>
          </a:p>
        </p:txBody>
      </p:sp>
    </p:spTree>
    <p:extLst>
      <p:ext uri="{BB962C8B-B14F-4D97-AF65-F5344CB8AC3E}">
        <p14:creationId xmlns:p14="http://schemas.microsoft.com/office/powerpoint/2010/main" val="28662083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700" b="1" dirty="0"/>
              <a:t>SLIDE TIMING</a:t>
            </a:r>
            <a:r>
              <a:rPr lang="en-US" sz="1700" dirty="0"/>
              <a:t>: 2 mins 	</a:t>
            </a:r>
            <a:r>
              <a:rPr lang="en-US" sz="1700" b="1" dirty="0"/>
              <a:t>RUNNING TIME</a:t>
            </a:r>
            <a:r>
              <a:rPr lang="en-US" sz="1700" dirty="0"/>
              <a:t>: 2:59-3:01 </a:t>
            </a:r>
          </a:p>
          <a:p>
            <a:endParaRPr lang="en-US" sz="1700" dirty="0"/>
          </a:p>
          <a:p>
            <a:endParaRPr lang="en-US" sz="1700" dirty="0"/>
          </a:p>
          <a:p>
            <a:r>
              <a:rPr lang="en-US" sz="1700" b="1" dirty="0"/>
              <a:t>FLOW</a:t>
            </a:r>
          </a:p>
          <a:p>
            <a:pPr marL="351001" indent="-351001">
              <a:buFont typeface="+mj-lt"/>
              <a:buAutoNum type="arabicPeriod"/>
            </a:pPr>
            <a:r>
              <a:rPr lang="en-US" sz="1700" dirty="0"/>
              <a:t>Discuss the action the customer should take</a:t>
            </a:r>
          </a:p>
          <a:p>
            <a:pPr marL="351001" indent="-351001">
              <a:buFont typeface="+mj-lt"/>
              <a:buAutoNum type="arabicPeriod"/>
            </a:pPr>
            <a:r>
              <a:rPr lang="en-US" sz="1700" dirty="0"/>
              <a:t>Discuss the idea of differentiating your solution from others</a:t>
            </a:r>
          </a:p>
          <a:p>
            <a:endParaRPr lang="en-US" sz="1700" b="1" dirty="0"/>
          </a:p>
          <a:p>
            <a:endParaRPr lang="en-US" sz="1700" b="1" dirty="0"/>
          </a:p>
          <a:p>
            <a:r>
              <a:rPr lang="en-US" sz="1700" b="1" dirty="0"/>
              <a:t>TRANSITION</a:t>
            </a:r>
          </a:p>
          <a:p>
            <a:pPr defTabSz="1404004">
              <a:defRPr/>
            </a:pPr>
            <a:r>
              <a:rPr lang="en-US" sz="1700" dirty="0"/>
              <a:t>As you think about what this might sound like, we have a few ideas for you to consider…</a:t>
            </a:r>
          </a:p>
          <a:p>
            <a:endParaRPr lang="en-US" b="1" dirty="0"/>
          </a:p>
        </p:txBody>
      </p:sp>
      <p:sp>
        <p:nvSpPr>
          <p:cNvPr id="4" name="Slide Number Placeholder 3"/>
          <p:cNvSpPr>
            <a:spLocks noGrp="1"/>
          </p:cNvSpPr>
          <p:nvPr>
            <p:ph type="sldNum" sz="quarter" idx="5"/>
          </p:nvPr>
        </p:nvSpPr>
        <p:spPr/>
        <p:txBody>
          <a:bodyPr/>
          <a:lstStyle/>
          <a:p>
            <a:pPr defTabSz="1404004">
              <a:defRPr/>
            </a:pPr>
            <a:fld id="{9CBC096A-345A-9245-8367-0B7231BB613E}" type="slidenum">
              <a:rPr lang="en-US">
                <a:solidFill>
                  <a:prstClr val="black"/>
                </a:solidFill>
                <a:latin typeface="Aptos" panose="02110004020202020204"/>
              </a:rPr>
              <a:pPr defTabSz="1404004">
                <a:defRPr/>
              </a:pPr>
              <a:t>28</a:t>
            </a:fld>
            <a:endParaRPr lang="en-US">
              <a:solidFill>
                <a:prstClr val="black"/>
              </a:solidFill>
              <a:latin typeface="Aptos" panose="02110004020202020204"/>
            </a:endParaRPr>
          </a:p>
        </p:txBody>
      </p:sp>
    </p:spTree>
    <p:extLst>
      <p:ext uri="{BB962C8B-B14F-4D97-AF65-F5344CB8AC3E}">
        <p14:creationId xmlns:p14="http://schemas.microsoft.com/office/powerpoint/2010/main" val="35062722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22F28-64B5-5793-7D83-0A78EB9D30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DF95C-6CE0-3C1A-2E9B-E53F8A650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9136C-9B08-3A8E-360E-3F33815DFC4F}"/>
              </a:ext>
            </a:extLst>
          </p:cNvPr>
          <p:cNvSpPr>
            <a:spLocks noGrp="1"/>
          </p:cNvSpPr>
          <p:nvPr>
            <p:ph type="body" idx="1"/>
          </p:nvPr>
        </p:nvSpPr>
        <p:spPr/>
        <p:txBody>
          <a:bodyPr/>
          <a:lstStyle/>
          <a:p>
            <a:pPr defTabSz="1328166">
              <a:defRPr/>
            </a:pPr>
            <a:r>
              <a:rPr lang="en-GB" b="1" dirty="0"/>
              <a:t>What to do/say:</a:t>
            </a:r>
          </a:p>
          <a:p>
            <a:pPr marL="249031" indent="-249031">
              <a:buFont typeface="Arial" panose="020B0604020202020204" pitchFamily="34" charset="0"/>
              <a:buChar char="•"/>
            </a:pPr>
            <a:r>
              <a:rPr lang="en-GB" dirty="0"/>
              <a:t>Give handout to all delegates</a:t>
            </a:r>
          </a:p>
        </p:txBody>
      </p:sp>
      <p:sp>
        <p:nvSpPr>
          <p:cNvPr id="4" name="Slide Number Placeholder 3">
            <a:extLst>
              <a:ext uri="{FF2B5EF4-FFF2-40B4-BE49-F238E27FC236}">
                <a16:creationId xmlns:a16="http://schemas.microsoft.com/office/drawing/2014/main" id="{B7343AC9-949D-A243-026A-472AF960FB00}"/>
              </a:ext>
            </a:extLst>
          </p:cNvPr>
          <p:cNvSpPr>
            <a:spLocks noGrp="1"/>
          </p:cNvSpPr>
          <p:nvPr>
            <p:ph type="sldNum" sz="quarter" idx="5"/>
          </p:nvPr>
        </p:nvSpPr>
        <p:spPr/>
        <p:txBody>
          <a:bodyPr/>
          <a:lstStyle/>
          <a:p>
            <a:pPr defTabSz="1770844">
              <a:defRPr/>
            </a:pPr>
            <a:fld id="{5E7F5668-1164-4404-958B-BAD09430FAFE}" type="slidenum">
              <a:rPr lang="en-GB">
                <a:solidFill>
                  <a:srgbClr val="000000"/>
                </a:solidFill>
                <a:latin typeface="Arial" panose="020B0604020202020204" pitchFamily="34" charset="0"/>
                <a:cs typeface="Noto Sans"/>
              </a:rPr>
              <a:pPr defTabSz="1770844">
                <a:defRPr/>
              </a:pPr>
              <a:t>29</a:t>
            </a:fld>
            <a:endParaRPr lang="en-GB">
              <a:solidFill>
                <a:srgbClr val="000000"/>
              </a:solidFill>
              <a:latin typeface="Arial" panose="020B0604020202020204" pitchFamily="34" charset="0"/>
              <a:cs typeface="Noto Sans"/>
            </a:endParaRPr>
          </a:p>
        </p:txBody>
      </p:sp>
    </p:spTree>
    <p:extLst>
      <p:ext uri="{BB962C8B-B14F-4D97-AF65-F5344CB8AC3E}">
        <p14:creationId xmlns:p14="http://schemas.microsoft.com/office/powerpoint/2010/main" val="10206439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1328166">
              <a:defRPr/>
            </a:pPr>
            <a:r>
              <a:rPr lang="en-GB" sz="1700" b="1" dirty="0">
                <a:latin typeface="GSK Precision"/>
              </a:rPr>
              <a:t>What to say/do:</a:t>
            </a:r>
          </a:p>
          <a:p>
            <a:pPr marL="415052" indent="-415052" defTabSz="1328166">
              <a:buFont typeface="Arial" panose="020B0604020202020204" pitchFamily="34" charset="0"/>
              <a:buChar char="•"/>
              <a:defRPr/>
            </a:pPr>
            <a:r>
              <a:rPr lang="en-GB" sz="1700" dirty="0">
                <a:latin typeface="GSK Precision"/>
              </a:rPr>
              <a:t>Here are some key selling messages that we can use for Trelegy</a:t>
            </a:r>
            <a:endParaRPr lang="en-GB" dirty="0"/>
          </a:p>
        </p:txBody>
      </p:sp>
      <p:sp>
        <p:nvSpPr>
          <p:cNvPr id="4" name="Slide Number Placeholder 3"/>
          <p:cNvSpPr>
            <a:spLocks noGrp="1"/>
          </p:cNvSpPr>
          <p:nvPr>
            <p:ph type="sldNum" sz="quarter" idx="5"/>
          </p:nvPr>
        </p:nvSpPr>
        <p:spPr/>
        <p:txBody>
          <a:bodyPr/>
          <a:lstStyle/>
          <a:p>
            <a:fld id="{6DF0C542-1FFC-4CCC-A45C-53B5563D9D2E}" type="slidenum">
              <a:rPr lang="en-US" smtClean="0"/>
              <a:t>31</a:t>
            </a:fld>
            <a:endParaRPr lang="en-US"/>
          </a:p>
        </p:txBody>
      </p:sp>
    </p:spTree>
    <p:extLst>
      <p:ext uri="{BB962C8B-B14F-4D97-AF65-F5344CB8AC3E}">
        <p14:creationId xmlns:p14="http://schemas.microsoft.com/office/powerpoint/2010/main" val="23529715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3225" y="704850"/>
            <a:ext cx="10861675" cy="6110288"/>
          </a:xfrm>
        </p:spPr>
      </p:sp>
      <p:sp>
        <p:nvSpPr>
          <p:cNvPr id="3" name="Notes Placeholder 2"/>
          <p:cNvSpPr>
            <a:spLocks noGrp="1"/>
          </p:cNvSpPr>
          <p:nvPr>
            <p:ph type="body" idx="1"/>
            <p:custDataLst>
              <p:tags r:id="rId1"/>
            </p:custDataLst>
          </p:nvPr>
        </p:nvSpPr>
        <p:spPr/>
        <p:txBody>
          <a:bodyPr>
            <a:noAutofit/>
          </a:bodyPr>
          <a:lstStyle/>
          <a:p>
            <a:pPr defTabSz="502686">
              <a:spcAft>
                <a:spcPts val="440"/>
              </a:spcAft>
              <a:defRPr/>
            </a:pPr>
            <a:r>
              <a:rPr lang="en-GB" b="1" u="none" dirty="0">
                <a:latin typeface="GSK Precision"/>
              </a:rPr>
              <a:t>What to do/say:</a:t>
            </a:r>
            <a:endParaRPr lang="en-GB" u="none" dirty="0">
              <a:latin typeface="GSK Precision"/>
            </a:endParaRPr>
          </a:p>
          <a:p>
            <a:pPr marL="249031" indent="-249031" defTabSz="1328166">
              <a:buFont typeface="Arial" panose="020B0604020202020204" pitchFamily="34" charset="0"/>
              <a:buChar char="•"/>
              <a:defRPr/>
            </a:pPr>
            <a:r>
              <a:rPr lang="en-GB" sz="1700" dirty="0">
                <a:latin typeface="Arial" panose="020B0604020202020204" pitchFamily="34" charset="0"/>
                <a:cs typeface="Arial" panose="020B0604020202020204" pitchFamily="34" charset="0"/>
                <a:sym typeface="Arial"/>
              </a:rPr>
              <a:t>At GSK, we address objections through a helpful model called APACT. </a:t>
            </a:r>
            <a:r>
              <a:rPr lang="en-CA" sz="1700" dirty="0">
                <a:latin typeface="Arial" panose="020B0604020202020204" pitchFamily="34" charset="0"/>
                <a:cs typeface="Arial" panose="020B0604020202020204" pitchFamily="34" charset="0"/>
                <a:sym typeface="Arial"/>
              </a:rPr>
              <a:t>APACT stands for Acknowledge, Probe, Answer, Confirm and Transition</a:t>
            </a:r>
          </a:p>
          <a:p>
            <a:pPr marL="249031" indent="-249031" defTabSz="1328166">
              <a:buFont typeface="Arial" panose="020B0604020202020204" pitchFamily="34" charset="0"/>
              <a:buChar char="•"/>
              <a:defRPr/>
            </a:pPr>
            <a:r>
              <a:rPr lang="en-CA" sz="1700" dirty="0">
                <a:latin typeface="Arial" panose="020B0604020202020204" pitchFamily="34" charset="0"/>
                <a:cs typeface="Arial" panose="020B0604020202020204" pitchFamily="34" charset="0"/>
                <a:sym typeface="Arial"/>
              </a:rPr>
              <a:t>Whilst it may not always be possible to follow each and every stage of APACT in a formulaic way for every customer objection, applying the APACT model will help you move forward for most of the customer objections you encounter</a:t>
            </a:r>
          </a:p>
          <a:p>
            <a:pPr marL="249031" indent="-249031" defTabSz="1328166">
              <a:buFont typeface="Arial" panose="020B0604020202020204" pitchFamily="34" charset="0"/>
              <a:buChar char="•"/>
              <a:defRPr/>
            </a:pPr>
            <a:r>
              <a:rPr lang="en-GB" sz="1700" dirty="0">
                <a:latin typeface="Arial" panose="020B0604020202020204" pitchFamily="34" charset="0"/>
                <a:cs typeface="Arial" panose="020B0604020202020204" pitchFamily="34" charset="0"/>
                <a:sym typeface="Arial"/>
              </a:rPr>
              <a:t>Let’s look at each of these in detail now…</a:t>
            </a:r>
          </a:p>
          <a:p>
            <a:pPr marL="0" lvl="1" defTabSz="1315548">
              <a:lnSpc>
                <a:spcPct val="80000"/>
              </a:lnSpc>
              <a:buClr>
                <a:schemeClr val="accent2"/>
              </a:buClr>
              <a:defRPr/>
            </a:pPr>
            <a:endParaRPr lang="en-GB" sz="1700" dirty="0">
              <a:solidFill>
                <a:schemeClr val="accent2"/>
              </a:solidFill>
              <a:latin typeface="+mj-lt"/>
              <a:sym typeface="Arial"/>
            </a:endParaRPr>
          </a:p>
          <a:p>
            <a:pPr marL="0" lvl="1" indent="-246665" defTabSz="1315548">
              <a:lnSpc>
                <a:spcPct val="80000"/>
              </a:lnSpc>
              <a:buClr>
                <a:schemeClr val="accent2"/>
              </a:buClr>
              <a:buFont typeface="Arial" panose="020B0604020202020204" pitchFamily="34" charset="0"/>
              <a:buChar char="•"/>
              <a:defRPr/>
            </a:pPr>
            <a:endParaRPr lang="en-GB" sz="1700" dirty="0">
              <a:solidFill>
                <a:schemeClr val="accent2"/>
              </a:solidFill>
              <a:latin typeface="+mj-lt"/>
              <a:sym typeface="Arial"/>
            </a:endParaRPr>
          </a:p>
          <a:p>
            <a:pPr marL="0" lvl="1" indent="-246665" defTabSz="1315548">
              <a:lnSpc>
                <a:spcPct val="80000"/>
              </a:lnSpc>
              <a:buClr>
                <a:schemeClr val="accent2"/>
              </a:buClr>
              <a:buFont typeface="Arial" panose="020B0604020202020204" pitchFamily="34" charset="0"/>
              <a:buChar char="•"/>
              <a:defRPr/>
            </a:pPr>
            <a:endParaRPr lang="en-GB" sz="1700" dirty="0"/>
          </a:p>
        </p:txBody>
      </p:sp>
      <p:sp>
        <p:nvSpPr>
          <p:cNvPr id="5" name="Slide Number Placeholder 3"/>
          <p:cNvSpPr>
            <a:spLocks noGrp="1"/>
          </p:cNvSpPr>
          <p:nvPr>
            <p:ph type="sldNum" sz="quarter" idx="5"/>
          </p:nvPr>
        </p:nvSpPr>
        <p:spPr>
          <a:xfrm>
            <a:off x="5625501" y="13643026"/>
            <a:ext cx="4303606" cy="720678"/>
          </a:xfrm>
        </p:spPr>
        <p:txBody>
          <a:bodyPr/>
          <a:lstStyle/>
          <a:p>
            <a:pPr defTabSz="1328166">
              <a:defRPr/>
            </a:pPr>
            <a:fld id="{813EFC38-8A1E-4307-8365-38978E1C47DF}" type="slidenum">
              <a:rPr lang="en-GB" sz="2600" kern="0">
                <a:solidFill>
                  <a:sysClr val="windowText" lastClr="000000"/>
                </a:solidFill>
                <a:latin typeface="Arial"/>
              </a:rPr>
              <a:pPr defTabSz="1328166">
                <a:defRPr/>
              </a:pPr>
              <a:t>32</a:t>
            </a:fld>
            <a:endParaRPr lang="en-GB" sz="2600" kern="0">
              <a:solidFill>
                <a:sysClr val="windowText" lastClr="000000"/>
              </a:solidFill>
              <a:latin typeface="Arial"/>
            </a:endParaRPr>
          </a:p>
        </p:txBody>
      </p:sp>
    </p:spTree>
    <p:extLst>
      <p:ext uri="{BB962C8B-B14F-4D97-AF65-F5344CB8AC3E}">
        <p14:creationId xmlns:p14="http://schemas.microsoft.com/office/powerpoint/2010/main" val="39918577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22B66-3FBC-9F61-ADA2-4DC8E3C051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DCCED-5190-1D1A-2888-48CE852467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D4F60-9106-6CB1-F1FE-4352536BEF63}"/>
              </a:ext>
            </a:extLst>
          </p:cNvPr>
          <p:cNvSpPr>
            <a:spLocks noGrp="1"/>
          </p:cNvSpPr>
          <p:nvPr>
            <p:ph type="body" idx="1"/>
          </p:nvPr>
        </p:nvSpPr>
        <p:spPr/>
        <p:txBody>
          <a:bodyPr/>
          <a:lstStyle/>
          <a:p>
            <a:pPr defTabSz="1328166">
              <a:defRPr/>
            </a:pPr>
            <a:r>
              <a:rPr lang="en-GB" b="1" dirty="0"/>
              <a:t>What to do/say:</a:t>
            </a:r>
          </a:p>
          <a:p>
            <a:pPr marL="249031" indent="-249031">
              <a:buFont typeface="Arial" panose="020B0604020202020204" pitchFamily="34" charset="0"/>
              <a:buChar char="•"/>
            </a:pPr>
            <a:r>
              <a:rPr lang="en-GB" dirty="0"/>
              <a:t>Give handout to all delegates</a:t>
            </a:r>
          </a:p>
        </p:txBody>
      </p:sp>
      <p:sp>
        <p:nvSpPr>
          <p:cNvPr id="4" name="Slide Number Placeholder 3">
            <a:extLst>
              <a:ext uri="{FF2B5EF4-FFF2-40B4-BE49-F238E27FC236}">
                <a16:creationId xmlns:a16="http://schemas.microsoft.com/office/drawing/2014/main" id="{40EE8958-977D-5372-EDEE-9C49588EEBA6}"/>
              </a:ext>
            </a:extLst>
          </p:cNvPr>
          <p:cNvSpPr>
            <a:spLocks noGrp="1"/>
          </p:cNvSpPr>
          <p:nvPr>
            <p:ph type="sldNum" sz="quarter" idx="5"/>
          </p:nvPr>
        </p:nvSpPr>
        <p:spPr/>
        <p:txBody>
          <a:bodyPr/>
          <a:lstStyle/>
          <a:p>
            <a:pPr defTabSz="1770844">
              <a:defRPr/>
            </a:pPr>
            <a:fld id="{5E7F5668-1164-4404-958B-BAD09430FAFE}" type="slidenum">
              <a:rPr lang="en-GB">
                <a:solidFill>
                  <a:srgbClr val="000000"/>
                </a:solidFill>
                <a:latin typeface="Arial" panose="020B0604020202020204" pitchFamily="34" charset="0"/>
                <a:cs typeface="Noto Sans"/>
              </a:rPr>
              <a:pPr defTabSz="1770844">
                <a:defRPr/>
              </a:pPr>
              <a:t>34</a:t>
            </a:fld>
            <a:endParaRPr lang="en-GB">
              <a:solidFill>
                <a:srgbClr val="000000"/>
              </a:solidFill>
              <a:latin typeface="Arial" panose="020B0604020202020204" pitchFamily="34" charset="0"/>
              <a:cs typeface="Noto Sans"/>
            </a:endParaRPr>
          </a:p>
        </p:txBody>
      </p:sp>
    </p:spTree>
    <p:extLst>
      <p:ext uri="{BB962C8B-B14F-4D97-AF65-F5344CB8AC3E}">
        <p14:creationId xmlns:p14="http://schemas.microsoft.com/office/powerpoint/2010/main" val="42152022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502686">
              <a:spcAft>
                <a:spcPts val="440"/>
              </a:spcAft>
              <a:defRPr/>
            </a:pPr>
            <a:r>
              <a:rPr lang="en-GB" b="1" u="none" dirty="0">
                <a:latin typeface="GSK Precision"/>
              </a:rPr>
              <a:t>What to do/say:</a:t>
            </a:r>
            <a:endParaRPr lang="en-GB" u="none" dirty="0">
              <a:latin typeface="GSK Precision"/>
            </a:endParaRPr>
          </a:p>
          <a:p>
            <a:pPr marL="249031" indent="-249031" defTabSz="1328166">
              <a:buFont typeface="Arial" panose="020B0604020202020204" pitchFamily="34" charset="0"/>
              <a:buChar char="•"/>
              <a:defRPr/>
            </a:pPr>
            <a:r>
              <a:rPr lang="en-GB" dirty="0"/>
              <a:t>We’ll now look at the Impact GSO step</a:t>
            </a:r>
          </a:p>
          <a:p>
            <a:endParaRPr lang="en-GB" dirty="0"/>
          </a:p>
        </p:txBody>
      </p:sp>
      <p:sp>
        <p:nvSpPr>
          <p:cNvPr id="4" name="Slide Number Placeholder 3"/>
          <p:cNvSpPr>
            <a:spLocks noGrp="1"/>
          </p:cNvSpPr>
          <p:nvPr>
            <p:ph type="sldNum" sz="quarter" idx="5"/>
          </p:nvPr>
        </p:nvSpPr>
        <p:spPr/>
        <p:txBody>
          <a:bodyPr/>
          <a:lstStyle/>
          <a:p>
            <a:fld id="{6DF0C542-1FFC-4CCC-A45C-53B5563D9D2E}" type="slidenum">
              <a:rPr lang="en-US" smtClean="0"/>
              <a:t>35</a:t>
            </a:fld>
            <a:endParaRPr lang="en-US"/>
          </a:p>
        </p:txBody>
      </p:sp>
    </p:spTree>
    <p:extLst>
      <p:ext uri="{BB962C8B-B14F-4D97-AF65-F5344CB8AC3E}">
        <p14:creationId xmlns:p14="http://schemas.microsoft.com/office/powerpoint/2010/main" val="5909221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1400" y="1652588"/>
            <a:ext cx="7937500" cy="4465637"/>
          </a:xfrm>
          <a:prstGeom prst="rect">
            <a:avLst/>
          </a:prstGeom>
        </p:spPr>
      </p:sp>
      <p:sp>
        <p:nvSpPr>
          <p:cNvPr id="3" name="Notes Placeholder 2"/>
          <p:cNvSpPr>
            <a:spLocks noGrp="1"/>
          </p:cNvSpPr>
          <p:nvPr>
            <p:ph type="body" idx="1"/>
          </p:nvPr>
        </p:nvSpPr>
        <p:spPr>
          <a:xfrm>
            <a:off x="1001955" y="6367531"/>
            <a:ext cx="8015627" cy="5209800"/>
          </a:xfrm>
          <a:prstGeom prst="rect">
            <a:avLst/>
          </a:prstGeom>
        </p:spPr>
        <p:txBody>
          <a:bodyPr/>
          <a:lstStyle/>
          <a:p>
            <a:r>
              <a:rPr lang="en-GB" sz="1700" b="1"/>
              <a:t>Facilitator notes: </a:t>
            </a:r>
            <a:endParaRPr lang="en-GB" altLang="en-US" sz="1700"/>
          </a:p>
          <a:p>
            <a:r>
              <a:rPr lang="en-GB" sz="1700" b="1"/>
              <a:t>Traditional closing tactics: </a:t>
            </a:r>
          </a:p>
          <a:p>
            <a:r>
              <a:rPr lang="en-GB" sz="1700"/>
              <a:t>Key messages:</a:t>
            </a:r>
          </a:p>
          <a:p>
            <a:pPr marL="248938" indent="-248938" defTabSz="1327666" eaLnBrk="0" fontAlgn="base" hangingPunct="0">
              <a:buFont typeface="Arial" panose="020B0604020202020204" pitchFamily="34" charset="0"/>
              <a:buChar char="•"/>
              <a:defRPr/>
            </a:pPr>
            <a:r>
              <a:rPr lang="en-GB" sz="1700"/>
              <a:t>In the pharmaceutical industry, customers see pharmaceutical company employees on a regular basis. Even if the average HCP only sees two representatives a week, it means that they could be seeing approximately 100 in a year. If they are seeing 100 in a year and they have been in practice for 10 years, they would have had 1000 contacts with pharmaceutical representatives over their career</a:t>
            </a:r>
          </a:p>
          <a:p>
            <a:pPr marL="248938" indent="-248938" defTabSz="1327666" eaLnBrk="0" fontAlgn="base" hangingPunct="0">
              <a:buFont typeface="Arial" panose="020B0604020202020204" pitchFamily="34" charset="0"/>
              <a:buChar char="•"/>
              <a:defRPr/>
            </a:pPr>
            <a:r>
              <a:rPr lang="en-GB" sz="1700"/>
              <a:t>This means that they have expectations about what representatives will say and do. They also know how to deal with representatives and what to say if they want them to leave!</a:t>
            </a:r>
          </a:p>
          <a:p>
            <a:pPr marL="248938" indent="-248938" defTabSz="1327666" eaLnBrk="0" fontAlgn="base" hangingPunct="0">
              <a:buFont typeface="Arial" panose="020B0604020202020204" pitchFamily="34" charset="0"/>
              <a:buChar char="•"/>
              <a:defRPr/>
            </a:pPr>
            <a:r>
              <a:rPr lang="en-GB" sz="1700"/>
              <a:t>If a representative reaches the end of their sales call and asks the customer to put the next five patients on their drug, the customer could reasonably be expected to say ‘yes’, ‘no’ or ‘maybe’</a:t>
            </a:r>
          </a:p>
          <a:p>
            <a:pPr marL="248938" indent="-248938" defTabSz="1327666" eaLnBrk="0" fontAlgn="base" hangingPunct="0">
              <a:buFont typeface="Arial" panose="020B0604020202020204" pitchFamily="34" charset="0"/>
              <a:buChar char="•"/>
              <a:defRPr/>
            </a:pPr>
            <a:r>
              <a:rPr lang="en-GB" sz="1700"/>
              <a:t>They know that if they answer ‘no’ or ‘maybe’, the representative is likely to commence selling their product again as they have not convinced the HCP to prescribe it</a:t>
            </a:r>
          </a:p>
          <a:p>
            <a:pPr marL="248938" indent="-248938" defTabSz="1327666" eaLnBrk="0" fontAlgn="base" hangingPunct="0">
              <a:buFont typeface="Arial" panose="020B0604020202020204" pitchFamily="34" charset="0"/>
              <a:buChar char="•"/>
              <a:defRPr/>
            </a:pPr>
            <a:r>
              <a:rPr lang="en-GB" sz="1700"/>
              <a:t>They also know that if they say ‘Yes’, most representatives will say thank you and leave the room! </a:t>
            </a:r>
          </a:p>
          <a:p>
            <a:pPr marL="248938" indent="-248938" defTabSz="1327666" eaLnBrk="0" fontAlgn="base" hangingPunct="0">
              <a:buFont typeface="Arial" panose="020B0604020202020204" pitchFamily="34" charset="0"/>
              <a:buChar char="•"/>
              <a:defRPr/>
            </a:pPr>
            <a:r>
              <a:rPr lang="en-GB" sz="1700"/>
              <a:t>A ‘yes’ to a request to prescribe is not enough to ensure that the customer will prescribe the representative’s product</a:t>
            </a:r>
          </a:p>
          <a:p>
            <a:endParaRPr lang="en-GB" sz="1700"/>
          </a:p>
          <a:p>
            <a:r>
              <a:rPr lang="en-US" sz="1700" b="1"/>
              <a:t>An alternative approach to getting a commitment to action:</a:t>
            </a:r>
          </a:p>
          <a:p>
            <a:r>
              <a:rPr lang="en-US" sz="1700"/>
              <a:t>Key messages:</a:t>
            </a:r>
          </a:p>
          <a:p>
            <a:pPr marL="248938" indent="-248938">
              <a:buFont typeface="Arial" panose="020B0604020202020204" pitchFamily="34" charset="0"/>
              <a:buChar char="•"/>
            </a:pPr>
            <a:r>
              <a:rPr lang="en-GB" sz="1700"/>
              <a:t>An alternative approach is for the rep to coach the customer towards the solution</a:t>
            </a:r>
          </a:p>
          <a:p>
            <a:pPr marL="248938" indent="-248938" defTabSz="1327666">
              <a:buFont typeface="Arial" panose="020B0604020202020204" pitchFamily="34" charset="0"/>
              <a:buChar char="•"/>
            </a:pPr>
            <a:r>
              <a:rPr lang="en-GB" sz="1700"/>
              <a:t>You will still ask closed questions to confirm that you and the HCP are in agreement and that they are happy to make the change</a:t>
            </a:r>
          </a:p>
          <a:p>
            <a:pPr defTabSz="1327666"/>
            <a:endParaRPr lang="en-GB" sz="1700"/>
          </a:p>
          <a:p>
            <a:pPr defTabSz="1327666"/>
            <a:r>
              <a:rPr lang="en-GB" sz="1700"/>
              <a:t>However:</a:t>
            </a:r>
          </a:p>
          <a:p>
            <a:pPr marL="248938" indent="-248938" defTabSz="1327666">
              <a:buFont typeface="Arial" panose="020B0604020202020204" pitchFamily="34" charset="0"/>
              <a:buChar char="•"/>
            </a:pPr>
            <a:r>
              <a:rPr lang="en-GB" sz="1700"/>
              <a:t>You will then ask OPEN questions on how this will happen so that the HCP will generate the next steps by themselves </a:t>
            </a:r>
          </a:p>
          <a:p>
            <a:endParaRPr lang="en-GB" sz="1500"/>
          </a:p>
        </p:txBody>
      </p:sp>
      <p:sp>
        <p:nvSpPr>
          <p:cNvPr id="4" name="Slide Number Placeholder 3"/>
          <p:cNvSpPr>
            <a:spLocks noGrp="1"/>
          </p:cNvSpPr>
          <p:nvPr>
            <p:ph type="sldNum" sz="quarter" idx="5"/>
          </p:nvPr>
        </p:nvSpPr>
        <p:spPr>
          <a:xfrm>
            <a:off x="5675419" y="12567378"/>
            <a:ext cx="4341798" cy="663858"/>
          </a:xfrm>
          <a:prstGeom prst="rect">
            <a:avLst/>
          </a:prstGeom>
        </p:spPr>
        <p:txBody>
          <a:bodyPr/>
          <a:lstStyle/>
          <a:p>
            <a:pPr defTabSz="1328166">
              <a:defRPr/>
            </a:pPr>
            <a:fld id="{43E8D311-A15E-D747-87D9-326963096DF2}" type="slidenum">
              <a:rPr lang="en-US">
                <a:solidFill>
                  <a:prstClr val="black"/>
                </a:solidFill>
                <a:latin typeface="Calibri" panose="020F0502020204030204"/>
              </a:rPr>
              <a:pPr defTabSz="1328166">
                <a:defRPr/>
              </a:pPr>
              <a:t>36</a:t>
            </a:fld>
            <a:endParaRPr lang="en-US">
              <a:solidFill>
                <a:prstClr val="black"/>
              </a:solidFill>
              <a:latin typeface="Calibri" panose="020F0502020204030204"/>
            </a:endParaRPr>
          </a:p>
        </p:txBody>
      </p:sp>
    </p:spTree>
    <p:extLst>
      <p:ext uri="{BB962C8B-B14F-4D97-AF65-F5344CB8AC3E}">
        <p14:creationId xmlns:p14="http://schemas.microsoft.com/office/powerpoint/2010/main" val="39613663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EC5DD-DE03-91BD-F4E0-F58806ECF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34113-8394-4E76-3C78-DC07A91C57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22809-0A82-EF44-F404-D7FCD5BF6A9F}"/>
              </a:ext>
            </a:extLst>
          </p:cNvPr>
          <p:cNvSpPr>
            <a:spLocks noGrp="1"/>
          </p:cNvSpPr>
          <p:nvPr>
            <p:ph type="body" idx="1"/>
          </p:nvPr>
        </p:nvSpPr>
        <p:spPr/>
        <p:txBody>
          <a:bodyPr/>
          <a:lstStyle/>
          <a:p>
            <a:pPr defTabSz="1328166">
              <a:defRPr/>
            </a:pPr>
            <a:r>
              <a:rPr lang="en-GB" b="1" dirty="0"/>
              <a:t>What to do/say:</a:t>
            </a:r>
          </a:p>
          <a:p>
            <a:pPr marL="249031" indent="-249031">
              <a:buFont typeface="Arial" panose="020B0604020202020204" pitchFamily="34" charset="0"/>
              <a:buChar char="•"/>
            </a:pPr>
            <a:r>
              <a:rPr lang="en-GB" dirty="0"/>
              <a:t>Give handout to all delegates</a:t>
            </a:r>
          </a:p>
        </p:txBody>
      </p:sp>
      <p:sp>
        <p:nvSpPr>
          <p:cNvPr id="4" name="Slide Number Placeholder 3">
            <a:extLst>
              <a:ext uri="{FF2B5EF4-FFF2-40B4-BE49-F238E27FC236}">
                <a16:creationId xmlns:a16="http://schemas.microsoft.com/office/drawing/2014/main" id="{98BA9942-8A62-A167-D95D-474F2EFE3D90}"/>
              </a:ext>
            </a:extLst>
          </p:cNvPr>
          <p:cNvSpPr>
            <a:spLocks noGrp="1"/>
          </p:cNvSpPr>
          <p:nvPr>
            <p:ph type="sldNum" sz="quarter" idx="5"/>
          </p:nvPr>
        </p:nvSpPr>
        <p:spPr/>
        <p:txBody>
          <a:bodyPr/>
          <a:lstStyle/>
          <a:p>
            <a:pPr defTabSz="1770844">
              <a:defRPr/>
            </a:pPr>
            <a:fld id="{5E7F5668-1164-4404-958B-BAD09430FAFE}" type="slidenum">
              <a:rPr lang="en-GB">
                <a:solidFill>
                  <a:srgbClr val="000000"/>
                </a:solidFill>
                <a:latin typeface="Arial" panose="020B0604020202020204" pitchFamily="34" charset="0"/>
                <a:cs typeface="Noto Sans"/>
              </a:rPr>
              <a:pPr defTabSz="1770844">
                <a:defRPr/>
              </a:pPr>
              <a:t>37</a:t>
            </a:fld>
            <a:endParaRPr lang="en-GB">
              <a:solidFill>
                <a:srgbClr val="000000"/>
              </a:solidFill>
              <a:latin typeface="Arial" panose="020B0604020202020204" pitchFamily="34" charset="0"/>
              <a:cs typeface="Noto Sans"/>
            </a:endParaRPr>
          </a:p>
        </p:txBody>
      </p:sp>
    </p:spTree>
    <p:extLst>
      <p:ext uri="{BB962C8B-B14F-4D97-AF65-F5344CB8AC3E}">
        <p14:creationId xmlns:p14="http://schemas.microsoft.com/office/powerpoint/2010/main" val="16368234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72ED7-7CE6-0B2D-236B-793C544AA6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3E1D7-3FA5-A102-64E9-B12CA9193B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64D9A-6CB4-1F6F-ADB3-349871EDCD48}"/>
              </a:ext>
            </a:extLst>
          </p:cNvPr>
          <p:cNvSpPr>
            <a:spLocks noGrp="1"/>
          </p:cNvSpPr>
          <p:nvPr>
            <p:ph type="body" idx="1"/>
          </p:nvPr>
        </p:nvSpPr>
        <p:spPr/>
        <p:txBody>
          <a:bodyPr/>
          <a:lstStyle/>
          <a:p>
            <a:pPr defTabSz="502686">
              <a:spcAft>
                <a:spcPts val="440"/>
              </a:spcAft>
              <a:defRPr/>
            </a:pPr>
            <a:r>
              <a:rPr lang="en-GB" b="1" u="none" dirty="0">
                <a:latin typeface="GSK Precision"/>
              </a:rPr>
              <a:t>What to do/say:</a:t>
            </a:r>
            <a:endParaRPr lang="en-GB" u="none" dirty="0">
              <a:latin typeface="GSK Precision"/>
            </a:endParaRPr>
          </a:p>
          <a:p>
            <a:pPr marL="249031" indent="-249031" defTabSz="1328166">
              <a:buFont typeface="Arial" panose="020B0604020202020204" pitchFamily="34" charset="0"/>
              <a:buChar char="•"/>
              <a:defRPr/>
            </a:pPr>
            <a:r>
              <a:rPr lang="en-GB" dirty="0"/>
              <a:t>We’ll now look at the Impact GSO step</a:t>
            </a:r>
          </a:p>
          <a:p>
            <a:endParaRPr lang="en-GB" dirty="0"/>
          </a:p>
        </p:txBody>
      </p:sp>
      <p:sp>
        <p:nvSpPr>
          <p:cNvPr id="4" name="Slide Number Placeholder 3">
            <a:extLst>
              <a:ext uri="{FF2B5EF4-FFF2-40B4-BE49-F238E27FC236}">
                <a16:creationId xmlns:a16="http://schemas.microsoft.com/office/drawing/2014/main" id="{67B5DBC1-22AB-B249-27E5-BE86BCD6CAC2}"/>
              </a:ext>
            </a:extLst>
          </p:cNvPr>
          <p:cNvSpPr>
            <a:spLocks noGrp="1"/>
          </p:cNvSpPr>
          <p:nvPr>
            <p:ph type="sldNum" sz="quarter" idx="5"/>
          </p:nvPr>
        </p:nvSpPr>
        <p:spPr/>
        <p:txBody>
          <a:bodyPr/>
          <a:lstStyle/>
          <a:p>
            <a:fld id="{6DF0C542-1FFC-4CCC-A45C-53B5563D9D2E}" type="slidenum">
              <a:rPr lang="en-US" smtClean="0"/>
              <a:t>38</a:t>
            </a:fld>
            <a:endParaRPr lang="en-US"/>
          </a:p>
        </p:txBody>
      </p:sp>
    </p:spTree>
    <p:extLst>
      <p:ext uri="{BB962C8B-B14F-4D97-AF65-F5344CB8AC3E}">
        <p14:creationId xmlns:p14="http://schemas.microsoft.com/office/powerpoint/2010/main" val="130515423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4.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slideMaster" Target="../slideMasters/slideMaster1.xml"/><Relationship Id="rId7" Type="http://schemas.openxmlformats.org/officeDocument/2006/relationships/image" Target="../media/image8.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image" Target="../media/image12.jpe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slideMaster" Target="../slideMasters/slideMaster1.xml"/><Relationship Id="rId7" Type="http://schemas.openxmlformats.org/officeDocument/2006/relationships/image" Target="../media/image10.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14.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slideMaster" Target="../slideMasters/slideMaster3.xml"/><Relationship Id="rId7" Type="http://schemas.openxmlformats.org/officeDocument/2006/relationships/image" Target="../media/image5.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4.png"/><Relationship Id="rId9" Type="http://schemas.openxmlformats.org/officeDocument/2006/relationships/image" Target="../media/image7.png"/></Relationships>
</file>

<file path=ppt/slideLayouts/_rels/slideLayout5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slideMaster" Target="../slideMasters/slideMaster3.xml"/><Relationship Id="rId7" Type="http://schemas.openxmlformats.org/officeDocument/2006/relationships/image" Target="../media/image8.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7.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26.xml"/></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7.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8.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9.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0.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1.xml"/></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11.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slideMaster" Target="../slideMasters/slideMaster3.xml"/><Relationship Id="rId7" Type="http://schemas.openxmlformats.org/officeDocument/2006/relationships/image" Target="../media/image2.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image" Target="../media/image12.jpeg"/></Relationships>
</file>

<file path=ppt/slideLayouts/_rels/slideLayout8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slideMaster" Target="../slideMasters/slideMaster3.xml"/><Relationship Id="rId7" Type="http://schemas.openxmlformats.org/officeDocument/2006/relationships/image" Target="../media/image10.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14.jpe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Master" Target="../slideMasters/slideMaster3.xml"/><Relationship Id="rId6" Type="http://schemas.openxmlformats.org/officeDocument/2006/relationships/image" Target="../media/image21.svg"/><Relationship Id="rId5" Type="http://schemas.openxmlformats.org/officeDocument/2006/relationships/image" Target="../media/image5.png"/><Relationship Id="rId4" Type="http://schemas.openxmlformats.org/officeDocument/2006/relationships/image" Target="../media/image11.sv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40.xml"/><Relationship Id="rId4" Type="http://schemas.openxmlformats.org/officeDocument/2006/relationships/image" Target="../media/image23.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892896-0027-443A-D01E-0CE282B3A5CC}"/>
              </a:ext>
            </a:extLst>
          </p:cNvPr>
          <p:cNvGraphicFramePr>
            <a:graphicFrameLocks noChangeAspect="1"/>
          </p:cNvGraphicFramePr>
          <p:nvPr>
            <p:custDataLst>
              <p:tags r:id="rId1"/>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C2892896-0027-443A-D01E-0CE282B3A5C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9" name="Freeform: Shape 38">
            <a:extLst>
              <a:ext uri="{FF2B5EF4-FFF2-40B4-BE49-F238E27FC236}">
                <a16:creationId xmlns:a16="http://schemas.microsoft.com/office/drawing/2014/main" id="{8ADD59A9-81EE-0DF4-BF97-645E59790906}"/>
              </a:ext>
            </a:extLst>
          </p:cNvPr>
          <p:cNvSpPr>
            <a:spLocks/>
          </p:cNvSpPr>
          <p:nvPr/>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a:solidFill>
                <a:schemeClr val="tx1"/>
              </a:solidFill>
            </a:endParaRPr>
          </a:p>
        </p:txBody>
      </p:sp>
      <p:sp>
        <p:nvSpPr>
          <p:cNvPr id="17" name="Title 1"/>
          <p:cNvSpPr>
            <a:spLocks noGrp="1"/>
          </p:cNvSpPr>
          <p:nvPr>
            <p:ph type="ctrTitle" hasCustomPrompt="1"/>
          </p:nvPr>
        </p:nvSpPr>
        <p:spPr>
          <a:xfrm>
            <a:off x="520700" y="3940216"/>
            <a:ext cx="11150600" cy="548009"/>
          </a:xfrm>
          <a:prstGeom prst="rect">
            <a:avLst/>
          </a:prstGeom>
        </p:spPr>
        <p:txBody>
          <a:bodyPr vert="horz" anchor="b" anchorCtr="0">
            <a:noAutofit/>
          </a:bodyPr>
          <a:lstStyle>
            <a:lvl1pPr algn="ctr">
              <a:lnSpc>
                <a:spcPct val="100000"/>
              </a:lnSpc>
              <a:defRPr sz="3600">
                <a:solidFill>
                  <a:schemeClr val="bg1"/>
                </a:solidFill>
              </a:defRPr>
            </a:lvl1pPr>
          </a:lstStyle>
          <a:p>
            <a:r>
              <a:rPr lang="en-GB"/>
              <a:t>Click to enter presentation title</a:t>
            </a:r>
          </a:p>
        </p:txBody>
      </p:sp>
      <p:sp>
        <p:nvSpPr>
          <p:cNvPr id="20" name="Subtitle 2"/>
          <p:cNvSpPr>
            <a:spLocks noGrp="1"/>
          </p:cNvSpPr>
          <p:nvPr>
            <p:ph type="subTitle" idx="1" hasCustomPrompt="1"/>
          </p:nvPr>
        </p:nvSpPr>
        <p:spPr>
          <a:xfrm>
            <a:off x="520700" y="4502943"/>
            <a:ext cx="11150600" cy="475200"/>
          </a:xfrm>
          <a:prstGeom prst="rect">
            <a:avLst/>
          </a:prstGeom>
        </p:spPr>
        <p:txBody>
          <a:bodyPr wrap="square" lIns="0" tIns="0" rIns="0" bIns="0" anchor="t" anchorCtr="0">
            <a:noAutofit/>
          </a:bodyPr>
          <a:lstStyle>
            <a:lvl1pPr marL="0" indent="0" algn="ctr">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24" name="Picture 23" descr="Icon&#10;&#10;Description automatically generated with medium confidence">
            <a:extLst>
              <a:ext uri="{FF2B5EF4-FFF2-40B4-BE49-F238E27FC236}">
                <a16:creationId xmlns:a16="http://schemas.microsoft.com/office/drawing/2014/main" id="{40DDF016-D509-BED0-161C-B51B4CFCB427}"/>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graphicFrame>
        <p:nvGraphicFramePr>
          <p:cNvPr id="2" name="Object 1" hidden="1">
            <a:extLst>
              <a:ext uri="{FF2B5EF4-FFF2-40B4-BE49-F238E27FC236}">
                <a16:creationId xmlns:a16="http://schemas.microsoft.com/office/drawing/2014/main" id="{9BE730EF-2ADF-F2EE-3385-DFE2929A2F21}"/>
              </a:ext>
            </a:extLst>
          </p:cNvPr>
          <p:cNvGraphicFramePr>
            <a:graphicFrameLocks noChangeAspect="1"/>
          </p:cNvGraphicFramePr>
          <p:nvPr userDrawn="1">
            <p:custDataLst>
              <p:tags r:id="rId2"/>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9BE730EF-2ADF-F2EE-3385-DFE2929A2F2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Freeform: Shape 3">
            <a:extLst>
              <a:ext uri="{FF2B5EF4-FFF2-40B4-BE49-F238E27FC236}">
                <a16:creationId xmlns:a16="http://schemas.microsoft.com/office/drawing/2014/main" id="{868889F4-99D5-C4D7-F0A7-1D0B9BD3F930}"/>
              </a:ext>
            </a:extLst>
          </p:cNvPr>
          <p:cNvSpPr>
            <a:spLocks/>
          </p:cNvSpPr>
          <p:nvPr userDrawn="1"/>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a:solidFill>
                <a:schemeClr val="tx1"/>
              </a:solidFill>
            </a:endParaRPr>
          </a:p>
        </p:txBody>
      </p:sp>
      <p:sp>
        <p:nvSpPr>
          <p:cNvPr id="6" name="Rectangle 5">
            <a:extLst>
              <a:ext uri="{FF2B5EF4-FFF2-40B4-BE49-F238E27FC236}">
                <a16:creationId xmlns:a16="http://schemas.microsoft.com/office/drawing/2014/main" id="{56174A64-5B94-1C65-071E-17BF59F9F083}"/>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8" name="Graphic 7">
            <a:extLst>
              <a:ext uri="{FF2B5EF4-FFF2-40B4-BE49-F238E27FC236}">
                <a16:creationId xmlns:a16="http://schemas.microsoft.com/office/drawing/2014/main" id="{1C5EB409-F04C-F34E-2784-56F55DA5C77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pic>
        <p:nvPicPr>
          <p:cNvPr id="10" name="Picture 9" descr="Icon&#10;&#10;Description automatically generated with medium confidence">
            <a:extLst>
              <a:ext uri="{FF2B5EF4-FFF2-40B4-BE49-F238E27FC236}">
                <a16:creationId xmlns:a16="http://schemas.microsoft.com/office/drawing/2014/main" id="{AFA72B64-3B0D-5F16-E0A3-81BFBFF335F1}"/>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extLst>
      <p:ext uri="{BB962C8B-B14F-4D97-AF65-F5344CB8AC3E}">
        <p14:creationId xmlns:p14="http://schemas.microsoft.com/office/powerpoint/2010/main" val="4086211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hit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30D3666-6EB4-2815-6D2E-EFE946A218AB}"/>
              </a:ext>
            </a:extLst>
          </p:cNvPr>
          <p:cNvGraphicFramePr>
            <a:graphicFrameLocks noChangeAspect="1"/>
          </p:cNvGraphicFramePr>
          <p:nvPr>
            <p:custDataLst>
              <p:tags r:id="rId1"/>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5" name="Object 4" hidden="1">
                        <a:extLst>
                          <a:ext uri="{FF2B5EF4-FFF2-40B4-BE49-F238E27FC236}">
                            <a16:creationId xmlns:a16="http://schemas.microsoft.com/office/drawing/2014/main" id="{F30D3666-6EB4-2815-6D2E-EFE946A218A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Picture 5" descr="Icon&#10;&#10;Description automatically generated with medium confidence">
            <a:extLst>
              <a:ext uri="{FF2B5EF4-FFF2-40B4-BE49-F238E27FC236}">
                <a16:creationId xmlns:a16="http://schemas.microsoft.com/office/drawing/2014/main" id="{CD0C9FF5-5269-0182-FD37-55478A13B6D1}"/>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sp>
        <p:nvSpPr>
          <p:cNvPr id="12" name="Freeform: Shape 11">
            <a:extLst>
              <a:ext uri="{FF2B5EF4-FFF2-40B4-BE49-F238E27FC236}">
                <a16:creationId xmlns:a16="http://schemas.microsoft.com/office/drawing/2014/main" id="{458F29C9-8F7E-1D4B-3005-616565FA7753}"/>
              </a:ext>
            </a:extLst>
          </p:cNvPr>
          <p:cNvSpPr/>
          <p:nvPr/>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vert="horz" anchor="b" anchorCtr="0">
            <a:noAutofit/>
          </a:bodyPr>
          <a:lstStyle>
            <a:lvl1pPr>
              <a:lnSpc>
                <a:spcPct val="100000"/>
              </a:lnSpc>
              <a:defRPr sz="3600">
                <a:solidFill>
                  <a:schemeClr val="tx2"/>
                </a:solidFill>
              </a:defRPr>
            </a:lvl1pPr>
          </a:lstStyle>
          <a:p>
            <a:r>
              <a:rPr lang="en-GB"/>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sp>
        <p:nvSpPr>
          <p:cNvPr id="10" name="Rectangle 9">
            <a:extLst>
              <a:ext uri="{FF2B5EF4-FFF2-40B4-BE49-F238E27FC236}">
                <a16:creationId xmlns:a16="http://schemas.microsoft.com/office/drawing/2014/main" id="{1811AA76-84DB-E6D7-7F67-E7CF37FEEDBC}"/>
              </a:ext>
            </a:extLst>
          </p:cNvPr>
          <p:cNvSpPr/>
          <p:nvPr/>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14" name="Graphic 13">
            <a:extLst>
              <a:ext uri="{FF2B5EF4-FFF2-40B4-BE49-F238E27FC236}">
                <a16:creationId xmlns:a16="http://schemas.microsoft.com/office/drawing/2014/main" id="{F8155D66-36CA-D9A7-7EDA-E532E62376F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graphicFrame>
        <p:nvGraphicFramePr>
          <p:cNvPr id="2" name="Object 1" hidden="1">
            <a:extLst>
              <a:ext uri="{FF2B5EF4-FFF2-40B4-BE49-F238E27FC236}">
                <a16:creationId xmlns:a16="http://schemas.microsoft.com/office/drawing/2014/main" id="{D55F83A6-67EC-BF30-F3AD-7891EB5F2F44}"/>
              </a:ext>
            </a:extLst>
          </p:cNvPr>
          <p:cNvGraphicFramePr>
            <a:graphicFrameLocks noChangeAspect="1"/>
          </p:cNvGraphicFramePr>
          <p:nvPr userDrawn="1">
            <p:custDataLst>
              <p:tags r:id="rId2"/>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2" name="Object 1" hidden="1">
                        <a:extLst>
                          <a:ext uri="{FF2B5EF4-FFF2-40B4-BE49-F238E27FC236}">
                            <a16:creationId xmlns:a16="http://schemas.microsoft.com/office/drawing/2014/main" id="{D55F83A6-67EC-BF30-F3AD-7891EB5F2F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 name="Picture 2" descr="Icon&#10;&#10;Description automatically generated with medium confidence">
            <a:extLst>
              <a:ext uri="{FF2B5EF4-FFF2-40B4-BE49-F238E27FC236}">
                <a16:creationId xmlns:a16="http://schemas.microsoft.com/office/drawing/2014/main" id="{357E4C88-FB78-C0EB-6CA2-6DB87B647316}"/>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4" name="Freeform: Shape 3">
            <a:extLst>
              <a:ext uri="{FF2B5EF4-FFF2-40B4-BE49-F238E27FC236}">
                <a16:creationId xmlns:a16="http://schemas.microsoft.com/office/drawing/2014/main" id="{40E51AA2-DEA8-2D1B-54F8-4EE8EBF4ABFD}"/>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Rectangle 6">
            <a:extLst>
              <a:ext uri="{FF2B5EF4-FFF2-40B4-BE49-F238E27FC236}">
                <a16:creationId xmlns:a16="http://schemas.microsoft.com/office/drawing/2014/main" id="{428D691E-620B-C251-3069-82DAB53E7FE8}"/>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8" name="Graphic 7">
            <a:extLst>
              <a:ext uri="{FF2B5EF4-FFF2-40B4-BE49-F238E27FC236}">
                <a16:creationId xmlns:a16="http://schemas.microsoft.com/office/drawing/2014/main" id="{A920F982-80BA-58FA-0389-6CA3EEEAB06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spTree>
    <p:extLst>
      <p:ext uri="{BB962C8B-B14F-4D97-AF65-F5344CB8AC3E}">
        <p14:creationId xmlns:p14="http://schemas.microsoft.com/office/powerpoint/2010/main" val="610903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Autofit/>
          </a:bodyPr>
          <a:lstStyle>
            <a:lvl1pPr marL="0" indent="0">
              <a:buFont typeface="+mj-lt"/>
              <a:buNone/>
              <a:defRPr sz="1200"/>
            </a:lvl1pPr>
            <a:lvl2pPr marL="357542" indent="0">
              <a:buNone/>
              <a:defRPr/>
            </a:lvl2pPr>
          </a:lstStyle>
          <a:p>
            <a:pPr lvl="0"/>
            <a:r>
              <a:rPr lang="en-US"/>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52" name="Freeform: Shape 51">
            <a:extLst>
              <a:ext uri="{FF2B5EF4-FFF2-40B4-BE49-F238E27FC236}">
                <a16:creationId xmlns:a16="http://schemas.microsoft.com/office/drawing/2014/main" id="{4E683597-5ADE-F2A0-A01C-FD8E476ABB8B}"/>
              </a:ext>
            </a:extLst>
          </p:cNvPr>
          <p:cNvSpPr/>
          <p:nvPr/>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3" name="Picture 2" descr="Icon&#10;&#10;Description automatically generated with medium confidence">
            <a:extLst>
              <a:ext uri="{FF2B5EF4-FFF2-40B4-BE49-F238E27FC236}">
                <a16:creationId xmlns:a16="http://schemas.microsoft.com/office/drawing/2014/main" id="{81F87534-B1D7-C46B-9E66-8AC88439308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2" name="Rectangle 1">
            <a:extLst>
              <a:ext uri="{FF2B5EF4-FFF2-40B4-BE49-F238E27FC236}">
                <a16:creationId xmlns:a16="http://schemas.microsoft.com/office/drawing/2014/main" id="{F768B13C-C35B-6F45-C01B-3C6267B26CED}"/>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Owner</a:t>
            </a:r>
          </a:p>
        </p:txBody>
      </p:sp>
      <p:sp>
        <p:nvSpPr>
          <p:cNvPr id="4" name="Rectangle 3">
            <a:extLst>
              <a:ext uri="{FF2B5EF4-FFF2-40B4-BE49-F238E27FC236}">
                <a16:creationId xmlns:a16="http://schemas.microsoft.com/office/drawing/2014/main" id="{C07EAF8D-F928-6A87-2D9C-669CBF910AF3}"/>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Objectives</a:t>
            </a:r>
          </a:p>
        </p:txBody>
      </p:sp>
      <p:sp>
        <p:nvSpPr>
          <p:cNvPr id="5" name="Freeform: Shape 4">
            <a:extLst>
              <a:ext uri="{FF2B5EF4-FFF2-40B4-BE49-F238E27FC236}">
                <a16:creationId xmlns:a16="http://schemas.microsoft.com/office/drawing/2014/main" id="{955555DC-AF4D-D959-E8F8-8DAA516CC47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6" name="Picture 5" descr="Icon&#10;&#10;Description automatically generated with medium confidence">
            <a:extLst>
              <a:ext uri="{FF2B5EF4-FFF2-40B4-BE49-F238E27FC236}">
                <a16:creationId xmlns:a16="http://schemas.microsoft.com/office/drawing/2014/main" id="{3E07F268-9821-E4F1-853E-B3387EEAED7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custDataLst>
      <p:tags r:id="rId1"/>
    </p:custDataLst>
    <p:extLst>
      <p:ext uri="{BB962C8B-B14F-4D97-AF65-F5344CB8AC3E}">
        <p14:creationId xmlns:p14="http://schemas.microsoft.com/office/powerpoint/2010/main" val="105243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E5E9BA80-B377-4620-998E-B4400B235E58}" type="datetime4">
              <a:rPr lang="en-GB" smtClean="0"/>
              <a:t>21 December 2025</a:t>
            </a:fld>
            <a:endParaRPr lang="en-GB"/>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25" name="Rectangle 24">
            <a:extLst>
              <a:ext uri="{FF2B5EF4-FFF2-40B4-BE49-F238E27FC236}">
                <a16:creationId xmlns:a16="http://schemas.microsoft.com/office/drawing/2014/main" id="{1BD6FC89-B057-E6C5-C8EA-1FC8CB31B6CA}"/>
              </a:ext>
            </a:extLst>
          </p:cNvPr>
          <p:cNvSpPr/>
          <p:nvPr/>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Does XXX have further input on the proposals set out or require additional information?</a:t>
            </a:r>
            <a:br>
              <a:rPr lang="en-US"/>
            </a:br>
            <a:r>
              <a:rPr lang="en-US"/>
              <a:t>Is XXX supportive of the recommendation to x, y, z?</a:t>
            </a:r>
            <a:br>
              <a:rPr lang="en-US"/>
            </a:br>
            <a:r>
              <a:rPr lang="en-US"/>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Autofit/>
          </a:bodyPr>
          <a:lstStyle>
            <a:lvl1pPr marL="0" indent="0">
              <a:spcBef>
                <a:spcPts val="0"/>
              </a:spcBef>
              <a:spcAft>
                <a:spcPts val="0"/>
              </a:spcAft>
              <a:buSzPct val="100000"/>
              <a:buFont typeface="+mj-lt"/>
              <a:buNone/>
              <a:defRPr sz="1200"/>
            </a:lvl1pPr>
            <a:lvl2pPr marL="357542" indent="0">
              <a:buNone/>
              <a:defRPr/>
            </a:lvl2pPr>
          </a:lstStyle>
          <a:p>
            <a:pPr lvl="0"/>
            <a:r>
              <a:rPr lang="en-US"/>
              <a:t>Single person accountable for this topic / paper</a:t>
            </a:r>
          </a:p>
        </p:txBody>
      </p:sp>
      <p:sp>
        <p:nvSpPr>
          <p:cNvPr id="2" name="Rectangle 1">
            <a:extLst>
              <a:ext uri="{FF2B5EF4-FFF2-40B4-BE49-F238E27FC236}">
                <a16:creationId xmlns:a16="http://schemas.microsoft.com/office/drawing/2014/main" id="{E99A99C6-B235-2720-3500-EE89CB56CE50}"/>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Objectives</a:t>
            </a:r>
          </a:p>
        </p:txBody>
      </p:sp>
      <p:sp>
        <p:nvSpPr>
          <p:cNvPr id="8" name="Rectangle 7">
            <a:extLst>
              <a:ext uri="{FF2B5EF4-FFF2-40B4-BE49-F238E27FC236}">
                <a16:creationId xmlns:a16="http://schemas.microsoft.com/office/drawing/2014/main" id="{3B9E051E-8049-FCFD-A54B-E240AC53D1B2}"/>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Key questions</a:t>
            </a:r>
          </a:p>
        </p:txBody>
      </p:sp>
      <p:sp>
        <p:nvSpPr>
          <p:cNvPr id="9" name="Rectangle 8">
            <a:extLst>
              <a:ext uri="{FF2B5EF4-FFF2-40B4-BE49-F238E27FC236}">
                <a16:creationId xmlns:a16="http://schemas.microsoft.com/office/drawing/2014/main" id="{DCE8FC5E-A678-F4F9-6FC7-EEAB2E69AF78}"/>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Next steps</a:t>
            </a:r>
          </a:p>
        </p:txBody>
      </p:sp>
      <p:sp>
        <p:nvSpPr>
          <p:cNvPr id="11" name="Rectangle 10">
            <a:extLst>
              <a:ext uri="{FF2B5EF4-FFF2-40B4-BE49-F238E27FC236}">
                <a16:creationId xmlns:a16="http://schemas.microsoft.com/office/drawing/2014/main" id="{B25B3DF6-C945-56A1-A6D2-AC4E6E31179A}"/>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Owner</a:t>
            </a:r>
          </a:p>
        </p:txBody>
      </p:sp>
      <p:sp>
        <p:nvSpPr>
          <p:cNvPr id="12" name="Rectangle 11">
            <a:extLst>
              <a:ext uri="{FF2B5EF4-FFF2-40B4-BE49-F238E27FC236}">
                <a16:creationId xmlns:a16="http://schemas.microsoft.com/office/drawing/2014/main" id="{DF88839E-C216-4873-F020-A965C577DAF8}"/>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a:solidFill>
                  <a:schemeClr val="tx2"/>
                </a:solidFill>
              </a:rPr>
              <a:t>Session date:</a:t>
            </a:r>
          </a:p>
        </p:txBody>
      </p:sp>
      <p:sp>
        <p:nvSpPr>
          <p:cNvPr id="13" name="Text Placeholder 6">
            <a:extLst>
              <a:ext uri="{FF2B5EF4-FFF2-40B4-BE49-F238E27FC236}">
                <a16:creationId xmlns:a16="http://schemas.microsoft.com/office/drawing/2014/main" id="{41D1E881-0EAE-876E-66F9-7BE9CD740EA1}"/>
              </a:ext>
            </a:extLst>
          </p:cNvPr>
          <p:cNvSpPr>
            <a:spLocks noGrp="1"/>
          </p:cNvSpPr>
          <p:nvPr>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key questions to be addressed at the meeting</a:t>
            </a:r>
          </a:p>
        </p:txBody>
      </p:sp>
      <p:sp>
        <p:nvSpPr>
          <p:cNvPr id="14" name="Freeform: Shape 13">
            <a:extLst>
              <a:ext uri="{FF2B5EF4-FFF2-40B4-BE49-F238E27FC236}">
                <a16:creationId xmlns:a16="http://schemas.microsoft.com/office/drawing/2014/main" id="{3B4A7AA8-50D7-2FFC-F51D-207317C17D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992447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E95B39BA-FE0F-4104-B2C7-7206CA099807}" type="datetime4">
              <a:rPr lang="en-GB" smtClean="0"/>
              <a:t>21 December 2025</a:t>
            </a:fld>
            <a:endParaRPr lang="en-GB"/>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4068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a:t>Agenda point 1, add text here.</a:t>
            </a:r>
            <a:br>
              <a:rPr lang="en-GB"/>
            </a:br>
            <a:r>
              <a:rPr lang="en-GB"/>
              <a:t>Agenda point 2, add text here.</a:t>
            </a:r>
            <a:br>
              <a:rPr lang="en-GB"/>
            </a:br>
            <a:r>
              <a:rPr lang="en-GB"/>
              <a:t>Agenda point 3, add text here.</a:t>
            </a:r>
            <a:br>
              <a:rPr lang="en-GB"/>
            </a:br>
            <a:r>
              <a:rPr lang="en-GB"/>
              <a:t>Agenda point 4, add text here.</a:t>
            </a:r>
            <a:br>
              <a:rPr lang="en-GB"/>
            </a:br>
            <a:r>
              <a:rPr lang="en-GB"/>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46F1642B-8EED-A6CF-BBC5-B42CE4EBF30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1810574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outside of grey holder please reduce the size of the font.</a:t>
            </a:r>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6807BFC4-4E1D-4D9B-84C5-26F1283F052A}" type="datetime4">
              <a:rPr lang="en-GB" smtClean="0"/>
              <a:t>21 December 2025</a:t>
            </a:fld>
            <a:endParaRPr lang="en-GB"/>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GB"/>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0002D55-6A06-5683-C312-CA5DFDAEEB1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1002042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DE1619F6-477A-468C-969A-5D82346E4530}" type="datetime4">
              <a:rPr lang="en-GB" smtClean="0"/>
              <a:t>21 December 2025</a:t>
            </a:fld>
            <a:endParaRPr lang="en-GB"/>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endParaRPr lang="en-GB"/>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 </a:t>
            </a:r>
            <a:br>
              <a:rPr lang="en-US"/>
            </a:br>
            <a:r>
              <a:rPr lang="en-US"/>
              <a:t>If text content appears too large please reduce the size of this font. </a:t>
            </a:r>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Shape 4">
            <a:extLst>
              <a:ext uri="{FF2B5EF4-FFF2-40B4-BE49-F238E27FC236}">
                <a16:creationId xmlns:a16="http://schemas.microsoft.com/office/drawing/2014/main" id="{2CA69924-8312-93A7-5F21-75AD30BAD2D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4004714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36000" tIns="36000" rIns="36000" bIns="36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0" rIns="0" bIns="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5DAC81A9-6564-4AFD-A34E-7C3FC212735F}" type="datetime4">
              <a:rPr lang="en-GB" smtClean="0"/>
              <a:t>21 December 2025</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endParaRPr lang="en-GB"/>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TEXT content ONLY.</a:t>
            </a:r>
            <a:br>
              <a:rPr lang="en-US"/>
            </a:br>
            <a:r>
              <a:rPr lang="en-US"/>
              <a:t>If text content appears too large please reduce the size of the font. </a:t>
            </a:r>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B1F1611-ED93-9CD1-6AD6-199DF0E35EEA}"/>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167034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976"/>
            </a:avLst>
          </a:prstGeom>
          <a:solidFill>
            <a:schemeClr val="bg1">
              <a:lumMod val="95000"/>
            </a:schemeClr>
          </a:solidFill>
          <a:ln>
            <a:noFill/>
          </a:ln>
        </p:spPr>
        <p:txBody>
          <a:bodyPr wrap="square">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TEXT content ONLY. </a:t>
            </a:r>
            <a:br>
              <a:rPr lang="en-US"/>
            </a:br>
            <a:r>
              <a:rPr lang="en-US"/>
              <a:t>If text content appears outside of the grey placeholder please reduce the size of the font. </a:t>
            </a:r>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98E8C33A-C9C7-45DA-A35A-569C4CA0DBFA}" type="datetime4">
              <a:rPr lang="en-GB" smtClean="0"/>
              <a:t>21 December 2025</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36000" tIns="90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too large please reduce the size of the font. </a:t>
            </a:r>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B8038B8-901B-5BEE-8CE6-19D62D27912A}"/>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772891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F5768D83-B8CA-09C4-C389-ACE31191A4CA}"/>
              </a:ext>
            </a:extLst>
          </p:cNvPr>
          <p:cNvSpPr>
            <a:spLocks noGrp="1"/>
          </p:cNvSpPr>
          <p:nvPr>
            <p:ph type="body" sz="quarter" idx="25" hasCustomPrompt="1"/>
          </p:nvPr>
        </p:nvSpPr>
        <p:spPr>
          <a:xfrm>
            <a:off x="365125" y="1303338"/>
            <a:ext cx="3916881" cy="4477804"/>
          </a:xfrm>
          <a:custGeom>
            <a:avLst/>
            <a:gdLst>
              <a:gd name="connsiteX0" fmla="*/ 167483 w 3916881"/>
              <a:gd name="connsiteY0" fmla="*/ 0 h 4477804"/>
              <a:gd name="connsiteX1" fmla="*/ 3485355 w 3916881"/>
              <a:gd name="connsiteY1" fmla="*/ 0 h 4477804"/>
              <a:gd name="connsiteX2" fmla="*/ 3652838 w 3916881"/>
              <a:gd name="connsiteY2" fmla="*/ 167483 h 4477804"/>
              <a:gd name="connsiteX3" fmla="*/ 3652838 w 3916881"/>
              <a:gd name="connsiteY3" fmla="*/ 517226 h 4477804"/>
              <a:gd name="connsiteX4" fmla="*/ 3912021 w 3916881"/>
              <a:gd name="connsiteY4" fmla="*/ 791524 h 4477804"/>
              <a:gd name="connsiteX5" fmla="*/ 3912021 w 3916881"/>
              <a:gd name="connsiteY5" fmla="*/ 802323 h 4477804"/>
              <a:gd name="connsiteX6" fmla="*/ 3652838 w 3916881"/>
              <a:gd name="connsiteY6" fmla="*/ 1076623 h 4477804"/>
              <a:gd name="connsiteX7" fmla="*/ 3652838 w 3916881"/>
              <a:gd name="connsiteY7" fmla="*/ 4310321 h 4477804"/>
              <a:gd name="connsiteX8" fmla="*/ 3485355 w 3916881"/>
              <a:gd name="connsiteY8" fmla="*/ 4477804 h 4477804"/>
              <a:gd name="connsiteX9" fmla="*/ 167483 w 3916881"/>
              <a:gd name="connsiteY9" fmla="*/ 4477804 h 4477804"/>
              <a:gd name="connsiteX10" fmla="*/ 0 w 3916881"/>
              <a:gd name="connsiteY10" fmla="*/ 4310321 h 4477804"/>
              <a:gd name="connsiteX11" fmla="*/ 0 w 3916881"/>
              <a:gd name="connsiteY11" fmla="*/ 167483 h 4477804"/>
              <a:gd name="connsiteX12" fmla="*/ 167483 w 3916881"/>
              <a:gd name="connsiteY12" fmla="*/ 0 h 447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6881" h="4477804">
                <a:moveTo>
                  <a:pt x="167483" y="0"/>
                </a:moveTo>
                <a:lnTo>
                  <a:pt x="3485355" y="0"/>
                </a:lnTo>
                <a:cubicBezTo>
                  <a:pt x="3577853" y="0"/>
                  <a:pt x="3652838" y="74985"/>
                  <a:pt x="3652838" y="167483"/>
                </a:cubicBezTo>
                <a:lnTo>
                  <a:pt x="3652838" y="517226"/>
                </a:lnTo>
                <a:cubicBezTo>
                  <a:pt x="3652838" y="659776"/>
                  <a:pt x="3745710" y="746167"/>
                  <a:pt x="3912021" y="791524"/>
                </a:cubicBezTo>
                <a:cubicBezTo>
                  <a:pt x="3918501" y="793683"/>
                  <a:pt x="3918501" y="800164"/>
                  <a:pt x="3912021" y="802323"/>
                </a:cubicBezTo>
                <a:cubicBezTo>
                  <a:pt x="3745710" y="847679"/>
                  <a:pt x="3652838" y="934073"/>
                  <a:pt x="3652838" y="1076623"/>
                </a:cubicBezTo>
                <a:lnTo>
                  <a:pt x="3652838" y="4310321"/>
                </a:lnTo>
                <a:cubicBezTo>
                  <a:pt x="3652838" y="4402819"/>
                  <a:pt x="3577853" y="4477804"/>
                  <a:pt x="3485355" y="4477804"/>
                </a:cubicBezTo>
                <a:lnTo>
                  <a:pt x="167483" y="4477804"/>
                </a:lnTo>
                <a:cubicBezTo>
                  <a:pt x="74985" y="4477804"/>
                  <a:pt x="0" y="4402819"/>
                  <a:pt x="0" y="4310321"/>
                </a:cubicBezTo>
                <a:lnTo>
                  <a:pt x="0" y="167483"/>
                </a:lnTo>
                <a:cubicBezTo>
                  <a:pt x="0" y="74985"/>
                  <a:pt x="74985" y="0"/>
                  <a:pt x="167483" y="0"/>
                </a:cubicBezTo>
                <a:close/>
              </a:path>
            </a:pathLst>
          </a:custGeom>
          <a:solidFill>
            <a:schemeClr val="tx2"/>
          </a:solidFill>
          <a:ln>
            <a:noFill/>
          </a:ln>
        </p:spPr>
        <p:txBody>
          <a:bodyPr wrap="square" lIns="36000" tIns="36000" rIns="360000" bIns="36000">
            <a:noAutofit/>
          </a:bodyPr>
          <a:lstStyle>
            <a:lvl1pPr marL="0" indent="0">
              <a:buClr>
                <a:schemeClr val="bg1"/>
              </a:buClr>
              <a:buNone/>
              <a:defRPr>
                <a:solidFill>
                  <a:schemeClr val="bg1"/>
                </a:solidFill>
              </a:defRPr>
            </a:lvl1pPr>
            <a:lvl2pPr marL="357542" indent="0">
              <a:buClr>
                <a:schemeClr val="bg1"/>
              </a:buClr>
              <a:buNone/>
              <a:defRPr>
                <a:solidFill>
                  <a:schemeClr val="bg1"/>
                </a:solidFill>
              </a:defRPr>
            </a:lvl2pPr>
            <a:lvl3pPr marL="719982" indent="0">
              <a:buClr>
                <a:schemeClr val="bg1"/>
              </a:buClr>
              <a:buNone/>
              <a:defRPr>
                <a:solidFill>
                  <a:schemeClr val="bg1"/>
                </a:solidFill>
              </a:defRPr>
            </a:lvl3pPr>
            <a:lvl4pPr marL="1081424" indent="0">
              <a:buClr>
                <a:schemeClr val="bg1"/>
              </a:buClr>
              <a:buNone/>
              <a:defRPr>
                <a:solidFill>
                  <a:schemeClr val="bg1"/>
                </a:solidFill>
              </a:defRPr>
            </a:lvl4pPr>
            <a:lvl5pPr marL="1439964" indent="0">
              <a:buClr>
                <a:schemeClr val="bg1"/>
              </a:buClr>
              <a:buNone/>
              <a:defRPr>
                <a:solidFill>
                  <a:schemeClr val="bg1"/>
                </a:solidFill>
              </a:defRPr>
            </a:lvl5pPr>
          </a:lstStyle>
          <a:p>
            <a:pPr lvl="0"/>
            <a:r>
              <a:rPr lang="en-US"/>
              <a:t>Click to edit TEXT content ONLY. </a:t>
            </a:r>
            <a:br>
              <a:rPr lang="en-US"/>
            </a:br>
            <a:r>
              <a:rPr lang="en-US"/>
              <a:t>If text content appears outside of the grey placeholder please reduce the size of the font. </a:t>
            </a:r>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25764537-F8BD-4CE6-B68F-3AF71950C9A5}" type="datetime4">
              <a:rPr lang="en-GB" smtClean="0"/>
              <a:t>21 December 2025</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too large please reduce the size of the font. </a:t>
            </a:r>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DFAEA03D-D3A8-FC8F-37D0-7EAB8EC481E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7577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147"/>
            </a:avLst>
          </a:prstGeom>
          <a:solidFill>
            <a:schemeClr val="bg1">
              <a:lumMod val="95000"/>
            </a:schemeClr>
          </a:solidFill>
          <a:ln>
            <a:noFill/>
          </a:ln>
        </p:spPr>
        <p:txBody>
          <a:bodyPr wrap="square" tIns="1080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appears outside of grey placeholder please reduce the size of the font.</a:t>
            </a:r>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appears outside of grey placeholder please reduce the size of the font.</a:t>
            </a:r>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fld id="{6AD6A555-78C2-497F-8DE2-A362D91AB91E}" type="datetime4">
              <a:rPr lang="en-GB" smtClean="0"/>
              <a:t>21 December 2025</a:t>
            </a:fld>
            <a:endParaRPr lang="en-GB"/>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endParaRPr lang="en-GB"/>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419100" y="1454538"/>
            <a:ext cx="5493650" cy="781200"/>
          </a:xfrm>
          <a:prstGeom prst="rect">
            <a:avLst/>
          </a:prstGeom>
        </p:spPr>
        <p:txBody>
          <a:bodyPr wrap="square" lIns="36000" tIns="36000" rIns="36000" bIns="36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277344" y="1454538"/>
            <a:ext cx="5493600" cy="781200"/>
          </a:xfrm>
          <a:prstGeom prst="rect">
            <a:avLst/>
          </a:prstGeom>
        </p:spPr>
        <p:txBody>
          <a:bodyPr wrap="square" lIns="36000" tIns="36000" rIns="36000" bIns="36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6E7A351A-B15B-3DA1-263F-714BB743255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296362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977"/>
            </a:avLst>
          </a:prstGeom>
          <a:solidFill>
            <a:schemeClr val="bg1">
              <a:lumMod val="95000"/>
            </a:schemeClr>
          </a:solidFill>
          <a:ln>
            <a:noFill/>
          </a:ln>
        </p:spPr>
        <p:txBody>
          <a:bodyPr lIns="108000" tIns="1008000">
            <a:noAutofit/>
          </a:bodyPr>
          <a:lstStyle>
            <a:lvl1pPr marL="0" indent="0" algn="ctr">
              <a:buNone/>
              <a:defRPr sz="2200" baseline="0">
                <a:solidFill>
                  <a:schemeClr val="tx1"/>
                </a:solidFill>
              </a:defRPr>
            </a:lvl1pPr>
          </a:lstStyle>
          <a:p>
            <a:r>
              <a:rPr lang="en-GB"/>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fld id="{83A14DBF-52C0-4CEA-A6F5-0641F2176B1B}" type="datetime4">
              <a:rPr lang="en-GB" smtClean="0"/>
              <a:t>21 December 2025</a:t>
            </a:fld>
            <a:endParaRPr lang="en-GB"/>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endParaRPr lang="en-GB"/>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15" name="Freeform: Shape 14">
            <a:extLst>
              <a:ext uri="{FF2B5EF4-FFF2-40B4-BE49-F238E27FC236}">
                <a16:creationId xmlns:a16="http://schemas.microsoft.com/office/drawing/2014/main" id="{73180677-148E-F381-0168-9327D51EF5C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E10F851-9956-BDE2-1DA3-0125BE310B9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767626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914"/>
            </a:avLst>
          </a:prstGeom>
          <a:solidFill>
            <a:schemeClr val="bg1">
              <a:lumMod val="95000"/>
            </a:schemeClr>
          </a:solidFill>
          <a:ln>
            <a:noFill/>
          </a:ln>
        </p:spPr>
        <p:txBody>
          <a:bodyPr lIns="108000" tIns="108000" bIns="1224000" anchor="ctr">
            <a:noAutofit/>
          </a:bodyPr>
          <a:lstStyle>
            <a:lvl1pPr marL="0" indent="0" algn="ctr">
              <a:buNone/>
              <a:defRPr sz="2200" i="0" baseline="0">
                <a:solidFill>
                  <a:schemeClr val="tx1"/>
                </a:solidFill>
              </a:defRPr>
            </a:lvl1pPr>
          </a:lstStyle>
          <a:p>
            <a:r>
              <a:rPr lang="en-GB"/>
              <a:t>[Click on the film icon to insert video]</a:t>
            </a:r>
          </a:p>
        </p:txBody>
      </p:sp>
    </p:spTree>
    <p:extLst>
      <p:ext uri="{BB962C8B-B14F-4D97-AF65-F5344CB8AC3E}">
        <p14:creationId xmlns:p14="http://schemas.microsoft.com/office/powerpoint/2010/main" val="9107680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5043"/>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a:t>[Click here to insert image]</a:t>
            </a:r>
            <a:br>
              <a:rPr lang="en-GB"/>
            </a:br>
            <a:br>
              <a:rPr lang="en-GB"/>
            </a:br>
            <a:br>
              <a:rPr lang="en-GB"/>
            </a:br>
            <a:br>
              <a:rPr lang="en-GB"/>
            </a:br>
            <a:br>
              <a:rPr lang="en-GB"/>
            </a:br>
            <a:r>
              <a:rPr lang="en-GB"/>
              <a:t>[The image can then be scaled within the frame by using the ‘Crop’ feature in the ‘Picture Format’ tab of the ribbon.</a:t>
            </a:r>
            <a:r>
              <a:rPr lang="en-US"/>
              <a:t> Right click on image to add/edit alt text</a:t>
            </a:r>
            <a:r>
              <a:rPr lang="en-GB"/>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8C52BEF8-A2C2-4E39-A8F6-45A7AA6D65E5}" type="datetime4">
              <a:rPr lang="en-GB" smtClean="0"/>
              <a:t>21 December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C35E16B8-17D3-543D-006C-0A00D7BCD6B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894351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mage and Text 2">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0E2EBD-4DBA-A411-89A3-C363C68F935D}"/>
              </a:ext>
            </a:extLst>
          </p:cNvPr>
          <p:cNvGraphicFramePr>
            <a:graphicFrameLocks noChangeAspect="1"/>
          </p:cNvGraphicFramePr>
          <p:nvPr>
            <p:custDataLst>
              <p:tags r:id="rId1"/>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6" name="Object 5" hidden="1">
                        <a:extLst>
                          <a:ext uri="{FF2B5EF4-FFF2-40B4-BE49-F238E27FC236}">
                            <a16:creationId xmlns:a16="http://schemas.microsoft.com/office/drawing/2014/main" id="{710E2EBD-4DBA-A411-89A3-C363C68F935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ext Placeholder 6"/>
          <p:cNvSpPr>
            <a:spLocks noGrp="1"/>
          </p:cNvSpPr>
          <p:nvPr>
            <p:ph type="body" sz="quarter" idx="13" hasCustomPrompt="1"/>
          </p:nvPr>
        </p:nvSpPr>
        <p:spPr>
          <a:xfrm>
            <a:off x="365125" y="1303338"/>
            <a:ext cx="3652838" cy="4489062"/>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DC753A78-5BE3-4AD0-86AB-A05AF6C85F6D}" type="datetime4">
              <a:rPr lang="en-GB" smtClean="0"/>
              <a:t>21 December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552711"/>
                </a:lnTo>
                <a:cubicBezTo>
                  <a:pt x="8759" y="1063964"/>
                  <a:pt x="590287" y="923198"/>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lnTo>
                  <a:pt x="1697038" y="0"/>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vert="horz"/>
          <a:lstStyle/>
          <a:p>
            <a:r>
              <a:rPr lang="en-US"/>
              <a:t>Click to edit Master title style</a:t>
            </a:r>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aphicFrame>
        <p:nvGraphicFramePr>
          <p:cNvPr id="2" name="Object 1" hidden="1">
            <a:extLst>
              <a:ext uri="{FF2B5EF4-FFF2-40B4-BE49-F238E27FC236}">
                <a16:creationId xmlns:a16="http://schemas.microsoft.com/office/drawing/2014/main" id="{5754CC1B-BB75-5C08-0EF4-46094143150B}"/>
              </a:ext>
            </a:extLst>
          </p:cNvPr>
          <p:cNvGraphicFramePr>
            <a:graphicFrameLocks noChangeAspect="1"/>
          </p:cNvGraphicFramePr>
          <p:nvPr userDrawn="1">
            <p:custDataLst>
              <p:tags r:id="rId2"/>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2" name="Object 1" hidden="1">
                        <a:extLst>
                          <a:ext uri="{FF2B5EF4-FFF2-40B4-BE49-F238E27FC236}">
                            <a16:creationId xmlns:a16="http://schemas.microsoft.com/office/drawing/2014/main" id="{5754CC1B-BB75-5C08-0EF4-4609414315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Freeform: Shape 3">
            <a:extLst>
              <a:ext uri="{FF2B5EF4-FFF2-40B4-BE49-F238E27FC236}">
                <a16:creationId xmlns:a16="http://schemas.microsoft.com/office/drawing/2014/main" id="{09A05D5A-9CCC-5188-4E3A-BF14F2F8413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661197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2B3E26AB-6984-412C-9A87-E31261200544}" type="datetime4">
              <a:rPr lang="en-GB" smtClean="0"/>
              <a:t>21 December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0AC5B506-7665-AFF6-5244-82648A658A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0042542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97269600-9971-451C-9680-AFD5FFE21369}" type="datetime4">
              <a:rPr lang="en-GB" smtClean="0"/>
              <a:t>21 December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4A4A6B2A-6054-FB98-6941-36A9785D96EC}"/>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3506724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1DCAB96D-EEAD-4A5B-B70E-81C254236296}" type="datetime4">
              <a:rPr lang="en-GB" smtClean="0"/>
              <a:t>21 December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96294BD-73D4-ECCE-653C-2F2D34CF4FB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940365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988DDE36-3DE6-4C49-89AC-EB8796CC8032}" type="datetime4">
              <a:rPr lang="en-GB" smtClean="0"/>
              <a:t>21 December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36000" tIns="36000" rIns="36000" bIns="36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subheading text</a:t>
            </a:r>
            <a:endParaRPr lang="en-GB"/>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D5840FC4-EF91-6057-D142-8946C40663E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081508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 </a:t>
            </a:r>
            <a:r>
              <a:rPr lang="en-US"/>
              <a:t>If text content appears too large please reduce the size of the font.</a:t>
            </a:r>
            <a:endParaRPr lang="en-GB"/>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FFB077E6-A497-BD51-F093-6A35A273C6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Date Placeholder 2">
            <a:extLst>
              <a:ext uri="{FF2B5EF4-FFF2-40B4-BE49-F238E27FC236}">
                <a16:creationId xmlns:a16="http://schemas.microsoft.com/office/drawing/2014/main" id="{9D5194C5-4A8C-F771-D2C4-1689E222159A}"/>
              </a:ext>
            </a:extLst>
          </p:cNvPr>
          <p:cNvSpPr>
            <a:spLocks noGrp="1"/>
          </p:cNvSpPr>
          <p:nvPr>
            <p:ph type="dt" sz="half" idx="29"/>
          </p:nvPr>
        </p:nvSpPr>
        <p:spPr/>
        <p:txBody>
          <a:bodyPr/>
          <a:lstStyle/>
          <a:p>
            <a:fld id="{6368A7DE-297F-4A26-995E-F3BD06E8DA40}" type="datetime4">
              <a:rPr lang="en-GB" smtClean="0"/>
              <a:t>21 December 2025</a:t>
            </a:fld>
            <a:endParaRPr lang="en-GB"/>
          </a:p>
        </p:txBody>
      </p:sp>
      <p:sp>
        <p:nvSpPr>
          <p:cNvPr id="4" name="Footer Placeholder 3">
            <a:extLst>
              <a:ext uri="{FF2B5EF4-FFF2-40B4-BE49-F238E27FC236}">
                <a16:creationId xmlns:a16="http://schemas.microsoft.com/office/drawing/2014/main" id="{82F47273-C0C3-41E8-6B8B-DB4169F9F136}"/>
              </a:ext>
            </a:extLst>
          </p:cNvPr>
          <p:cNvSpPr>
            <a:spLocks noGrp="1"/>
          </p:cNvSpPr>
          <p:nvPr>
            <p:ph type="ftr" sz="quarter" idx="30"/>
          </p:nvPr>
        </p:nvSpPr>
        <p:spPr/>
        <p:txBody>
          <a:bodyPr/>
          <a:lstStyle/>
          <a:p>
            <a:endParaRPr lang="en-GB"/>
          </a:p>
        </p:txBody>
      </p:sp>
      <p:sp>
        <p:nvSpPr>
          <p:cNvPr id="6" name="Slide Number Placeholder 5">
            <a:extLst>
              <a:ext uri="{FF2B5EF4-FFF2-40B4-BE49-F238E27FC236}">
                <a16:creationId xmlns:a16="http://schemas.microsoft.com/office/drawing/2014/main" id="{C11B311B-7645-A98A-D49A-2DA2267BD696}"/>
              </a:ext>
            </a:extLst>
          </p:cNvPr>
          <p:cNvSpPr>
            <a:spLocks noGrp="1"/>
          </p:cNvSpPr>
          <p:nvPr>
            <p:ph type="sldNum" sz="quarter" idx="3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2336413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 </a:t>
            </a:r>
            <a:r>
              <a:rPr lang="en-US"/>
              <a:t>If text content appears too large please reduce the size of the font.</a:t>
            </a:r>
            <a:endParaRPr lang="en-GB"/>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892829F7-D00B-D1D9-8C3F-B46975A49CE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Date Placeholder 2">
            <a:extLst>
              <a:ext uri="{FF2B5EF4-FFF2-40B4-BE49-F238E27FC236}">
                <a16:creationId xmlns:a16="http://schemas.microsoft.com/office/drawing/2014/main" id="{247E8828-EB71-0369-A18F-764AF5D38A71}"/>
              </a:ext>
            </a:extLst>
          </p:cNvPr>
          <p:cNvSpPr>
            <a:spLocks noGrp="1"/>
          </p:cNvSpPr>
          <p:nvPr>
            <p:ph type="dt" sz="half" idx="29"/>
          </p:nvPr>
        </p:nvSpPr>
        <p:spPr/>
        <p:txBody>
          <a:bodyPr/>
          <a:lstStyle/>
          <a:p>
            <a:fld id="{0ED992AB-0B95-4EC2-BA1F-54351D0B83FC}" type="datetime4">
              <a:rPr lang="en-GB" smtClean="0"/>
              <a:t>21 December 2025</a:t>
            </a:fld>
            <a:endParaRPr lang="en-GB"/>
          </a:p>
        </p:txBody>
      </p:sp>
      <p:sp>
        <p:nvSpPr>
          <p:cNvPr id="4" name="Footer Placeholder 3">
            <a:extLst>
              <a:ext uri="{FF2B5EF4-FFF2-40B4-BE49-F238E27FC236}">
                <a16:creationId xmlns:a16="http://schemas.microsoft.com/office/drawing/2014/main" id="{A6935FD9-63CF-D14D-8261-9C6BBC8EBE63}"/>
              </a:ext>
            </a:extLst>
          </p:cNvPr>
          <p:cNvSpPr>
            <a:spLocks noGrp="1"/>
          </p:cNvSpPr>
          <p:nvPr>
            <p:ph type="ftr" sz="quarter" idx="30"/>
          </p:nvPr>
        </p:nvSpPr>
        <p:spPr/>
        <p:txBody>
          <a:bodyPr/>
          <a:lstStyle/>
          <a:p>
            <a:endParaRPr lang="en-GB"/>
          </a:p>
        </p:txBody>
      </p:sp>
      <p:sp>
        <p:nvSpPr>
          <p:cNvPr id="6" name="Slide Number Placeholder 5">
            <a:extLst>
              <a:ext uri="{FF2B5EF4-FFF2-40B4-BE49-F238E27FC236}">
                <a16:creationId xmlns:a16="http://schemas.microsoft.com/office/drawing/2014/main" id="{13EA93AF-E163-1DF3-8FAB-0442AED9B00A}"/>
              </a:ext>
            </a:extLst>
          </p:cNvPr>
          <p:cNvSpPr>
            <a:spLocks noGrp="1"/>
          </p:cNvSpPr>
          <p:nvPr>
            <p:ph type="sldNum" sz="quarter" idx="3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42642598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07236A3A-A1D3-42F6-852F-317468931BA4}" type="datetime4">
              <a:rPr lang="en-GB" smtClean="0"/>
              <a:t>21 December 2025</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36000" rIns="36000">
            <a:noAutofit/>
          </a:bodyPr>
          <a:lstStyle>
            <a:lvl1pPr marL="0" indent="0">
              <a:buNone/>
              <a:defRPr/>
            </a:lvl1pPr>
          </a:lstStyle>
          <a:p>
            <a:r>
              <a:rPr lang="en-GB"/>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CFC215B3-1FB2-8234-43A0-F10081D89FE6}"/>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237587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821FCECA-48D7-4DD2-8EFF-3404108227E5}" type="datetime4">
              <a:rPr lang="en-GB" smtClean="0"/>
              <a:t>21 December 2025</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36000" rIns="36000">
            <a:noAutofit/>
          </a:bodyPr>
          <a:lstStyle>
            <a:lvl1pPr marL="0" indent="0">
              <a:buNone/>
              <a:defRPr/>
            </a:lvl1pPr>
          </a:lstStyle>
          <a:p>
            <a:r>
              <a:rPr lang="en-GB"/>
              <a:t>[Click CHART icons to insert chart.]</a:t>
            </a:r>
            <a:br>
              <a:rPr lang="en-GB"/>
            </a:br>
            <a:r>
              <a:rPr lang="en-US"/>
              <a:t>Please ensure your chart title, legend, x and y axis titles are minimum 12 pt, Arial black for accessibility. </a:t>
            </a:r>
          </a:p>
          <a:p>
            <a:endParaRPr lang="en-GB"/>
          </a:p>
          <a:p>
            <a:endParaRPr lang="en-GB"/>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E617660-F2DC-E09E-FCD2-2D56713F40B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7765275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150952B7-06CE-4739-AB36-B1A73351880A}" type="datetime4">
              <a:rPr lang="en-GB" smtClean="0"/>
              <a:t>21 December 2025</a:t>
            </a:fld>
            <a:endParaRPr lang="en-GB"/>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B627EE7-29BC-7E7B-5DF4-1D96E07AD3F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4605084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fld id="{9975864D-1A37-4E35-83B4-0A10950ED551}" type="datetime4">
              <a:rPr lang="en-GB" smtClean="0"/>
              <a:t>21 December 2025</a:t>
            </a:fld>
            <a:endParaRPr lang="en-GB"/>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endParaRPr lang="en-GB"/>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0" rIns="0" bIns="0" anchor="b">
            <a:noAutofit/>
          </a:bodyPr>
          <a:lstStyle>
            <a:lvl1pPr marL="0" indent="0">
              <a:buNone/>
              <a:defRPr sz="8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2" name="Graphic 1">
            <a:extLst>
              <a:ext uri="{FF2B5EF4-FFF2-40B4-BE49-F238E27FC236}">
                <a16:creationId xmlns:a16="http://schemas.microsoft.com/office/drawing/2014/main" id="{0C1283EF-E472-0D19-62E8-0008FC03971D}"/>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7328" t="12162" r="1499" b="12843"/>
          <a:stretch/>
        </p:blipFill>
        <p:spPr>
          <a:xfrm>
            <a:off x="10847037" y="6191252"/>
            <a:ext cx="1215582" cy="563804"/>
          </a:xfrm>
          <a:prstGeom prst="rect">
            <a:avLst/>
          </a:prstGeom>
        </p:spPr>
      </p:pic>
      <p:sp>
        <p:nvSpPr>
          <p:cNvPr id="3" name="Freeform: Shape 2">
            <a:extLst>
              <a:ext uri="{FF2B5EF4-FFF2-40B4-BE49-F238E27FC236}">
                <a16:creationId xmlns:a16="http://schemas.microsoft.com/office/drawing/2014/main" id="{354C983F-C815-9C16-5CEE-1598AF9E136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5450860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fld id="{E6961084-6938-48F1-BC39-2850A30B853F}" type="datetime4">
              <a:rPr lang="en-GB" smtClean="0"/>
              <a:t>21 December 2025</a:t>
            </a:fld>
            <a:endParaRPr lang="en-GB"/>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Tree>
    <p:extLst>
      <p:ext uri="{BB962C8B-B14F-4D97-AF65-F5344CB8AC3E}">
        <p14:creationId xmlns:p14="http://schemas.microsoft.com/office/powerpoint/2010/main" val="15522094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Section Header 1">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37175" y="5967611"/>
            <a:ext cx="1401150" cy="422366"/>
          </a:xfrm>
          <a:prstGeom prst="rect">
            <a:avLst/>
          </a:prstGeom>
        </p:spPr>
      </p:pic>
      <p:graphicFrame>
        <p:nvGraphicFramePr>
          <p:cNvPr id="2" name="Object 1" hidden="1">
            <a:extLst>
              <a:ext uri="{FF2B5EF4-FFF2-40B4-BE49-F238E27FC236}">
                <a16:creationId xmlns:a16="http://schemas.microsoft.com/office/drawing/2014/main" id="{B465F7C9-2DD0-029B-C39C-E172165ABDAB}"/>
              </a:ext>
            </a:extLst>
          </p:cNvPr>
          <p:cNvGraphicFramePr>
            <a:graphicFrameLocks noChangeAspect="1"/>
          </p:cNvGraphicFramePr>
          <p:nvPr userDrawn="1">
            <p:custDataLst>
              <p:tags r:id="rId2"/>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B465F7C9-2DD0-029B-C39C-E172165ABDA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3C8C0300-5E34-01FA-8DA8-816FE17514CD}"/>
              </a:ext>
            </a:extLst>
          </p:cNvPr>
          <p:cNvPicPr>
            <a:picLocks noChangeAspect="1"/>
          </p:cNvPicPr>
          <p:nvPr userDrawn="1"/>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12379343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Section Header 2">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8276E86-C9B6-1B20-0470-A93E9FE76804}"/>
              </a:ext>
            </a:extLst>
          </p:cNvPr>
          <p:cNvGraphicFramePr>
            <a:graphicFrameLocks noChangeAspect="1"/>
          </p:cNvGraphicFramePr>
          <p:nvPr>
            <p:custDataLst>
              <p:tags r:id="rId1"/>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C8276E86-C9B6-1B20-0470-A93E9FE7680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vert="horz">
            <a:noAutofit/>
          </a:bodyPr>
          <a:lstStyle>
            <a:lvl1pPr>
              <a:defRPr sz="3600">
                <a:solidFill>
                  <a:schemeClr val="bg1"/>
                </a:solidFill>
              </a:defRPr>
            </a:lvl1pPr>
          </a:lstStyle>
          <a:p>
            <a:r>
              <a:rPr lang="en-US"/>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13772" t="25173" r="16016" b="28870"/>
          <a:stretch/>
        </p:blipFill>
        <p:spPr>
          <a:xfrm>
            <a:off x="322824" y="5861243"/>
            <a:ext cx="1586940" cy="585704"/>
          </a:xfrm>
          <a:prstGeom prst="rect">
            <a:avLst/>
          </a:prstGeom>
        </p:spPr>
      </p:pic>
      <p:graphicFrame>
        <p:nvGraphicFramePr>
          <p:cNvPr id="2" name="Object 1" hidden="1">
            <a:extLst>
              <a:ext uri="{FF2B5EF4-FFF2-40B4-BE49-F238E27FC236}">
                <a16:creationId xmlns:a16="http://schemas.microsoft.com/office/drawing/2014/main" id="{C974C1E3-F673-6C02-80D2-918CC00E2B06}"/>
              </a:ext>
            </a:extLst>
          </p:cNvPr>
          <p:cNvGraphicFramePr>
            <a:graphicFrameLocks noChangeAspect="1"/>
          </p:cNvGraphicFramePr>
          <p:nvPr userDrawn="1">
            <p:custDataLst>
              <p:tags r:id="rId2"/>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C974C1E3-F673-6C02-80D2-918CC00E2B0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B5553F47-A3E3-7613-63E9-F408F27A9BD1}"/>
              </a:ext>
            </a:extLst>
          </p:cNvPr>
          <p:cNvPicPr>
            <a:picLocks noChangeAspect="1"/>
          </p:cNvPicPr>
          <p:nvPr userDrawn="1"/>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13772" t="25173" r="16016" b="28870"/>
          <a:stretch/>
        </p:blipFill>
        <p:spPr>
          <a:xfrm>
            <a:off x="322824" y="5861243"/>
            <a:ext cx="1586940" cy="585704"/>
          </a:xfrm>
          <a:prstGeom prst="rect">
            <a:avLst/>
          </a:prstGeom>
        </p:spPr>
      </p:pic>
    </p:spTree>
    <p:extLst>
      <p:ext uri="{BB962C8B-B14F-4D97-AF65-F5344CB8AC3E}">
        <p14:creationId xmlns:p14="http://schemas.microsoft.com/office/powerpoint/2010/main" val="346947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pic>
        <p:nvPicPr>
          <p:cNvPr id="4" name="Graphic 3">
            <a:extLst>
              <a:ext uri="{FF2B5EF4-FFF2-40B4-BE49-F238E27FC236}">
                <a16:creationId xmlns:a16="http://schemas.microsoft.com/office/drawing/2014/main" id="{2A31EE88-6D6C-D069-3146-A339C960163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5" name="Rectangle 4">
            <a:extLst>
              <a:ext uri="{FF2B5EF4-FFF2-40B4-BE49-F238E27FC236}">
                <a16:creationId xmlns:a16="http://schemas.microsoft.com/office/drawing/2014/main" id="{7445B33E-2C66-175D-1B1C-7BB81E21C5EE}"/>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7" name="Graphic 6">
            <a:extLst>
              <a:ext uri="{FF2B5EF4-FFF2-40B4-BE49-F238E27FC236}">
                <a16:creationId xmlns:a16="http://schemas.microsoft.com/office/drawing/2014/main" id="{E7BF19C8-4ECE-0C1F-50D8-D1CBA751078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10231814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a:solidFill>
                  <a:schemeClr val="bg1"/>
                </a:solidFill>
              </a:rPr>
              <a:t>Do not use </a:t>
            </a:r>
            <a:br>
              <a:rPr lang="en-GB" sz="9600" kern="0">
                <a:solidFill>
                  <a:schemeClr val="bg1"/>
                </a:solidFill>
              </a:rPr>
            </a:br>
            <a:r>
              <a:rPr lang="en-GB" sz="9600" kern="0">
                <a:solidFill>
                  <a:schemeClr val="bg1"/>
                </a:solidFill>
              </a:rPr>
              <a:t>layouts that appear </a:t>
            </a:r>
            <a:br>
              <a:rPr lang="en-GB" sz="9600" kern="0">
                <a:solidFill>
                  <a:schemeClr val="bg1"/>
                </a:solidFill>
              </a:rPr>
            </a:br>
            <a:r>
              <a:rPr lang="en-GB" sz="9600" kern="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
        <p:nvSpPr>
          <p:cNvPr id="2" name="Rectangle 1">
            <a:extLst>
              <a:ext uri="{FF2B5EF4-FFF2-40B4-BE49-F238E27FC236}">
                <a16:creationId xmlns:a16="http://schemas.microsoft.com/office/drawing/2014/main" id="{D971DFFD-2455-676B-AE64-9BFFC5437EDC}"/>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a:solidFill>
                  <a:schemeClr val="bg1"/>
                </a:solidFill>
              </a:rPr>
              <a:t>Do not use </a:t>
            </a:r>
            <a:br>
              <a:rPr lang="en-GB" sz="9600" kern="0">
                <a:solidFill>
                  <a:schemeClr val="bg1"/>
                </a:solidFill>
              </a:rPr>
            </a:br>
            <a:r>
              <a:rPr lang="en-GB" sz="9600" kern="0">
                <a:solidFill>
                  <a:schemeClr val="bg1"/>
                </a:solidFill>
              </a:rPr>
              <a:t>layouts that appear </a:t>
            </a:r>
            <a:br>
              <a:rPr lang="en-GB" sz="9600" kern="0">
                <a:solidFill>
                  <a:schemeClr val="bg1"/>
                </a:solidFill>
              </a:rPr>
            </a:br>
            <a:r>
              <a:rPr lang="en-GB" sz="9600" kern="0">
                <a:solidFill>
                  <a:schemeClr val="bg1"/>
                </a:solidFill>
              </a:rPr>
              <a:t>after this point</a:t>
            </a:r>
          </a:p>
        </p:txBody>
      </p:sp>
      <p:pic>
        <p:nvPicPr>
          <p:cNvPr id="3" name="Graphic 2">
            <a:extLst>
              <a:ext uri="{FF2B5EF4-FFF2-40B4-BE49-F238E27FC236}">
                <a16:creationId xmlns:a16="http://schemas.microsoft.com/office/drawing/2014/main" id="{49D3E439-CEEB-5A25-B0DB-B35AA868A58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672089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heading style</a:t>
            </a:r>
            <a:endParaRPr lang="en-GB"/>
          </a:p>
        </p:txBody>
      </p:sp>
      <p:sp>
        <p:nvSpPr>
          <p:cNvPr id="11" name="Text Placeholder 2"/>
          <p:cNvSpPr>
            <a:spLocks noGrp="1"/>
          </p:cNvSpPr>
          <p:nvPr>
            <p:ph type="body" sz="quarter" idx="29"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0"/>
          </p:nvPr>
        </p:nvSpPr>
        <p:spPr/>
        <p:txBody>
          <a:bodyPr/>
          <a:lstStyle/>
          <a:p>
            <a:pPr algn="ctr"/>
            <a:fld id="{B7A552EA-7486-4B82-9CF8-6A196C71F768}" type="datetime4">
              <a:rPr lang="en-GB" smtClean="0"/>
              <a:t>21 December 2025</a:t>
            </a:fld>
            <a:endParaRPr lang="en-GB"/>
          </a:p>
        </p:txBody>
      </p:sp>
      <p:sp>
        <p:nvSpPr>
          <p:cNvPr id="7" name="Footer Placeholder 6"/>
          <p:cNvSpPr>
            <a:spLocks noGrp="1"/>
          </p:cNvSpPr>
          <p:nvPr>
            <p:ph type="ftr" sz="quarter" idx="31"/>
          </p:nvPr>
        </p:nvSpPr>
        <p:spPr/>
        <p:txBody>
          <a:bodyPr/>
          <a:lstStyle>
            <a:lvl1pPr>
              <a:defRPr/>
            </a:lvl1pPr>
          </a:lstStyle>
          <a:p>
            <a:endParaRPr lang="en-GB"/>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29936611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heading style</a:t>
            </a:r>
            <a:endParaRPr lang="en-GB"/>
          </a:p>
        </p:txBody>
      </p:sp>
      <p:sp>
        <p:nvSpPr>
          <p:cNvPr id="11" name="Text Placeholder 2"/>
          <p:cNvSpPr>
            <a:spLocks noGrp="1"/>
          </p:cNvSpPr>
          <p:nvPr>
            <p:ph type="body" sz="quarter" idx="29"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0"/>
          </p:nvPr>
        </p:nvSpPr>
        <p:spPr/>
        <p:txBody>
          <a:bodyPr/>
          <a:lstStyle/>
          <a:p>
            <a:pPr algn="ctr"/>
            <a:fld id="{24683C95-7A27-4B99-9F0F-D1AD6080895F}" type="datetime4">
              <a:rPr lang="en-GB" smtClean="0"/>
              <a:t>21 December 2025</a:t>
            </a:fld>
            <a:endParaRPr lang="en-GB"/>
          </a:p>
        </p:txBody>
      </p:sp>
      <p:sp>
        <p:nvSpPr>
          <p:cNvPr id="7" name="Footer Placeholder 6"/>
          <p:cNvSpPr>
            <a:spLocks noGrp="1"/>
          </p:cNvSpPr>
          <p:nvPr>
            <p:ph type="ftr" sz="quarter" idx="31"/>
          </p:nvPr>
        </p:nvSpPr>
        <p:spPr/>
        <p:txBody>
          <a:bodyPr/>
          <a:lstStyle>
            <a:lvl1pPr>
              <a:defRPr/>
            </a:lvl1pPr>
          </a:lstStyle>
          <a:p>
            <a:endParaRPr lang="en-GB"/>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6073989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Blank">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34"/>
          <a:stretch/>
        </p:blipFill>
        <p:spPr>
          <a:xfrm>
            <a:off x="0" y="1421232"/>
            <a:ext cx="5469731" cy="5103195"/>
          </a:xfrm>
          <a:prstGeom prst="rect">
            <a:avLst/>
          </a:prstGeom>
        </p:spPr>
      </p:pic>
      <p:sp>
        <p:nvSpPr>
          <p:cNvPr id="17" name="Title 1"/>
          <p:cNvSpPr>
            <a:spLocks noGrp="1"/>
          </p:cNvSpPr>
          <p:nvPr>
            <p:ph type="ctrTitle" hasCustomPrompt="1"/>
          </p:nvPr>
        </p:nvSpPr>
        <p:spPr>
          <a:xfrm>
            <a:off x="395362" y="2758587"/>
            <a:ext cx="3835980" cy="1333699"/>
          </a:xfrm>
          <a:prstGeom prst="rect">
            <a:avLst/>
          </a:prstGeom>
        </p:spPr>
        <p:txBody>
          <a:bodyPr anchor="b" anchorCtr="0"/>
          <a:lstStyle>
            <a:lvl1pPr>
              <a:lnSpc>
                <a:spcPts val="3467"/>
              </a:lnSpc>
              <a:defRPr sz="3467">
                <a:solidFill>
                  <a:schemeClr val="bg1"/>
                </a:solidFill>
              </a:defRPr>
            </a:lvl1pPr>
          </a:lstStyle>
          <a:p>
            <a:r>
              <a:rPr lang="en-US"/>
              <a:t>Click to edit Master heading style</a:t>
            </a:r>
            <a:endParaRPr lang="en-GB"/>
          </a:p>
        </p:txBody>
      </p:sp>
      <p:sp>
        <p:nvSpPr>
          <p:cNvPr id="20" name="Subtitle 2"/>
          <p:cNvSpPr>
            <a:spLocks noGrp="1"/>
          </p:cNvSpPr>
          <p:nvPr>
            <p:ph type="subTitle" idx="1" hasCustomPrompt="1"/>
          </p:nvPr>
        </p:nvSpPr>
        <p:spPr>
          <a:xfrm>
            <a:off x="395361" y="4570119"/>
            <a:ext cx="3405675" cy="656591"/>
          </a:xfrm>
          <a:prstGeom prst="rect">
            <a:avLst/>
          </a:prstGeom>
        </p:spPr>
        <p:txBody>
          <a:bodyPr wrap="square" lIns="0" tIns="0" rIns="0" bIns="0" anchor="t" anchorCtr="0">
            <a:spAutoFit/>
          </a:bodyPr>
          <a:lstStyle>
            <a:lvl1pPr marL="0" indent="0" algn="l">
              <a:spcAft>
                <a:spcPts val="0"/>
              </a:spcAft>
              <a:buNone/>
              <a:defRPr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subheading</a:t>
            </a:r>
            <a:endParaRPr lang="en-GB"/>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982718" y="316145"/>
            <a:ext cx="1952861" cy="963168"/>
          </a:xfrm>
          <a:prstGeom prst="rect">
            <a:avLst/>
          </a:prstGeom>
        </p:spPr>
      </p:pic>
    </p:spTree>
    <p:extLst>
      <p:ext uri="{BB962C8B-B14F-4D97-AF65-F5344CB8AC3E}">
        <p14:creationId xmlns:p14="http://schemas.microsoft.com/office/powerpoint/2010/main" val="19971485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Text Only">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395361" y="3203154"/>
            <a:ext cx="6723193" cy="889132"/>
          </a:xfrm>
          <a:prstGeom prst="rect">
            <a:avLst/>
          </a:prstGeom>
        </p:spPr>
        <p:txBody>
          <a:bodyPr anchor="b" anchorCtr="0"/>
          <a:lstStyle>
            <a:lvl1pPr>
              <a:lnSpc>
                <a:spcPts val="3467"/>
              </a:lnSpc>
              <a:defRPr sz="3467">
                <a:solidFill>
                  <a:schemeClr val="bg2"/>
                </a:solidFill>
              </a:defRPr>
            </a:lvl1pPr>
          </a:lstStyle>
          <a:p>
            <a:r>
              <a:rPr lang="en-US"/>
              <a:t>Click to edit Master </a:t>
            </a:r>
            <a:br>
              <a:rPr lang="en-US"/>
            </a:br>
            <a:r>
              <a:rPr lang="en-US"/>
              <a:t>heading style</a:t>
            </a:r>
            <a:endParaRPr lang="en-GB"/>
          </a:p>
        </p:txBody>
      </p:sp>
      <p:sp>
        <p:nvSpPr>
          <p:cNvPr id="10" name="Subtitle 2"/>
          <p:cNvSpPr>
            <a:spLocks noGrp="1"/>
          </p:cNvSpPr>
          <p:nvPr>
            <p:ph type="subTitle" idx="1" hasCustomPrompt="1"/>
          </p:nvPr>
        </p:nvSpPr>
        <p:spPr>
          <a:xfrm>
            <a:off x="395361" y="4570120"/>
            <a:ext cx="6723193" cy="42056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subheading</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718" y="316145"/>
            <a:ext cx="1952861" cy="963168"/>
          </a:xfrm>
          <a:prstGeom prst="rect">
            <a:avLst/>
          </a:prstGeom>
        </p:spPr>
      </p:pic>
    </p:spTree>
    <p:extLst>
      <p:ext uri="{BB962C8B-B14F-4D97-AF65-F5344CB8AC3E}">
        <p14:creationId xmlns:p14="http://schemas.microsoft.com/office/powerpoint/2010/main" val="20603047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Slide Text and Table">
    <p:spTree>
      <p:nvGrpSpPr>
        <p:cNvPr id="1" name=""/>
        <p:cNvGrpSpPr/>
        <p:nvPr/>
      </p:nvGrpSpPr>
      <p:grpSpPr>
        <a:xfrm>
          <a:off x="0" y="0"/>
          <a:ext cx="0" cy="0"/>
          <a:chOff x="0" y="0"/>
          <a:chExt cx="0" cy="0"/>
        </a:xfrm>
      </p:grpSpPr>
      <p:sp>
        <p:nvSpPr>
          <p:cNvPr id="21" name="Title 1"/>
          <p:cNvSpPr>
            <a:spLocks noGrp="1"/>
          </p:cNvSpPr>
          <p:nvPr>
            <p:ph type="ctrTitle" hasCustomPrompt="1"/>
          </p:nvPr>
        </p:nvSpPr>
        <p:spPr>
          <a:xfrm>
            <a:off x="395361" y="1479613"/>
            <a:ext cx="6723192" cy="889132"/>
          </a:xfrm>
          <a:prstGeom prst="rect">
            <a:avLst/>
          </a:prstGeom>
        </p:spPr>
        <p:txBody>
          <a:bodyPr anchor="b" anchorCtr="0"/>
          <a:lstStyle>
            <a:lvl1pPr>
              <a:lnSpc>
                <a:spcPts val="3467"/>
              </a:lnSpc>
              <a:defRPr sz="3467">
                <a:solidFill>
                  <a:schemeClr val="bg2"/>
                </a:solidFill>
              </a:defRPr>
            </a:lvl1pPr>
          </a:lstStyle>
          <a:p>
            <a:r>
              <a:rPr lang="en-US"/>
              <a:t>Click to edit Master </a:t>
            </a:r>
            <a:br>
              <a:rPr lang="en-US"/>
            </a:br>
            <a:r>
              <a:rPr lang="en-US"/>
              <a:t>heading style</a:t>
            </a:r>
            <a:endParaRPr lang="en-GB"/>
          </a:p>
        </p:txBody>
      </p:sp>
      <p:sp>
        <p:nvSpPr>
          <p:cNvPr id="22" name="Subtitle 2"/>
          <p:cNvSpPr>
            <a:spLocks noGrp="1"/>
          </p:cNvSpPr>
          <p:nvPr>
            <p:ph type="subTitle" idx="1" hasCustomPrompt="1"/>
          </p:nvPr>
        </p:nvSpPr>
        <p:spPr>
          <a:xfrm>
            <a:off x="395361" y="2846576"/>
            <a:ext cx="6679881" cy="42056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subheading</a:t>
            </a: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718" y="316145"/>
            <a:ext cx="1952861" cy="963168"/>
          </a:xfrm>
          <a:prstGeom prst="rect">
            <a:avLst/>
          </a:prstGeom>
        </p:spPr>
      </p:pic>
    </p:spTree>
    <p:extLst>
      <p:ext uri="{BB962C8B-B14F-4D97-AF65-F5344CB8AC3E}">
        <p14:creationId xmlns:p14="http://schemas.microsoft.com/office/powerpoint/2010/main" val="21570362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478870" y="1589851"/>
            <a:ext cx="11231033" cy="4093400"/>
          </a:xfrm>
          <a:prstGeom prst="rect">
            <a:avLst/>
          </a:prstGeom>
        </p:spPr>
        <p:txBody>
          <a:bodyPr l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p:cNvSpPr>
            <a:spLocks noGrp="1"/>
          </p:cNvSpPr>
          <p:nvPr>
            <p:ph type="body" sz="quarter" idx="14"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Text Placeholder 5"/>
          <p:cNvSpPr>
            <a:spLocks noGrp="1"/>
          </p:cNvSpPr>
          <p:nvPr>
            <p:ph type="body" sz="quarter" idx="18" hasCustomPrompt="1"/>
          </p:nvPr>
        </p:nvSpPr>
        <p:spPr>
          <a:xfrm>
            <a:off x="478869" y="5670297"/>
            <a:ext cx="11232000" cy="256545"/>
          </a:xfrm>
          <a:prstGeom prst="rect">
            <a:avLst/>
          </a:prstGeom>
        </p:spPr>
        <p:txBody>
          <a:bodyPr wrap="square"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4" name="Title 3"/>
          <p:cNvSpPr>
            <a:spLocks noGrp="1"/>
          </p:cNvSpPr>
          <p:nvPr>
            <p:ph type="title" hasCustomPrompt="1"/>
          </p:nvPr>
        </p:nvSpPr>
        <p:spPr>
          <a:xfrm>
            <a:off x="478870" y="384852"/>
            <a:ext cx="10102852" cy="451405"/>
          </a:xfrm>
        </p:spPr>
        <p:txBody>
          <a:bodyPr/>
          <a:lstStyle/>
          <a:p>
            <a:r>
              <a:rPr lang="en-US"/>
              <a:t>Click to edit Master heading style</a:t>
            </a:r>
            <a:endParaRPr lang="en-GB"/>
          </a:p>
        </p:txBody>
      </p:sp>
      <p:sp>
        <p:nvSpPr>
          <p:cNvPr id="7" name="Date Placeholder 6"/>
          <p:cNvSpPr>
            <a:spLocks noGrp="1"/>
          </p:cNvSpPr>
          <p:nvPr>
            <p:ph type="dt" sz="half" idx="19"/>
          </p:nvPr>
        </p:nvSpPr>
        <p:spPr/>
        <p:txBody>
          <a:bodyPr/>
          <a:lstStyle/>
          <a:p>
            <a:pPr algn="ctr"/>
            <a:fld id="{5E7FA842-1A66-4E2B-84CE-935C748AC14E}" type="datetime4">
              <a:rPr lang="en-GB" smtClean="0"/>
              <a:t>21 December 2025</a:t>
            </a:fld>
            <a:endParaRPr lang="en-GB"/>
          </a:p>
        </p:txBody>
      </p:sp>
      <p:sp>
        <p:nvSpPr>
          <p:cNvPr id="9" name="Footer Placeholder 8"/>
          <p:cNvSpPr>
            <a:spLocks noGrp="1"/>
          </p:cNvSpPr>
          <p:nvPr>
            <p:ph type="ftr" sz="quarter" idx="20"/>
          </p:nvPr>
        </p:nvSpPr>
        <p:spPr/>
        <p:txBody>
          <a:bodyPr/>
          <a:lstStyle>
            <a:lvl1pPr>
              <a:defRPr/>
            </a:lvl1pPr>
          </a:lstStyle>
          <a:p>
            <a:endParaRPr lang="en-GB"/>
          </a:p>
        </p:txBody>
      </p:sp>
      <p:sp>
        <p:nvSpPr>
          <p:cNvPr id="10" name="Slide Number Placeholder 9"/>
          <p:cNvSpPr>
            <a:spLocks noGrp="1"/>
          </p:cNvSpPr>
          <p:nvPr>
            <p:ph type="sldNum" sz="quarter" idx="2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0569406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0" name="Content Placeholder 9"/>
          <p:cNvSpPr>
            <a:spLocks noGrp="1" noChangeAspect="1"/>
          </p:cNvSpPr>
          <p:nvPr>
            <p:ph sz="quarter" idx="19"/>
          </p:nvPr>
        </p:nvSpPr>
        <p:spPr>
          <a:xfrm>
            <a:off x="480001" y="2052914"/>
            <a:ext cx="11224684" cy="3638805"/>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2"/>
          <p:cNvSpPr>
            <a:spLocks noGrp="1"/>
          </p:cNvSpPr>
          <p:nvPr>
            <p:ph type="body" sz="quarter" idx="13" hasCustomPrompt="1"/>
          </p:nvPr>
        </p:nvSpPr>
        <p:spPr>
          <a:xfrm>
            <a:off x="478870" y="1588948"/>
            <a:ext cx="11224684" cy="420564"/>
          </a:xfrm>
          <a:prstGeom prst="rect">
            <a:avLst/>
          </a:prstGeom>
        </p:spPr>
        <p:txBody>
          <a:bodyPr lIns="0" anchor="t" anchorCtr="0">
            <a:spAutoFit/>
          </a:bodyPr>
          <a:lstStyle>
            <a:lvl1pPr marL="0" indent="0">
              <a:spcAft>
                <a:spcPts val="0"/>
              </a:spcAft>
              <a:buNone/>
              <a:defRPr sz="2133" b="1">
                <a:solidFill>
                  <a:schemeClr val="accent1"/>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US"/>
              <a:t>Subheading here if required</a:t>
            </a:r>
          </a:p>
        </p:txBody>
      </p:sp>
      <p:sp>
        <p:nvSpPr>
          <p:cNvPr id="14" name="Text Placeholder 2"/>
          <p:cNvSpPr>
            <a:spLocks noGrp="1"/>
          </p:cNvSpPr>
          <p:nvPr>
            <p:ph type="body" sz="quarter" idx="14"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6" name="Text Placeholder 5"/>
          <p:cNvSpPr>
            <a:spLocks noGrp="1"/>
          </p:cNvSpPr>
          <p:nvPr>
            <p:ph type="body" sz="quarter" idx="18" hasCustomPrompt="1"/>
          </p:nvPr>
        </p:nvSpPr>
        <p:spPr>
          <a:xfrm>
            <a:off x="478869" y="5670297"/>
            <a:ext cx="11232000" cy="256545"/>
          </a:xfrm>
          <a:prstGeom prst="rect">
            <a:avLst/>
          </a:prstGeom>
        </p:spPr>
        <p:txBody>
          <a:bodyPr wrap="square" anchor="b" anchorCtr="0">
            <a:spAutoFit/>
          </a:bodyPr>
          <a:lstStyle>
            <a:lvl1pPr marL="0" marR="0" indent="0" algn="l" defTabSz="1219170" rtl="0" eaLnBrk="1" fontAlgn="auto" latinLnBrk="0" hangingPunct="1">
              <a:lnSpc>
                <a:spcPct val="100000"/>
              </a:lnSpc>
              <a:spcBef>
                <a:spcPts val="0"/>
              </a:spcBef>
              <a:spcAft>
                <a:spcPts val="800"/>
              </a:spcAft>
              <a:buClr>
                <a:schemeClr val="tx1"/>
              </a:buClr>
              <a:buSzTx/>
              <a:buFont typeface="Arial" pitchFamily="34" charset="0"/>
              <a:buNone/>
              <a:tabLst/>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20" name="Title 19"/>
          <p:cNvSpPr>
            <a:spLocks noGrp="1"/>
          </p:cNvSpPr>
          <p:nvPr>
            <p:ph type="title" hasCustomPrompt="1"/>
          </p:nvPr>
        </p:nvSpPr>
        <p:spPr/>
        <p:txBody>
          <a:bodyPr/>
          <a:lstStyle/>
          <a:p>
            <a:r>
              <a:rPr lang="en-US"/>
              <a:t>Click to edit Master heading style</a:t>
            </a:r>
            <a:endParaRPr lang="en-GB"/>
          </a:p>
        </p:txBody>
      </p:sp>
      <p:sp>
        <p:nvSpPr>
          <p:cNvPr id="5" name="Date Placeholder 4"/>
          <p:cNvSpPr>
            <a:spLocks noGrp="1"/>
          </p:cNvSpPr>
          <p:nvPr>
            <p:ph type="dt" sz="half" idx="20"/>
          </p:nvPr>
        </p:nvSpPr>
        <p:spPr/>
        <p:txBody>
          <a:bodyPr/>
          <a:lstStyle/>
          <a:p>
            <a:pPr algn="ctr"/>
            <a:fld id="{9E491821-596B-417B-AD33-911CAC6F0DC8}" type="datetime4">
              <a:rPr lang="en-GB" smtClean="0"/>
              <a:t>21 December 2025</a:t>
            </a:fld>
            <a:endParaRPr lang="en-GB"/>
          </a:p>
        </p:txBody>
      </p:sp>
      <p:sp>
        <p:nvSpPr>
          <p:cNvPr id="6" name="Footer Placeholder 5"/>
          <p:cNvSpPr>
            <a:spLocks noGrp="1"/>
          </p:cNvSpPr>
          <p:nvPr>
            <p:ph type="ftr" sz="quarter" idx="21"/>
          </p:nvPr>
        </p:nvSpPr>
        <p:spPr/>
        <p:txBody>
          <a:bodyPr/>
          <a:lstStyle>
            <a:lvl1pPr>
              <a:defRPr/>
            </a:lvl1pPr>
          </a:lstStyle>
          <a:p>
            <a:endParaRPr lang="en-GB"/>
          </a:p>
        </p:txBody>
      </p:sp>
      <p:sp>
        <p:nvSpPr>
          <p:cNvPr id="7" name="Slide Number Placeholder 6"/>
          <p:cNvSpPr>
            <a:spLocks noGrp="1"/>
          </p:cNvSpPr>
          <p:nvPr>
            <p:ph type="sldNum" sz="quarter" idx="2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6710006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4" name="Text Placeholder 2"/>
          <p:cNvSpPr>
            <a:spLocks noGrp="1"/>
          </p:cNvSpPr>
          <p:nvPr>
            <p:ph type="body" sz="quarter" idx="14" hasCustomPrompt="1"/>
          </p:nvPr>
        </p:nvSpPr>
        <p:spPr>
          <a:xfrm>
            <a:off x="480000"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5" name="Text Placeholder 5"/>
          <p:cNvSpPr>
            <a:spLocks noGrp="1"/>
          </p:cNvSpPr>
          <p:nvPr>
            <p:ph type="body" sz="quarter" idx="18" hasCustomPrompt="1"/>
          </p:nvPr>
        </p:nvSpPr>
        <p:spPr>
          <a:xfrm>
            <a:off x="480000" y="5670297"/>
            <a:ext cx="11232000" cy="256545"/>
          </a:xfrm>
          <a:prstGeom prst="rect">
            <a:avLst/>
          </a:prstGeom>
        </p:spPr>
        <p:txBody>
          <a:bodyPr wrap="square" lIns="0"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19" name="Title 18"/>
          <p:cNvSpPr>
            <a:spLocks noGrp="1"/>
          </p:cNvSpPr>
          <p:nvPr>
            <p:ph type="title" hasCustomPrompt="1"/>
          </p:nvPr>
        </p:nvSpPr>
        <p:spPr>
          <a:xfrm>
            <a:off x="480001" y="384852"/>
            <a:ext cx="10102852" cy="451405"/>
          </a:xfrm>
        </p:spPr>
        <p:txBody>
          <a:bodyPr/>
          <a:lstStyle/>
          <a:p>
            <a:r>
              <a:rPr lang="en-US"/>
              <a:t>Click to edit Master heading style</a:t>
            </a:r>
            <a:endParaRPr lang="en-GB"/>
          </a:p>
        </p:txBody>
      </p:sp>
      <p:sp>
        <p:nvSpPr>
          <p:cNvPr id="5" name="Date Placeholder 4"/>
          <p:cNvSpPr>
            <a:spLocks noGrp="1"/>
          </p:cNvSpPr>
          <p:nvPr>
            <p:ph type="dt" sz="half" idx="19"/>
          </p:nvPr>
        </p:nvSpPr>
        <p:spPr/>
        <p:txBody>
          <a:bodyPr/>
          <a:lstStyle/>
          <a:p>
            <a:pPr algn="ctr"/>
            <a:fld id="{58D1E203-48B3-443D-86D3-7F90068B38ED}" type="datetime4">
              <a:rPr lang="en-GB" smtClean="0"/>
              <a:t>21 December 2025</a:t>
            </a:fld>
            <a:endParaRPr lang="en-GB"/>
          </a:p>
        </p:txBody>
      </p:sp>
      <p:sp>
        <p:nvSpPr>
          <p:cNvPr id="6" name="Footer Placeholder 5"/>
          <p:cNvSpPr>
            <a:spLocks noGrp="1"/>
          </p:cNvSpPr>
          <p:nvPr>
            <p:ph type="ftr" sz="quarter" idx="20"/>
          </p:nvPr>
        </p:nvSpPr>
        <p:spPr/>
        <p:txBody>
          <a:bodyPr/>
          <a:lstStyle>
            <a:lvl1pPr>
              <a:defRPr/>
            </a:lvl1pPr>
          </a:lstStyle>
          <a:p>
            <a:endParaRPr lang="en-GB"/>
          </a:p>
        </p:txBody>
      </p:sp>
      <p:sp>
        <p:nvSpPr>
          <p:cNvPr id="7" name="Slide Number Placeholder 6"/>
          <p:cNvSpPr>
            <a:spLocks noGrp="1"/>
          </p:cNvSpPr>
          <p:nvPr>
            <p:ph type="sldNum" sz="quarter" idx="21"/>
          </p:nvPr>
        </p:nvSpPr>
        <p:spPr/>
        <p:txBody>
          <a:bodyPr/>
          <a:lstStyle/>
          <a:p>
            <a:fld id="{9F9F533D-B52E-4A2F-BF72-0ADD2D94BD75}" type="slidenum">
              <a:rPr lang="en-GB" smtClean="0"/>
              <a:pPr/>
              <a:t>‹#›</a:t>
            </a:fld>
            <a:endParaRPr lang="en-GB"/>
          </a:p>
        </p:txBody>
      </p:sp>
      <p:sp>
        <p:nvSpPr>
          <p:cNvPr id="9" name="Content Placeholder 12"/>
          <p:cNvSpPr>
            <a:spLocks noGrp="1" noChangeAspect="1"/>
          </p:cNvSpPr>
          <p:nvPr>
            <p:ph sz="quarter" idx="17"/>
          </p:nvPr>
        </p:nvSpPr>
        <p:spPr>
          <a:xfrm>
            <a:off x="480001" y="1589852"/>
            <a:ext cx="11231033" cy="4101867"/>
          </a:xfrm>
          <a:prstGeom prst="rect">
            <a:avLst/>
          </a:prstGeom>
        </p:spPr>
        <p:txBody>
          <a:bodyPr lIns="0"/>
          <a:lstStyle>
            <a:lvl1pPr>
              <a:defRPr sz="3200"/>
            </a:lvl1pPr>
            <a:lvl2pPr>
              <a:defRPr sz="3200"/>
            </a:lvl2pPr>
            <a:lvl3pPr>
              <a:defRPr sz="3200"/>
            </a:lvl3pPr>
            <a:lvl4pPr>
              <a:defRPr sz="3200"/>
            </a:lvl4pPr>
            <a:lvl5pPr>
              <a:defRPr sz="3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856035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4" name="Content Placeholder 13"/>
          <p:cNvSpPr>
            <a:spLocks noGrp="1" noChangeAspect="1"/>
          </p:cNvSpPr>
          <p:nvPr>
            <p:ph sz="quarter" idx="18"/>
          </p:nvPr>
        </p:nvSpPr>
        <p:spPr>
          <a:xfrm>
            <a:off x="6407151" y="1591734"/>
            <a:ext cx="5304367" cy="4087284"/>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hasCustomPrompt="1"/>
          </p:nvPr>
        </p:nvSpPr>
        <p:spPr>
          <a:xfrm>
            <a:off x="478870" y="384852"/>
            <a:ext cx="10102852" cy="451405"/>
          </a:xfrm>
        </p:spPr>
        <p:txBody>
          <a:bodyPr/>
          <a:lstStyle/>
          <a:p>
            <a:r>
              <a:rPr lang="en-US"/>
              <a:t>Click to edit Master heading style</a:t>
            </a:r>
            <a:endParaRPr lang="en-GB"/>
          </a:p>
        </p:txBody>
      </p:sp>
      <p:sp>
        <p:nvSpPr>
          <p:cNvPr id="18" name="Text Placeholder 2"/>
          <p:cNvSpPr>
            <a:spLocks noGrp="1"/>
          </p:cNvSpPr>
          <p:nvPr>
            <p:ph type="body" sz="quarter" idx="14"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9" name="Text Placeholder 5"/>
          <p:cNvSpPr>
            <a:spLocks noGrp="1"/>
          </p:cNvSpPr>
          <p:nvPr>
            <p:ph type="body" sz="quarter" idx="19" hasCustomPrompt="1"/>
          </p:nvPr>
        </p:nvSpPr>
        <p:spPr>
          <a:xfrm>
            <a:off x="478870" y="5670297"/>
            <a:ext cx="5305981" cy="256545"/>
          </a:xfrm>
          <a:prstGeom prst="rect">
            <a:avLst/>
          </a:prstGeom>
        </p:spPr>
        <p:txBody>
          <a:bodyPr wrap="square" lIns="0"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20" name="Text Placeholder 5"/>
          <p:cNvSpPr>
            <a:spLocks noGrp="1"/>
          </p:cNvSpPr>
          <p:nvPr>
            <p:ph type="body" sz="quarter" idx="20" hasCustomPrompt="1"/>
          </p:nvPr>
        </p:nvSpPr>
        <p:spPr>
          <a:xfrm>
            <a:off x="6396289" y="5670297"/>
            <a:ext cx="5328000" cy="256545"/>
          </a:xfrm>
          <a:prstGeom prst="rect">
            <a:avLst/>
          </a:prstGeom>
        </p:spPr>
        <p:txBody>
          <a:bodyPr wrap="square" lIns="0"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3" name="Date Placeholder 2"/>
          <p:cNvSpPr>
            <a:spLocks noGrp="1"/>
          </p:cNvSpPr>
          <p:nvPr>
            <p:ph type="dt" sz="half" idx="21"/>
          </p:nvPr>
        </p:nvSpPr>
        <p:spPr/>
        <p:txBody>
          <a:bodyPr/>
          <a:lstStyle/>
          <a:p>
            <a:pPr algn="ctr"/>
            <a:fld id="{C744F91F-C0E2-4F9D-88E9-3A011B4A1B1C}" type="datetime4">
              <a:rPr lang="en-GB" smtClean="0"/>
              <a:t>21 December 2025</a:t>
            </a:fld>
            <a:endParaRPr lang="en-GB"/>
          </a:p>
        </p:txBody>
      </p:sp>
      <p:sp>
        <p:nvSpPr>
          <p:cNvPr id="4" name="Footer Placeholder 3"/>
          <p:cNvSpPr>
            <a:spLocks noGrp="1"/>
          </p:cNvSpPr>
          <p:nvPr>
            <p:ph type="ftr" sz="quarter" idx="22"/>
          </p:nvPr>
        </p:nvSpPr>
        <p:spPr/>
        <p:txBody>
          <a:bodyPr/>
          <a:lstStyle>
            <a:lvl1pPr>
              <a:defRPr/>
            </a:lvl1pPr>
          </a:lstStyle>
          <a:p>
            <a:endParaRPr lang="en-GB"/>
          </a:p>
        </p:txBody>
      </p:sp>
      <p:sp>
        <p:nvSpPr>
          <p:cNvPr id="5" name="Slide Number Placeholder 4"/>
          <p:cNvSpPr>
            <a:spLocks noGrp="1"/>
          </p:cNvSpPr>
          <p:nvPr>
            <p:ph type="sldNum" sz="quarter" idx="23"/>
          </p:nvPr>
        </p:nvSpPr>
        <p:spPr/>
        <p:txBody>
          <a:bodyPr/>
          <a:lstStyle/>
          <a:p>
            <a:fld id="{9F9F533D-B52E-4A2F-BF72-0ADD2D94BD75}" type="slidenum">
              <a:rPr lang="en-GB" smtClean="0"/>
              <a:pPr/>
              <a:t>‹#›</a:t>
            </a:fld>
            <a:endParaRPr lang="en-GB"/>
          </a:p>
        </p:txBody>
      </p:sp>
      <p:sp>
        <p:nvSpPr>
          <p:cNvPr id="11" name="Content Placeholder 11"/>
          <p:cNvSpPr>
            <a:spLocks noGrp="1" noChangeAspect="1"/>
          </p:cNvSpPr>
          <p:nvPr>
            <p:ph sz="quarter" idx="17"/>
          </p:nvPr>
        </p:nvSpPr>
        <p:spPr>
          <a:xfrm>
            <a:off x="480001" y="1591734"/>
            <a:ext cx="5298500" cy="4087284"/>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343528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8" name="Text Placeholder 2"/>
          <p:cNvSpPr>
            <a:spLocks noGrp="1"/>
          </p:cNvSpPr>
          <p:nvPr>
            <p:ph type="body" idx="19" hasCustomPrompt="1"/>
          </p:nvPr>
        </p:nvSpPr>
        <p:spPr>
          <a:xfrm>
            <a:off x="480001" y="1592272"/>
            <a:ext cx="5298500" cy="420564"/>
          </a:xfrm>
          <a:prstGeom prst="rect">
            <a:avLst/>
          </a:prstGeom>
        </p:spPr>
        <p:txBody>
          <a:bodyPr wrap="square" lIns="0" anchor="t" anchorCtr="0">
            <a:spAutoFit/>
          </a:bodyPr>
          <a:lstStyle>
            <a:lvl1pPr marL="0" indent="0">
              <a:buNone/>
              <a:defRPr sz="2133" b="1">
                <a:solidFill>
                  <a:schemeClr val="accent1"/>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Subheading here if required</a:t>
            </a:r>
          </a:p>
        </p:txBody>
      </p:sp>
      <p:sp>
        <p:nvSpPr>
          <p:cNvPr id="20" name="Text Placeholder 2"/>
          <p:cNvSpPr>
            <a:spLocks noGrp="1"/>
          </p:cNvSpPr>
          <p:nvPr>
            <p:ph type="body" idx="21" hasCustomPrompt="1"/>
          </p:nvPr>
        </p:nvSpPr>
        <p:spPr>
          <a:xfrm>
            <a:off x="6407151" y="1592273"/>
            <a:ext cx="5304367" cy="420564"/>
          </a:xfrm>
          <a:prstGeom prst="rect">
            <a:avLst/>
          </a:prstGeom>
        </p:spPr>
        <p:txBody>
          <a:bodyPr wrap="square" anchor="t" anchorCtr="0">
            <a:spAutoFit/>
          </a:bodyPr>
          <a:lstStyle>
            <a:lvl1pPr marL="0" indent="0">
              <a:buNone/>
              <a:defRPr sz="2133" b="1">
                <a:solidFill>
                  <a:schemeClr val="accent1"/>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Subheading here if required</a:t>
            </a:r>
          </a:p>
        </p:txBody>
      </p:sp>
      <p:sp>
        <p:nvSpPr>
          <p:cNvPr id="2" name="Title 1"/>
          <p:cNvSpPr>
            <a:spLocks noGrp="1"/>
          </p:cNvSpPr>
          <p:nvPr>
            <p:ph type="title" hasCustomPrompt="1"/>
          </p:nvPr>
        </p:nvSpPr>
        <p:spPr>
          <a:xfrm>
            <a:off x="480001" y="384852"/>
            <a:ext cx="10102852" cy="451405"/>
          </a:xfrm>
        </p:spPr>
        <p:txBody>
          <a:bodyPr/>
          <a:lstStyle/>
          <a:p>
            <a:r>
              <a:rPr lang="en-US"/>
              <a:t>Click to edit Master heading style</a:t>
            </a:r>
            <a:endParaRPr lang="en-GB"/>
          </a:p>
        </p:txBody>
      </p:sp>
      <p:sp>
        <p:nvSpPr>
          <p:cNvPr id="17" name="Content Placeholder 11"/>
          <p:cNvSpPr>
            <a:spLocks noGrp="1" noChangeAspect="1"/>
          </p:cNvSpPr>
          <p:nvPr>
            <p:ph sz="quarter" idx="17"/>
          </p:nvPr>
        </p:nvSpPr>
        <p:spPr>
          <a:xfrm>
            <a:off x="480001" y="2021979"/>
            <a:ext cx="5298500" cy="3657039"/>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13"/>
          <p:cNvSpPr>
            <a:spLocks noGrp="1" noChangeAspect="1"/>
          </p:cNvSpPr>
          <p:nvPr>
            <p:ph sz="quarter" idx="18"/>
          </p:nvPr>
        </p:nvSpPr>
        <p:spPr>
          <a:xfrm>
            <a:off x="6407151" y="2021979"/>
            <a:ext cx="5304367" cy="3661272"/>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5"/>
          <p:cNvSpPr>
            <a:spLocks noGrp="1"/>
          </p:cNvSpPr>
          <p:nvPr>
            <p:ph type="body" sz="quarter" idx="31" hasCustomPrompt="1"/>
          </p:nvPr>
        </p:nvSpPr>
        <p:spPr>
          <a:xfrm>
            <a:off x="480001" y="5670297"/>
            <a:ext cx="5298500" cy="256545"/>
          </a:xfrm>
          <a:prstGeom prst="rect">
            <a:avLst/>
          </a:prstGeom>
        </p:spPr>
        <p:txBody>
          <a:bodyPr wrap="square" lIns="0"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24" name="Text Placeholder 5"/>
          <p:cNvSpPr>
            <a:spLocks noGrp="1"/>
          </p:cNvSpPr>
          <p:nvPr>
            <p:ph type="body" sz="quarter" idx="20" hasCustomPrompt="1"/>
          </p:nvPr>
        </p:nvSpPr>
        <p:spPr>
          <a:xfrm>
            <a:off x="6398400" y="5670297"/>
            <a:ext cx="5313117" cy="256545"/>
          </a:xfrm>
          <a:prstGeom prst="rect">
            <a:avLst/>
          </a:prstGeom>
        </p:spPr>
        <p:txBody>
          <a:bodyPr wrap="square" lIns="0" anchor="b" anchorCtr="0">
            <a:spAutoFit/>
          </a:bodyPr>
          <a:lstStyle>
            <a:lvl1pPr marL="0" indent="0">
              <a:buNone/>
              <a:defRPr sz="1067"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US"/>
              <a:t>Insert Source text here</a:t>
            </a:r>
          </a:p>
        </p:txBody>
      </p:sp>
      <p:sp>
        <p:nvSpPr>
          <p:cNvPr id="28" name="Text Placeholder 2"/>
          <p:cNvSpPr>
            <a:spLocks noGrp="1"/>
          </p:cNvSpPr>
          <p:nvPr>
            <p:ph type="body" sz="quarter" idx="14" hasCustomPrompt="1"/>
          </p:nvPr>
        </p:nvSpPr>
        <p:spPr>
          <a:xfrm>
            <a:off x="480000"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2"/>
          </p:nvPr>
        </p:nvSpPr>
        <p:spPr/>
        <p:txBody>
          <a:bodyPr/>
          <a:lstStyle/>
          <a:p>
            <a:pPr algn="ctr"/>
            <a:fld id="{00CDCA21-D158-4CD9-9CF1-74D5F191927F}" type="datetime4">
              <a:rPr lang="en-GB" smtClean="0"/>
              <a:t>21 December 2025</a:t>
            </a:fld>
            <a:endParaRPr lang="en-GB"/>
          </a:p>
        </p:txBody>
      </p:sp>
      <p:sp>
        <p:nvSpPr>
          <p:cNvPr id="7" name="Footer Placeholder 6"/>
          <p:cNvSpPr>
            <a:spLocks noGrp="1"/>
          </p:cNvSpPr>
          <p:nvPr>
            <p:ph type="ftr" sz="quarter" idx="33"/>
          </p:nvPr>
        </p:nvSpPr>
        <p:spPr/>
        <p:txBody>
          <a:bodyPr/>
          <a:lstStyle>
            <a:lvl1pPr>
              <a:defRPr/>
            </a:lvl1pPr>
          </a:lstStyle>
          <a:p>
            <a:endParaRPr lang="en-GB"/>
          </a:p>
        </p:txBody>
      </p:sp>
      <p:sp>
        <p:nvSpPr>
          <p:cNvPr id="8" name="Slide Number Placeholder 7"/>
          <p:cNvSpPr>
            <a:spLocks noGrp="1"/>
          </p:cNvSpPr>
          <p:nvPr>
            <p:ph type="sldNum" sz="quarter" idx="34"/>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20863380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ideo Standard (4x3)">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3151200" y="1591734"/>
            <a:ext cx="5889600" cy="4415367"/>
          </a:xfrm>
          <a:prstGeom prst="rect">
            <a:avLst/>
          </a:prstGeom>
        </p:spPr>
        <p:txBody>
          <a:bodyPr lIns="108000" tIns="108000"/>
          <a:lstStyle>
            <a:lvl1pPr marL="0" indent="0">
              <a:buNone/>
              <a:defRPr baseline="0">
                <a:solidFill>
                  <a:schemeClr val="tx1"/>
                </a:solidFill>
              </a:defRPr>
            </a:lvl1pPr>
          </a:lstStyle>
          <a:p>
            <a:r>
              <a:rPr lang="en-GB"/>
              <a:t>Click on the film icon to insert your Standard (4x3 video)</a:t>
            </a:r>
          </a:p>
        </p:txBody>
      </p:sp>
      <p:sp>
        <p:nvSpPr>
          <p:cNvPr id="2" name="Title 1"/>
          <p:cNvSpPr>
            <a:spLocks noGrp="1"/>
          </p:cNvSpPr>
          <p:nvPr>
            <p:ph type="title" hasCustomPrompt="1"/>
          </p:nvPr>
        </p:nvSpPr>
        <p:spPr/>
        <p:txBody>
          <a:bodyPr/>
          <a:lstStyle/>
          <a:p>
            <a:r>
              <a:rPr lang="en-US"/>
              <a:t>Click to edit Master heading style</a:t>
            </a:r>
            <a:endParaRPr lang="en-GB"/>
          </a:p>
        </p:txBody>
      </p:sp>
      <p:sp>
        <p:nvSpPr>
          <p:cNvPr id="3" name="Date Placeholder 2"/>
          <p:cNvSpPr>
            <a:spLocks noGrp="1"/>
          </p:cNvSpPr>
          <p:nvPr>
            <p:ph type="dt" sz="half" idx="15"/>
          </p:nvPr>
        </p:nvSpPr>
        <p:spPr/>
        <p:txBody>
          <a:bodyPr/>
          <a:lstStyle/>
          <a:p>
            <a:pPr algn="ctr"/>
            <a:fld id="{660793E7-46B3-46AA-AB44-F425DA34EC23}" type="datetime4">
              <a:rPr lang="en-GB" smtClean="0"/>
              <a:t>21 December 2025</a:t>
            </a:fld>
            <a:endParaRPr lang="en-GB"/>
          </a:p>
        </p:txBody>
      </p:sp>
      <p:sp>
        <p:nvSpPr>
          <p:cNvPr id="4" name="Footer Placeholder 3"/>
          <p:cNvSpPr>
            <a:spLocks noGrp="1"/>
          </p:cNvSpPr>
          <p:nvPr>
            <p:ph type="ftr" sz="quarter" idx="16"/>
          </p:nvPr>
        </p:nvSpPr>
        <p:spPr/>
        <p:txBody>
          <a:bodyPr/>
          <a:lstStyle>
            <a:lvl1pPr>
              <a:defRPr/>
            </a:lvl1pPr>
          </a:lstStyle>
          <a:p>
            <a:endParaRPr lang="en-GB"/>
          </a:p>
        </p:txBody>
      </p:sp>
      <p:sp>
        <p:nvSpPr>
          <p:cNvPr id="9" name="Slide Number Placeholder 8"/>
          <p:cNvSpPr>
            <a:spLocks noGrp="1"/>
          </p:cNvSpPr>
          <p:nvPr>
            <p:ph type="sldNum" sz="quarter" idx="17"/>
          </p:nvPr>
        </p:nvSpPr>
        <p:spPr/>
        <p:txBody>
          <a:bodyPr/>
          <a:lstStyle/>
          <a:p>
            <a:fld id="{9F9F533D-B52E-4A2F-BF72-0ADD2D94BD75}" type="slidenum">
              <a:rPr lang="en-GB" smtClean="0"/>
              <a:pPr/>
              <a:t>‹#›</a:t>
            </a:fld>
            <a:endParaRPr lang="en-GB"/>
          </a:p>
        </p:txBody>
      </p:sp>
      <p:sp>
        <p:nvSpPr>
          <p:cNvPr id="8" name="Text Placeholder 2"/>
          <p:cNvSpPr>
            <a:spLocks noGrp="1"/>
          </p:cNvSpPr>
          <p:nvPr>
            <p:ph type="body" sz="quarter" idx="14" hasCustomPrompt="1"/>
          </p:nvPr>
        </p:nvSpPr>
        <p:spPr>
          <a:xfrm>
            <a:off x="480000"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Tree>
    <p:extLst>
      <p:ext uri="{BB962C8B-B14F-4D97-AF65-F5344CB8AC3E}">
        <p14:creationId xmlns:p14="http://schemas.microsoft.com/office/powerpoint/2010/main" val="22793647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ideo Widescreen (16x9)">
    <p:spTree>
      <p:nvGrpSpPr>
        <p:cNvPr id="1" name=""/>
        <p:cNvGrpSpPr/>
        <p:nvPr/>
      </p:nvGrpSpPr>
      <p:grpSpPr>
        <a:xfrm>
          <a:off x="0" y="0"/>
          <a:ext cx="0" cy="0"/>
          <a:chOff x="0" y="0"/>
          <a:chExt cx="0" cy="0"/>
        </a:xfrm>
      </p:grpSpPr>
      <p:sp>
        <p:nvSpPr>
          <p:cNvPr id="5" name="Media Placeholder 5"/>
          <p:cNvSpPr>
            <a:spLocks noGrp="1" noChangeAspect="1"/>
          </p:cNvSpPr>
          <p:nvPr>
            <p:ph type="media" sz="quarter" idx="12" hasCustomPrompt="1"/>
          </p:nvPr>
        </p:nvSpPr>
        <p:spPr>
          <a:xfrm>
            <a:off x="2169600" y="1591733"/>
            <a:ext cx="7852800" cy="4416000"/>
          </a:xfrm>
          <a:prstGeom prst="rect">
            <a:avLst/>
          </a:prstGeom>
        </p:spPr>
        <p:txBody>
          <a:bodyPr lIns="108000" tIns="108000"/>
          <a:lstStyle>
            <a:lvl1pPr marL="0" indent="0">
              <a:buNone/>
              <a:defRPr baseline="0">
                <a:solidFill>
                  <a:schemeClr val="tx1"/>
                </a:solidFill>
              </a:defRPr>
            </a:lvl1pPr>
          </a:lstStyle>
          <a:p>
            <a:r>
              <a:rPr lang="en-GB"/>
              <a:t>Click on the film icon to insert your widescreen (16x9) video</a:t>
            </a:r>
          </a:p>
        </p:txBody>
      </p:sp>
      <p:sp>
        <p:nvSpPr>
          <p:cNvPr id="10" name="Title 9"/>
          <p:cNvSpPr>
            <a:spLocks noGrp="1"/>
          </p:cNvSpPr>
          <p:nvPr>
            <p:ph type="title" hasCustomPrompt="1"/>
          </p:nvPr>
        </p:nvSpPr>
        <p:spPr/>
        <p:txBody>
          <a:bodyPr/>
          <a:lstStyle/>
          <a:p>
            <a:r>
              <a:rPr lang="en-US"/>
              <a:t>Click to edit Master heading style</a:t>
            </a:r>
            <a:endParaRPr lang="en-GB"/>
          </a:p>
        </p:txBody>
      </p:sp>
      <p:sp>
        <p:nvSpPr>
          <p:cNvPr id="2" name="Date Placeholder 1"/>
          <p:cNvSpPr>
            <a:spLocks noGrp="1"/>
          </p:cNvSpPr>
          <p:nvPr>
            <p:ph type="dt" sz="half" idx="17"/>
          </p:nvPr>
        </p:nvSpPr>
        <p:spPr/>
        <p:txBody>
          <a:bodyPr/>
          <a:lstStyle/>
          <a:p>
            <a:pPr algn="ctr"/>
            <a:fld id="{FB89EC00-CADF-4B0E-AD16-74B254A0A9D3}" type="datetime4">
              <a:rPr lang="en-GB" smtClean="0"/>
              <a:t>21 December 2025</a:t>
            </a:fld>
            <a:endParaRPr lang="en-GB"/>
          </a:p>
        </p:txBody>
      </p:sp>
      <p:sp>
        <p:nvSpPr>
          <p:cNvPr id="3" name="Footer Placeholder 2"/>
          <p:cNvSpPr>
            <a:spLocks noGrp="1"/>
          </p:cNvSpPr>
          <p:nvPr>
            <p:ph type="ftr" sz="quarter" idx="18"/>
          </p:nvPr>
        </p:nvSpPr>
        <p:spPr/>
        <p:txBody>
          <a:bodyPr/>
          <a:lstStyle>
            <a:lvl1pPr>
              <a:defRPr/>
            </a:lvl1pPr>
          </a:lstStyle>
          <a:p>
            <a:endParaRPr lang="en-GB"/>
          </a:p>
        </p:txBody>
      </p:sp>
      <p:sp>
        <p:nvSpPr>
          <p:cNvPr id="4" name="Slide Number Placeholder 3"/>
          <p:cNvSpPr>
            <a:spLocks noGrp="1"/>
          </p:cNvSpPr>
          <p:nvPr>
            <p:ph type="sldNum" sz="quarter" idx="19"/>
          </p:nvPr>
        </p:nvSpPr>
        <p:spPr/>
        <p:txBody>
          <a:bodyPr/>
          <a:lstStyle/>
          <a:p>
            <a:fld id="{9F9F533D-B52E-4A2F-BF72-0ADD2D94BD75}" type="slidenum">
              <a:rPr lang="en-GB" smtClean="0"/>
              <a:pPr/>
              <a:t>‹#›</a:t>
            </a:fld>
            <a:endParaRPr lang="en-GB"/>
          </a:p>
        </p:txBody>
      </p:sp>
      <p:sp>
        <p:nvSpPr>
          <p:cNvPr id="8" name="Text Placeholder 2"/>
          <p:cNvSpPr>
            <a:spLocks noGrp="1"/>
          </p:cNvSpPr>
          <p:nvPr>
            <p:ph type="body" sz="quarter" idx="14" hasCustomPrompt="1"/>
          </p:nvPr>
        </p:nvSpPr>
        <p:spPr>
          <a:xfrm>
            <a:off x="480000"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Tree>
    <p:extLst>
      <p:ext uri="{BB962C8B-B14F-4D97-AF65-F5344CB8AC3E}">
        <p14:creationId xmlns:p14="http://schemas.microsoft.com/office/powerpoint/2010/main" val="4168312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and Non Bulleted Text">
    <p:spTree>
      <p:nvGrpSpPr>
        <p:cNvPr id="1" name=""/>
        <p:cNvGrpSpPr/>
        <p:nvPr/>
      </p:nvGrpSpPr>
      <p:grpSpPr>
        <a:xfrm>
          <a:off x="0" y="0"/>
          <a:ext cx="0" cy="0"/>
          <a:chOff x="0" y="0"/>
          <a:chExt cx="0" cy="0"/>
        </a:xfrm>
      </p:grpSpPr>
      <p:sp>
        <p:nvSpPr>
          <p:cNvPr id="16" name="Text Placeholder 6"/>
          <p:cNvSpPr>
            <a:spLocks noGrp="1"/>
          </p:cNvSpPr>
          <p:nvPr>
            <p:ph type="body" sz="quarter" idx="13"/>
          </p:nvPr>
        </p:nvSpPr>
        <p:spPr>
          <a:xfrm>
            <a:off x="478871" y="1590985"/>
            <a:ext cx="5305979" cy="4413504"/>
          </a:xfrm>
          <a:prstGeom prst="rect">
            <a:avLst/>
          </a:prstGeom>
        </p:spPr>
        <p:txBody>
          <a:bodyPr lIns="0"/>
          <a:lstStyle>
            <a:lvl1pPr marL="0" indent="0">
              <a:buNone/>
              <a:defRPr/>
            </a:lvl1pPr>
          </a:lstStyle>
          <a:p>
            <a:pPr lvl="0"/>
            <a:r>
              <a:rPr lang="en-US"/>
              <a:t>Click to edit Master text styles</a:t>
            </a:r>
          </a:p>
        </p:txBody>
      </p:sp>
      <p:sp>
        <p:nvSpPr>
          <p:cNvPr id="6" name="Title 5"/>
          <p:cNvSpPr>
            <a:spLocks noGrp="1"/>
          </p:cNvSpPr>
          <p:nvPr>
            <p:ph type="title" hasCustomPrompt="1"/>
          </p:nvPr>
        </p:nvSpPr>
        <p:spPr>
          <a:xfrm>
            <a:off x="478870" y="384852"/>
            <a:ext cx="10102852" cy="451405"/>
          </a:xfrm>
        </p:spPr>
        <p:txBody>
          <a:bodyPr/>
          <a:lstStyle/>
          <a:p>
            <a:r>
              <a:rPr lang="en-US"/>
              <a:t>Click to edit Master heading style</a:t>
            </a:r>
            <a:endParaRPr lang="en-GB"/>
          </a:p>
        </p:txBody>
      </p:sp>
      <p:sp>
        <p:nvSpPr>
          <p:cNvPr id="12" name="Text Placeholder 2"/>
          <p:cNvSpPr>
            <a:spLocks noGrp="1"/>
          </p:cNvSpPr>
          <p:nvPr>
            <p:ph type="body" sz="quarter" idx="27"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28"/>
          </p:nvPr>
        </p:nvSpPr>
        <p:spPr/>
        <p:txBody>
          <a:bodyPr/>
          <a:lstStyle/>
          <a:p>
            <a:pPr algn="ctr"/>
            <a:fld id="{EE5EA41F-2C0A-486C-98B7-131197A2E85C}" type="datetime4">
              <a:rPr lang="en-GB" smtClean="0"/>
              <a:t>21 December 2025</a:t>
            </a:fld>
            <a:endParaRPr lang="en-GB"/>
          </a:p>
        </p:txBody>
      </p:sp>
      <p:sp>
        <p:nvSpPr>
          <p:cNvPr id="3" name="Footer Placeholder 2"/>
          <p:cNvSpPr>
            <a:spLocks noGrp="1"/>
          </p:cNvSpPr>
          <p:nvPr>
            <p:ph type="ftr" sz="quarter" idx="29"/>
          </p:nvPr>
        </p:nvSpPr>
        <p:spPr/>
        <p:txBody>
          <a:bodyPr/>
          <a:lstStyle>
            <a:lvl1pPr>
              <a:defRPr/>
            </a:lvl1pPr>
          </a:lstStyle>
          <a:p>
            <a:endParaRPr lang="en-GB"/>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13" name="Picture Placeholder 8"/>
          <p:cNvSpPr>
            <a:spLocks noGrp="1"/>
          </p:cNvSpPr>
          <p:nvPr>
            <p:ph type="pic" sz="quarter" idx="14" hasCustomPrompt="1"/>
          </p:nvPr>
        </p:nvSpPr>
        <p:spPr>
          <a:xfrm>
            <a:off x="6398401" y="1591733"/>
            <a:ext cx="5310263" cy="4412756"/>
          </a:xfrm>
          <a:prstGeom prst="rect">
            <a:avLst/>
          </a:prstGeom>
        </p:spPr>
        <p:txBody>
          <a:bodyPr lIns="0" tIns="0"/>
          <a:lstStyle>
            <a:lvl1pPr marL="0" indent="0">
              <a:buNone/>
              <a:defRPr sz="1467" baseline="0"/>
            </a:lvl1pPr>
          </a:lstStyle>
          <a:p>
            <a:r>
              <a:rPr lang="en-GB"/>
              <a:t>Click on the picture icon to insert your picture</a:t>
            </a:r>
          </a:p>
        </p:txBody>
      </p:sp>
    </p:spTree>
    <p:extLst>
      <p:ext uri="{BB962C8B-B14F-4D97-AF65-F5344CB8AC3E}">
        <p14:creationId xmlns:p14="http://schemas.microsoft.com/office/powerpoint/2010/main" val="16267921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478870" y="384852"/>
            <a:ext cx="10102852" cy="451405"/>
          </a:xfrm>
        </p:spPr>
        <p:txBody>
          <a:bodyPr/>
          <a:lstStyle/>
          <a:p>
            <a:r>
              <a:rPr lang="en-US"/>
              <a:t>Click to edit Master heading style</a:t>
            </a:r>
            <a:endParaRPr lang="en-GB"/>
          </a:p>
        </p:txBody>
      </p:sp>
      <p:sp>
        <p:nvSpPr>
          <p:cNvPr id="12" name="Text Placeholder 2"/>
          <p:cNvSpPr>
            <a:spLocks noGrp="1"/>
          </p:cNvSpPr>
          <p:nvPr>
            <p:ph type="body" sz="quarter" idx="27"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2" name="Date Placeholder 1"/>
          <p:cNvSpPr>
            <a:spLocks noGrp="1"/>
          </p:cNvSpPr>
          <p:nvPr>
            <p:ph type="dt" sz="half" idx="28"/>
          </p:nvPr>
        </p:nvSpPr>
        <p:spPr/>
        <p:txBody>
          <a:bodyPr/>
          <a:lstStyle/>
          <a:p>
            <a:pPr algn="ctr"/>
            <a:fld id="{E078033B-A580-44C3-9B8F-E31104613BB6}" type="datetime4">
              <a:rPr lang="en-GB" smtClean="0"/>
              <a:t>21 December 2025</a:t>
            </a:fld>
            <a:endParaRPr lang="en-GB"/>
          </a:p>
        </p:txBody>
      </p:sp>
      <p:sp>
        <p:nvSpPr>
          <p:cNvPr id="3" name="Footer Placeholder 2"/>
          <p:cNvSpPr>
            <a:spLocks noGrp="1"/>
          </p:cNvSpPr>
          <p:nvPr>
            <p:ph type="ftr" sz="quarter" idx="29"/>
          </p:nvPr>
        </p:nvSpPr>
        <p:spPr/>
        <p:txBody>
          <a:bodyPr/>
          <a:lstStyle>
            <a:lvl1pPr>
              <a:defRPr/>
            </a:lvl1pPr>
          </a:lstStyle>
          <a:p>
            <a:endParaRPr lang="en-GB"/>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13" name="Picture Placeholder 8"/>
          <p:cNvSpPr>
            <a:spLocks noGrp="1"/>
          </p:cNvSpPr>
          <p:nvPr>
            <p:ph type="pic" sz="quarter" idx="14" hasCustomPrompt="1"/>
          </p:nvPr>
        </p:nvSpPr>
        <p:spPr>
          <a:xfrm>
            <a:off x="6398401" y="1591733"/>
            <a:ext cx="5310263" cy="4412756"/>
          </a:xfrm>
          <a:prstGeom prst="rect">
            <a:avLst/>
          </a:prstGeom>
        </p:spPr>
        <p:txBody>
          <a:bodyPr lIns="0" tIns="0"/>
          <a:lstStyle>
            <a:lvl1pPr marL="0" indent="0">
              <a:buNone/>
              <a:defRPr sz="1467" baseline="0"/>
            </a:lvl1pPr>
          </a:lstStyle>
          <a:p>
            <a:r>
              <a:rPr lang="en-GB"/>
              <a:t>Click on the picture icon to insert your picture</a:t>
            </a:r>
          </a:p>
        </p:txBody>
      </p:sp>
      <p:sp>
        <p:nvSpPr>
          <p:cNvPr id="9" name="Text Placeholder 6"/>
          <p:cNvSpPr>
            <a:spLocks noGrp="1"/>
          </p:cNvSpPr>
          <p:nvPr>
            <p:ph type="body" sz="quarter" idx="13"/>
          </p:nvPr>
        </p:nvSpPr>
        <p:spPr>
          <a:xfrm>
            <a:off x="478870" y="1587501"/>
            <a:ext cx="5314951" cy="4416988"/>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406908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6" name="Title 5"/>
          <p:cNvSpPr>
            <a:spLocks noGrp="1"/>
          </p:cNvSpPr>
          <p:nvPr>
            <p:ph type="title" hasCustomPrompt="1"/>
          </p:nvPr>
        </p:nvSpPr>
        <p:spPr/>
        <p:txBody>
          <a:bodyPr/>
          <a:lstStyle/>
          <a:p>
            <a:r>
              <a:rPr lang="en-US"/>
              <a:t>Click to edit Master heading style</a:t>
            </a:r>
            <a:endParaRPr lang="en-GB"/>
          </a:p>
        </p:txBody>
      </p:sp>
      <p:sp>
        <p:nvSpPr>
          <p:cNvPr id="19" name="Text Placeholder 6"/>
          <p:cNvSpPr>
            <a:spLocks noGrp="1"/>
          </p:cNvSpPr>
          <p:nvPr>
            <p:ph type="body" sz="quarter" idx="13"/>
          </p:nvPr>
        </p:nvSpPr>
        <p:spPr>
          <a:xfrm>
            <a:off x="478870" y="1587501"/>
            <a:ext cx="5314951" cy="4416988"/>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Picture Placeholder 8"/>
          <p:cNvSpPr>
            <a:spLocks noGrp="1" noChangeAspect="1"/>
          </p:cNvSpPr>
          <p:nvPr>
            <p:ph type="pic" sz="quarter" idx="14" hasCustomPrompt="1"/>
          </p:nvPr>
        </p:nvSpPr>
        <p:spPr>
          <a:xfrm>
            <a:off x="6398400" y="1587501"/>
            <a:ext cx="5329059" cy="1638299"/>
          </a:xfrm>
          <a:prstGeom prst="rect">
            <a:avLst/>
          </a:prstGeom>
        </p:spPr>
        <p:txBody>
          <a:bodyPr lIns="0" tIns="0"/>
          <a:lstStyle>
            <a:lvl1pPr marL="0" indent="0">
              <a:buNone/>
              <a:defRPr sz="1467" baseline="0"/>
            </a:lvl1pPr>
          </a:lstStyle>
          <a:p>
            <a:r>
              <a:rPr lang="en-GB"/>
              <a:t>Click on the picture icon to insert your picture</a:t>
            </a:r>
          </a:p>
        </p:txBody>
      </p:sp>
      <p:sp>
        <p:nvSpPr>
          <p:cNvPr id="21" name="Text Placeholder 7"/>
          <p:cNvSpPr>
            <a:spLocks noGrp="1"/>
          </p:cNvSpPr>
          <p:nvPr>
            <p:ph type="body" sz="quarter" idx="26" hasCustomPrompt="1"/>
          </p:nvPr>
        </p:nvSpPr>
        <p:spPr>
          <a:xfrm>
            <a:off x="6398400" y="3357036"/>
            <a:ext cx="5328355" cy="338665"/>
          </a:xfrm>
          <a:prstGeom prst="rect">
            <a:avLst/>
          </a:prstGeom>
        </p:spPr>
        <p:txBody>
          <a:bodyPr lIns="0" tIns="0" rIns="0" bIns="0"/>
          <a:lstStyle>
            <a:lvl1pPr marL="0" indent="0">
              <a:spcAft>
                <a:spcPts val="0"/>
              </a:spcAft>
              <a:buNone/>
              <a:defRPr sz="1067">
                <a:solidFill>
                  <a:schemeClr val="accent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US"/>
              <a:t>Enter your image caption text here</a:t>
            </a:r>
          </a:p>
        </p:txBody>
      </p:sp>
      <p:sp>
        <p:nvSpPr>
          <p:cNvPr id="35" name="Picture Placeholder 8"/>
          <p:cNvSpPr>
            <a:spLocks noGrp="1" noChangeAspect="1"/>
          </p:cNvSpPr>
          <p:nvPr>
            <p:ph type="pic" sz="quarter" idx="27" hasCustomPrompt="1"/>
          </p:nvPr>
        </p:nvSpPr>
        <p:spPr>
          <a:xfrm>
            <a:off x="6398400" y="3896289"/>
            <a:ext cx="5329059" cy="1638299"/>
          </a:xfrm>
          <a:prstGeom prst="rect">
            <a:avLst/>
          </a:prstGeom>
        </p:spPr>
        <p:txBody>
          <a:bodyPr lIns="0" tIns="0"/>
          <a:lstStyle>
            <a:lvl1pPr marL="0" indent="0">
              <a:buNone/>
              <a:defRPr sz="1467" baseline="0"/>
            </a:lvl1pPr>
          </a:lstStyle>
          <a:p>
            <a:r>
              <a:rPr lang="en-GB"/>
              <a:t>Click on the picture icon to insert your picture</a:t>
            </a:r>
          </a:p>
        </p:txBody>
      </p:sp>
      <p:sp>
        <p:nvSpPr>
          <p:cNvPr id="36" name="Text Placeholder 7"/>
          <p:cNvSpPr>
            <a:spLocks noGrp="1"/>
          </p:cNvSpPr>
          <p:nvPr>
            <p:ph type="body" sz="quarter" idx="28" hasCustomPrompt="1"/>
          </p:nvPr>
        </p:nvSpPr>
        <p:spPr>
          <a:xfrm>
            <a:off x="6398400" y="5665824"/>
            <a:ext cx="5328355" cy="338665"/>
          </a:xfrm>
          <a:prstGeom prst="rect">
            <a:avLst/>
          </a:prstGeom>
        </p:spPr>
        <p:txBody>
          <a:bodyPr lIns="0" tIns="0" rIns="0" bIns="0"/>
          <a:lstStyle>
            <a:lvl1pPr marL="0" indent="0">
              <a:spcAft>
                <a:spcPts val="0"/>
              </a:spcAft>
              <a:buNone/>
              <a:defRPr sz="1067">
                <a:solidFill>
                  <a:schemeClr val="accent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US"/>
              <a:t>Enter your image caption text here</a:t>
            </a:r>
          </a:p>
        </p:txBody>
      </p:sp>
      <p:sp>
        <p:nvSpPr>
          <p:cNvPr id="37" name="Text Placeholder 2"/>
          <p:cNvSpPr>
            <a:spLocks noGrp="1"/>
          </p:cNvSpPr>
          <p:nvPr>
            <p:ph type="body" sz="quarter" idx="29"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5" name="Date Placeholder 4"/>
          <p:cNvSpPr>
            <a:spLocks noGrp="1"/>
          </p:cNvSpPr>
          <p:nvPr>
            <p:ph type="dt" sz="half" idx="30"/>
          </p:nvPr>
        </p:nvSpPr>
        <p:spPr/>
        <p:txBody>
          <a:bodyPr/>
          <a:lstStyle/>
          <a:p>
            <a:pPr algn="ctr"/>
            <a:fld id="{84BE7DBA-FCF6-4A4D-BDB5-BE075C4BD2B7}" type="datetime4">
              <a:rPr lang="en-GB" smtClean="0"/>
              <a:t>21 December 2025</a:t>
            </a:fld>
            <a:endParaRPr lang="en-GB"/>
          </a:p>
        </p:txBody>
      </p:sp>
      <p:sp>
        <p:nvSpPr>
          <p:cNvPr id="7" name="Footer Placeholder 6"/>
          <p:cNvSpPr>
            <a:spLocks noGrp="1"/>
          </p:cNvSpPr>
          <p:nvPr>
            <p:ph type="ftr" sz="quarter" idx="31"/>
          </p:nvPr>
        </p:nvSpPr>
        <p:spPr/>
        <p:txBody>
          <a:bodyPr/>
          <a:lstStyle>
            <a:lvl1pPr>
              <a:defRPr/>
            </a:lvl1pPr>
          </a:lstStyle>
          <a:p>
            <a:endParaRPr lang="en-GB"/>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27259383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heading style</a:t>
            </a:r>
            <a:endParaRPr lang="en-GB"/>
          </a:p>
        </p:txBody>
      </p:sp>
      <p:sp>
        <p:nvSpPr>
          <p:cNvPr id="11" name="Text Placeholder 2"/>
          <p:cNvSpPr>
            <a:spLocks noGrp="1"/>
          </p:cNvSpPr>
          <p:nvPr>
            <p:ph type="body" sz="quarter" idx="29"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Date Placeholder 5"/>
          <p:cNvSpPr>
            <a:spLocks noGrp="1"/>
          </p:cNvSpPr>
          <p:nvPr>
            <p:ph type="dt" sz="half" idx="30"/>
          </p:nvPr>
        </p:nvSpPr>
        <p:spPr/>
        <p:txBody>
          <a:bodyPr/>
          <a:lstStyle/>
          <a:p>
            <a:pPr algn="ctr"/>
            <a:fld id="{400917EC-16CB-44F0-B871-0FA53C51B537}" type="datetime4">
              <a:rPr lang="en-GB" smtClean="0"/>
              <a:t>21 December 2025</a:t>
            </a:fld>
            <a:endParaRPr lang="en-GB"/>
          </a:p>
        </p:txBody>
      </p:sp>
      <p:sp>
        <p:nvSpPr>
          <p:cNvPr id="7" name="Footer Placeholder 6"/>
          <p:cNvSpPr>
            <a:spLocks noGrp="1"/>
          </p:cNvSpPr>
          <p:nvPr>
            <p:ph type="ftr" sz="quarter" idx="31"/>
          </p:nvPr>
        </p:nvSpPr>
        <p:spPr/>
        <p:txBody>
          <a:bodyPr/>
          <a:lstStyle>
            <a:lvl1pPr>
              <a:defRPr/>
            </a:lvl1pPr>
          </a:lstStyle>
          <a:p>
            <a:endParaRPr lang="en-GB"/>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8212109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cxnSp>
        <p:nvCxnSpPr>
          <p:cNvPr id="12" name="Straight Connector 11"/>
          <p:cNvCxnSpPr/>
          <p:nvPr userDrawn="1"/>
        </p:nvCxnSpPr>
        <p:spPr>
          <a:xfrm>
            <a:off x="478869" y="6132244"/>
            <a:ext cx="112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p:cNvSpPr>
            <a:spLocks noGrp="1"/>
          </p:cNvSpPr>
          <p:nvPr>
            <p:ph type="dt" sz="half" idx="10"/>
          </p:nvPr>
        </p:nvSpPr>
        <p:spPr/>
        <p:txBody>
          <a:bodyPr/>
          <a:lstStyle/>
          <a:p>
            <a:pPr algn="ctr"/>
            <a:fld id="{CEF5D2E5-85B0-4BBC-BF0A-4D559D13ABC3}" type="datetime4">
              <a:rPr lang="en-GB" smtClean="0"/>
              <a:t>21 December 2025</a:t>
            </a:fld>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1239923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ORANGE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480000" y="4990682"/>
            <a:ext cx="10924032" cy="502702"/>
          </a:xfrm>
          <a:prstGeom prst="rect">
            <a:avLst/>
          </a:prstGeom>
        </p:spPr>
        <p:txBody>
          <a:bodyPr lIns="0"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bg2"/>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3" name="Text Placeholder 3"/>
          <p:cNvSpPr>
            <a:spLocks noGrp="1"/>
          </p:cNvSpPr>
          <p:nvPr>
            <p:ph type="body" sz="quarter" idx="10" hasCustomPrompt="1"/>
          </p:nvPr>
        </p:nvSpPr>
        <p:spPr>
          <a:xfrm>
            <a:off x="480000" y="3787180"/>
            <a:ext cx="10928936" cy="1097736"/>
          </a:xfrm>
          <a:prstGeom prst="rect">
            <a:avLst/>
          </a:prstGeom>
        </p:spPr>
        <p:txBody>
          <a:bodyPr wrap="square" lIns="0" anchor="b" anchorCtr="0">
            <a:spAutoFit/>
          </a:bodyPr>
          <a:lstStyle>
            <a:lvl1pPr marL="0" indent="0">
              <a:lnSpc>
                <a:spcPts val="7600"/>
              </a:lnSpc>
              <a:spcAft>
                <a:spcPts val="0"/>
              </a:spcAft>
              <a:buNone/>
              <a:defRPr sz="7333" b="1">
                <a:solidFill>
                  <a:schemeClr val="bg2"/>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a:t>Section Heading title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34998543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GREY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480000" y="4990682"/>
            <a:ext cx="10924032" cy="502702"/>
          </a:xfrm>
          <a:prstGeom prst="rect">
            <a:avLst/>
          </a:prstGeom>
        </p:spPr>
        <p:txBody>
          <a:bodyPr lIns="0"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tx1"/>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13" name="Text Placeholder 3"/>
          <p:cNvSpPr>
            <a:spLocks noGrp="1"/>
          </p:cNvSpPr>
          <p:nvPr>
            <p:ph type="body" sz="quarter" idx="10" hasCustomPrompt="1"/>
          </p:nvPr>
        </p:nvSpPr>
        <p:spPr>
          <a:xfrm>
            <a:off x="480000" y="3787180"/>
            <a:ext cx="10928936" cy="1097736"/>
          </a:xfrm>
          <a:prstGeom prst="rect">
            <a:avLst/>
          </a:prstGeom>
        </p:spPr>
        <p:txBody>
          <a:bodyPr wrap="square" lIns="0" anchor="b" anchorCtr="0">
            <a:spAutoFit/>
          </a:bodyPr>
          <a:lstStyle>
            <a:lvl1pPr marL="0" indent="0">
              <a:lnSpc>
                <a:spcPts val="7600"/>
              </a:lnSpc>
              <a:spcAft>
                <a:spcPts val="0"/>
              </a:spcAft>
              <a:buNone/>
              <a:defRPr sz="7333" b="1">
                <a:solidFill>
                  <a:schemeClr val="tx1"/>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a:t>Section Heading title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37997155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Header INNOVATION White">
    <p:spTree>
      <p:nvGrpSpPr>
        <p:cNvPr id="1" name=""/>
        <p:cNvGrpSpPr/>
        <p:nvPr/>
      </p:nvGrpSpPr>
      <p:grpSpPr>
        <a:xfrm>
          <a:off x="0" y="0"/>
          <a:ext cx="0" cy="0"/>
          <a:chOff x="0" y="0"/>
          <a:chExt cx="0" cy="0"/>
        </a:xfrm>
      </p:grpSpPr>
      <p:sp>
        <p:nvSpPr>
          <p:cNvPr id="6" name="TextBox 5"/>
          <p:cNvSpPr txBox="1"/>
          <p:nvPr userDrawn="1"/>
        </p:nvSpPr>
        <p:spPr>
          <a:xfrm>
            <a:off x="475787" y="3937840"/>
            <a:ext cx="10497013" cy="964944"/>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sz="9333">
                <a:solidFill>
                  <a:schemeClr val="accent5"/>
                </a:solidFill>
              </a:rPr>
              <a:t>Innovation</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30948288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Header PERFORMANCE White">
    <p:spTree>
      <p:nvGrpSpPr>
        <p:cNvPr id="1" name=""/>
        <p:cNvGrpSpPr/>
        <p:nvPr/>
      </p:nvGrpSpPr>
      <p:grpSpPr>
        <a:xfrm>
          <a:off x="0" y="0"/>
          <a:ext cx="0" cy="0"/>
          <a:chOff x="0" y="0"/>
          <a:chExt cx="0" cy="0"/>
        </a:xfrm>
      </p:grpSpPr>
      <p:sp>
        <p:nvSpPr>
          <p:cNvPr id="8" name="TextBox 7"/>
          <p:cNvSpPr txBox="1"/>
          <p:nvPr userDrawn="1"/>
        </p:nvSpPr>
        <p:spPr>
          <a:xfrm>
            <a:off x="475787" y="3671678"/>
            <a:ext cx="10497013" cy="1231106"/>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marL="0" marR="0" lvl="0" indent="0" algn="l" defTabSz="1219170" rtl="0" eaLnBrk="1" fontAlgn="auto" latinLnBrk="0" hangingPunct="1">
              <a:lnSpc>
                <a:spcPts val="9600"/>
              </a:lnSpc>
              <a:spcBef>
                <a:spcPts val="0"/>
              </a:spcBef>
              <a:spcAft>
                <a:spcPts val="0"/>
              </a:spcAft>
              <a:buClr>
                <a:schemeClr val="tx1"/>
              </a:buClr>
              <a:buSzTx/>
              <a:buFont typeface="Arial" pitchFamily="34" charset="0"/>
              <a:buNone/>
              <a:tabLst/>
              <a:defRPr/>
            </a:pPr>
            <a:r>
              <a:rPr lang="en-US" sz="9333">
                <a:solidFill>
                  <a:schemeClr val="accent4"/>
                </a:solidFill>
              </a:rPr>
              <a:t>Pe</a:t>
            </a:r>
            <a:r>
              <a:rPr lang="en-US" sz="9333" spc="667" baseline="0">
                <a:solidFill>
                  <a:schemeClr val="accent4"/>
                </a:solidFill>
              </a:rPr>
              <a:t>r</a:t>
            </a:r>
            <a:r>
              <a:rPr lang="en-US" sz="9333">
                <a:solidFill>
                  <a:schemeClr val="accent4"/>
                </a:solidFill>
              </a:rPr>
              <a:t>formance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33743296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ection Header TRUST White">
    <p:spTree>
      <p:nvGrpSpPr>
        <p:cNvPr id="1" name=""/>
        <p:cNvGrpSpPr/>
        <p:nvPr/>
      </p:nvGrpSpPr>
      <p:grpSpPr>
        <a:xfrm>
          <a:off x="0" y="0"/>
          <a:ext cx="0" cy="0"/>
          <a:chOff x="0" y="0"/>
          <a:chExt cx="0" cy="0"/>
        </a:xfrm>
      </p:grpSpPr>
      <p:sp>
        <p:nvSpPr>
          <p:cNvPr id="6" name="TextBox 5"/>
          <p:cNvSpPr txBox="1"/>
          <p:nvPr userDrawn="1"/>
        </p:nvSpPr>
        <p:spPr>
          <a:xfrm>
            <a:off x="475787" y="3937840"/>
            <a:ext cx="10497013" cy="964944"/>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sz="9333">
                <a:solidFill>
                  <a:schemeClr val="accent3"/>
                </a:solidFill>
              </a:rPr>
              <a:t>Trust</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35398617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478870" y="1412359"/>
            <a:ext cx="11231033" cy="42708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3"/>
          <p:cNvSpPr>
            <a:spLocks noGrp="1"/>
          </p:cNvSpPr>
          <p:nvPr>
            <p:ph type="title" hasCustomPrompt="1"/>
          </p:nvPr>
        </p:nvSpPr>
        <p:spPr>
          <a:xfrm>
            <a:off x="478870" y="463508"/>
            <a:ext cx="10102852" cy="451405"/>
          </a:xfrm>
        </p:spPr>
        <p:txBody>
          <a:bodyPr/>
          <a:lstStyle/>
          <a:p>
            <a:r>
              <a:rPr lang="en-US"/>
              <a:t>Click to edit Master heading style</a:t>
            </a:r>
            <a:endParaRPr lang="en-GB"/>
          </a:p>
        </p:txBody>
      </p:sp>
      <p:pic>
        <p:nvPicPr>
          <p:cNvPr id="19" name="Picture 18">
            <a:extLst>
              <a:ext uri="{FF2B5EF4-FFF2-40B4-BE49-F238E27FC236}">
                <a16:creationId xmlns:a16="http://schemas.microsoft.com/office/drawing/2014/main" id="{33972AAC-7137-4713-BF07-7E7357DCB1D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2378" y="316146"/>
            <a:ext cx="999577" cy="959319"/>
          </a:xfrm>
          <a:prstGeom prst="rect">
            <a:avLst/>
          </a:prstGeom>
        </p:spPr>
      </p:pic>
      <p:sp>
        <p:nvSpPr>
          <p:cNvPr id="20" name="Date Placeholder 19">
            <a:extLst>
              <a:ext uri="{FF2B5EF4-FFF2-40B4-BE49-F238E27FC236}">
                <a16:creationId xmlns:a16="http://schemas.microsoft.com/office/drawing/2014/main" id="{820724FB-531E-4984-93D5-83D9FD1F7927}"/>
              </a:ext>
            </a:extLst>
          </p:cNvPr>
          <p:cNvSpPr>
            <a:spLocks noGrp="1"/>
          </p:cNvSpPr>
          <p:nvPr>
            <p:ph type="dt" sz="half" idx="19"/>
          </p:nvPr>
        </p:nvSpPr>
        <p:spPr/>
        <p:txBody>
          <a:bodyPr/>
          <a:lstStyle/>
          <a:p>
            <a:pPr algn="ctr"/>
            <a:fld id="{92C718DA-D984-499D-9C7C-9F2B82CA79EC}" type="datetime4">
              <a:rPr lang="en-GB" smtClean="0"/>
              <a:t>21 December 2025</a:t>
            </a:fld>
            <a:endParaRPr lang="en-GB"/>
          </a:p>
        </p:txBody>
      </p:sp>
      <p:sp>
        <p:nvSpPr>
          <p:cNvPr id="22" name="Slide Number Placeholder 21">
            <a:extLst>
              <a:ext uri="{FF2B5EF4-FFF2-40B4-BE49-F238E27FC236}">
                <a16:creationId xmlns:a16="http://schemas.microsoft.com/office/drawing/2014/main" id="{AAFB53AC-A16B-4DC6-9E6D-DF2CB1C464CA}"/>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23" name="Text Placeholder 2">
            <a:extLst>
              <a:ext uri="{FF2B5EF4-FFF2-40B4-BE49-F238E27FC236}">
                <a16:creationId xmlns:a16="http://schemas.microsoft.com/office/drawing/2014/main" id="{FE216362-D3E4-4661-BC68-6CF20C6AF161}"/>
              </a:ext>
            </a:extLst>
          </p:cNvPr>
          <p:cNvSpPr>
            <a:spLocks noGrp="1"/>
          </p:cNvSpPr>
          <p:nvPr>
            <p:ph type="body" sz="quarter" idx="14" hasCustomPrompt="1"/>
          </p:nvPr>
        </p:nvSpPr>
        <p:spPr>
          <a:xfrm>
            <a:off x="480000" y="924738"/>
            <a:ext cx="10104000" cy="369332"/>
          </a:xfrm>
        </p:spPr>
        <p:txBody>
          <a:bodyPr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pic>
        <p:nvPicPr>
          <p:cNvPr id="9" name="Picture 8">
            <a:extLst>
              <a:ext uri="{FF2B5EF4-FFF2-40B4-BE49-F238E27FC236}">
                <a16:creationId xmlns:a16="http://schemas.microsoft.com/office/drawing/2014/main" id="{E90E0E33-B759-4048-AA47-262134AAB83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0001" y="5926843"/>
            <a:ext cx="1498809" cy="850685"/>
          </a:xfrm>
          <a:prstGeom prst="rect">
            <a:avLst/>
          </a:prstGeom>
        </p:spPr>
      </p:pic>
    </p:spTree>
    <p:extLst>
      <p:ext uri="{BB962C8B-B14F-4D97-AF65-F5344CB8AC3E}">
        <p14:creationId xmlns:p14="http://schemas.microsoft.com/office/powerpoint/2010/main" val="23300740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892896-0027-443A-D01E-0CE282B3A5CC}"/>
              </a:ext>
            </a:extLst>
          </p:cNvPr>
          <p:cNvGraphicFramePr>
            <a:graphicFrameLocks noChangeAspect="1"/>
          </p:cNvGraphicFramePr>
          <p:nvPr>
            <p:custDataLst>
              <p:tags r:id="rId1"/>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C2892896-0027-443A-D01E-0CE282B3A5C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9" name="Freeform: Shape 38">
            <a:extLst>
              <a:ext uri="{FF2B5EF4-FFF2-40B4-BE49-F238E27FC236}">
                <a16:creationId xmlns:a16="http://schemas.microsoft.com/office/drawing/2014/main" id="{8ADD59A9-81EE-0DF4-BF97-645E59790906}"/>
              </a:ext>
            </a:extLst>
          </p:cNvPr>
          <p:cNvSpPr>
            <a:spLocks/>
          </p:cNvSpPr>
          <p:nvPr/>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a:solidFill>
                <a:schemeClr val="tx1"/>
              </a:solidFill>
            </a:endParaRPr>
          </a:p>
        </p:txBody>
      </p:sp>
      <p:sp>
        <p:nvSpPr>
          <p:cNvPr id="17" name="Title 1"/>
          <p:cNvSpPr>
            <a:spLocks noGrp="1"/>
          </p:cNvSpPr>
          <p:nvPr>
            <p:ph type="ctrTitle" hasCustomPrompt="1"/>
          </p:nvPr>
        </p:nvSpPr>
        <p:spPr>
          <a:xfrm>
            <a:off x="520700" y="3940216"/>
            <a:ext cx="11150600" cy="548009"/>
          </a:xfrm>
          <a:prstGeom prst="rect">
            <a:avLst/>
          </a:prstGeom>
        </p:spPr>
        <p:txBody>
          <a:bodyPr vert="horz" anchor="b" anchorCtr="0">
            <a:noAutofit/>
          </a:bodyPr>
          <a:lstStyle>
            <a:lvl1pPr algn="ctr">
              <a:lnSpc>
                <a:spcPct val="100000"/>
              </a:lnSpc>
              <a:defRPr sz="3600">
                <a:solidFill>
                  <a:schemeClr val="bg1"/>
                </a:solidFill>
              </a:defRPr>
            </a:lvl1pPr>
          </a:lstStyle>
          <a:p>
            <a:r>
              <a:rPr lang="en-GB"/>
              <a:t>Click to enter presentation title</a:t>
            </a:r>
          </a:p>
        </p:txBody>
      </p:sp>
      <p:sp>
        <p:nvSpPr>
          <p:cNvPr id="20" name="Subtitle 2"/>
          <p:cNvSpPr>
            <a:spLocks noGrp="1"/>
          </p:cNvSpPr>
          <p:nvPr>
            <p:ph type="subTitle" idx="1" hasCustomPrompt="1"/>
          </p:nvPr>
        </p:nvSpPr>
        <p:spPr>
          <a:xfrm>
            <a:off x="520700" y="4502943"/>
            <a:ext cx="11150600" cy="475200"/>
          </a:xfrm>
          <a:prstGeom prst="rect">
            <a:avLst/>
          </a:prstGeom>
        </p:spPr>
        <p:txBody>
          <a:bodyPr wrap="square" lIns="0" tIns="0" rIns="0" bIns="0" anchor="t" anchorCtr="0">
            <a:noAutofit/>
          </a:bodyPr>
          <a:lstStyle>
            <a:lvl1pPr marL="0" indent="0" algn="ctr">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24" name="Picture 23" descr="Icon&#10;&#10;Description automatically generated with medium confidence">
            <a:extLst>
              <a:ext uri="{FF2B5EF4-FFF2-40B4-BE49-F238E27FC236}">
                <a16:creationId xmlns:a16="http://schemas.microsoft.com/office/drawing/2014/main" id="{40DDF016-D509-BED0-161C-B51B4CFCB427}"/>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graphicFrame>
        <p:nvGraphicFramePr>
          <p:cNvPr id="2" name="Object 1" hidden="1">
            <a:extLst>
              <a:ext uri="{FF2B5EF4-FFF2-40B4-BE49-F238E27FC236}">
                <a16:creationId xmlns:a16="http://schemas.microsoft.com/office/drawing/2014/main" id="{9BE730EF-2ADF-F2EE-3385-DFE2929A2F21}"/>
              </a:ext>
            </a:extLst>
          </p:cNvPr>
          <p:cNvGraphicFramePr>
            <a:graphicFrameLocks noChangeAspect="1"/>
          </p:cNvGraphicFramePr>
          <p:nvPr userDrawn="1">
            <p:custDataLst>
              <p:tags r:id="rId2"/>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9BE730EF-2ADF-F2EE-3385-DFE2929A2F2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Freeform: Shape 3">
            <a:extLst>
              <a:ext uri="{FF2B5EF4-FFF2-40B4-BE49-F238E27FC236}">
                <a16:creationId xmlns:a16="http://schemas.microsoft.com/office/drawing/2014/main" id="{868889F4-99D5-C4D7-F0A7-1D0B9BD3F930}"/>
              </a:ext>
            </a:extLst>
          </p:cNvPr>
          <p:cNvSpPr>
            <a:spLocks/>
          </p:cNvSpPr>
          <p:nvPr userDrawn="1"/>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a:solidFill>
                <a:schemeClr val="tx1"/>
              </a:solidFill>
            </a:endParaRPr>
          </a:p>
        </p:txBody>
      </p:sp>
      <p:sp>
        <p:nvSpPr>
          <p:cNvPr id="6" name="Rectangle 5">
            <a:extLst>
              <a:ext uri="{FF2B5EF4-FFF2-40B4-BE49-F238E27FC236}">
                <a16:creationId xmlns:a16="http://schemas.microsoft.com/office/drawing/2014/main" id="{56174A64-5B94-1C65-071E-17BF59F9F083}"/>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8" name="Graphic 7">
            <a:extLst>
              <a:ext uri="{FF2B5EF4-FFF2-40B4-BE49-F238E27FC236}">
                <a16:creationId xmlns:a16="http://schemas.microsoft.com/office/drawing/2014/main" id="{1C5EB409-F04C-F34E-2784-56F55DA5C77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pic>
        <p:nvPicPr>
          <p:cNvPr id="10" name="Picture 9" descr="Icon&#10;&#10;Description automatically generated with medium confidence">
            <a:extLst>
              <a:ext uri="{FF2B5EF4-FFF2-40B4-BE49-F238E27FC236}">
                <a16:creationId xmlns:a16="http://schemas.microsoft.com/office/drawing/2014/main" id="{AFA72B64-3B0D-5F16-E0A3-81BFBFF335F1}"/>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extLst>
      <p:ext uri="{BB962C8B-B14F-4D97-AF65-F5344CB8AC3E}">
        <p14:creationId xmlns:p14="http://schemas.microsoft.com/office/powerpoint/2010/main" val="5292914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itle Slide (Whit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30D3666-6EB4-2815-6D2E-EFE946A218AB}"/>
              </a:ext>
            </a:extLst>
          </p:cNvPr>
          <p:cNvGraphicFramePr>
            <a:graphicFrameLocks noChangeAspect="1"/>
          </p:cNvGraphicFramePr>
          <p:nvPr>
            <p:custDataLst>
              <p:tags r:id="rId1"/>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5" name="Object 4" hidden="1">
                        <a:extLst>
                          <a:ext uri="{FF2B5EF4-FFF2-40B4-BE49-F238E27FC236}">
                            <a16:creationId xmlns:a16="http://schemas.microsoft.com/office/drawing/2014/main" id="{F30D3666-6EB4-2815-6D2E-EFE946A218A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 name="Picture 5" descr="Icon&#10;&#10;Description automatically generated with medium confidence">
            <a:extLst>
              <a:ext uri="{FF2B5EF4-FFF2-40B4-BE49-F238E27FC236}">
                <a16:creationId xmlns:a16="http://schemas.microsoft.com/office/drawing/2014/main" id="{CD0C9FF5-5269-0182-FD37-55478A13B6D1}"/>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sp>
        <p:nvSpPr>
          <p:cNvPr id="12" name="Freeform: Shape 11">
            <a:extLst>
              <a:ext uri="{FF2B5EF4-FFF2-40B4-BE49-F238E27FC236}">
                <a16:creationId xmlns:a16="http://schemas.microsoft.com/office/drawing/2014/main" id="{458F29C9-8F7E-1D4B-3005-616565FA7753}"/>
              </a:ext>
            </a:extLst>
          </p:cNvPr>
          <p:cNvSpPr/>
          <p:nvPr/>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vert="horz" anchor="b" anchorCtr="0">
            <a:noAutofit/>
          </a:bodyPr>
          <a:lstStyle>
            <a:lvl1pPr>
              <a:lnSpc>
                <a:spcPct val="100000"/>
              </a:lnSpc>
              <a:defRPr sz="3600">
                <a:solidFill>
                  <a:schemeClr val="tx2"/>
                </a:solidFill>
              </a:defRPr>
            </a:lvl1pPr>
          </a:lstStyle>
          <a:p>
            <a:r>
              <a:rPr lang="en-GB"/>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subtitle / presenter name</a:t>
            </a:r>
          </a:p>
        </p:txBody>
      </p:sp>
      <p:sp>
        <p:nvSpPr>
          <p:cNvPr id="10" name="Rectangle 9">
            <a:extLst>
              <a:ext uri="{FF2B5EF4-FFF2-40B4-BE49-F238E27FC236}">
                <a16:creationId xmlns:a16="http://schemas.microsoft.com/office/drawing/2014/main" id="{1811AA76-84DB-E6D7-7F67-E7CF37FEEDBC}"/>
              </a:ext>
            </a:extLst>
          </p:cNvPr>
          <p:cNvSpPr/>
          <p:nvPr/>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14" name="Graphic 13">
            <a:extLst>
              <a:ext uri="{FF2B5EF4-FFF2-40B4-BE49-F238E27FC236}">
                <a16:creationId xmlns:a16="http://schemas.microsoft.com/office/drawing/2014/main" id="{F8155D66-36CA-D9A7-7EDA-E532E62376F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graphicFrame>
        <p:nvGraphicFramePr>
          <p:cNvPr id="2" name="Object 1" hidden="1">
            <a:extLst>
              <a:ext uri="{FF2B5EF4-FFF2-40B4-BE49-F238E27FC236}">
                <a16:creationId xmlns:a16="http://schemas.microsoft.com/office/drawing/2014/main" id="{D55F83A6-67EC-BF30-F3AD-7891EB5F2F44}"/>
              </a:ext>
            </a:extLst>
          </p:cNvPr>
          <p:cNvGraphicFramePr>
            <a:graphicFrameLocks noChangeAspect="1"/>
          </p:cNvGraphicFramePr>
          <p:nvPr userDrawn="1">
            <p:custDataLst>
              <p:tags r:id="rId2"/>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2" name="Object 1" hidden="1">
                        <a:extLst>
                          <a:ext uri="{FF2B5EF4-FFF2-40B4-BE49-F238E27FC236}">
                            <a16:creationId xmlns:a16="http://schemas.microsoft.com/office/drawing/2014/main" id="{D55F83A6-67EC-BF30-F3AD-7891EB5F2F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 name="Picture 2" descr="Icon&#10;&#10;Description automatically generated with medium confidence">
            <a:extLst>
              <a:ext uri="{FF2B5EF4-FFF2-40B4-BE49-F238E27FC236}">
                <a16:creationId xmlns:a16="http://schemas.microsoft.com/office/drawing/2014/main" id="{357E4C88-FB78-C0EB-6CA2-6DB87B647316}"/>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4" name="Freeform: Shape 3">
            <a:extLst>
              <a:ext uri="{FF2B5EF4-FFF2-40B4-BE49-F238E27FC236}">
                <a16:creationId xmlns:a16="http://schemas.microsoft.com/office/drawing/2014/main" id="{40E51AA2-DEA8-2D1B-54F8-4EE8EBF4ABFD}"/>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Rectangle 6">
            <a:extLst>
              <a:ext uri="{FF2B5EF4-FFF2-40B4-BE49-F238E27FC236}">
                <a16:creationId xmlns:a16="http://schemas.microsoft.com/office/drawing/2014/main" id="{428D691E-620B-C251-3069-82DAB53E7FE8}"/>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chemeClr val="tx2"/>
                </a:solidFill>
                <a:latin typeface="+mn-lt"/>
              </a:rPr>
              <a:t>gsk.com</a:t>
            </a:r>
          </a:p>
        </p:txBody>
      </p:sp>
      <p:pic>
        <p:nvPicPr>
          <p:cNvPr id="8" name="Graphic 7">
            <a:extLst>
              <a:ext uri="{FF2B5EF4-FFF2-40B4-BE49-F238E27FC236}">
                <a16:creationId xmlns:a16="http://schemas.microsoft.com/office/drawing/2014/main" id="{A920F982-80BA-58FA-0389-6CA3EEEAB06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094470" y="6137672"/>
            <a:ext cx="159543" cy="159543"/>
          </a:xfrm>
          <a:prstGeom prst="rect">
            <a:avLst/>
          </a:prstGeom>
        </p:spPr>
      </p:pic>
    </p:spTree>
    <p:extLst>
      <p:ext uri="{BB962C8B-B14F-4D97-AF65-F5344CB8AC3E}">
        <p14:creationId xmlns:p14="http://schemas.microsoft.com/office/powerpoint/2010/main" val="412607518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Autofit/>
          </a:bodyPr>
          <a:lstStyle>
            <a:lvl1pPr marL="0" indent="0">
              <a:buFont typeface="+mj-lt"/>
              <a:buNone/>
              <a:defRPr sz="1200"/>
            </a:lvl1pPr>
            <a:lvl2pPr marL="357542" indent="0">
              <a:buNone/>
              <a:defRPr/>
            </a:lvl2pPr>
          </a:lstStyle>
          <a:p>
            <a:pPr lvl="0"/>
            <a:r>
              <a:rPr lang="en-US"/>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52" name="Freeform: Shape 51">
            <a:extLst>
              <a:ext uri="{FF2B5EF4-FFF2-40B4-BE49-F238E27FC236}">
                <a16:creationId xmlns:a16="http://schemas.microsoft.com/office/drawing/2014/main" id="{4E683597-5ADE-F2A0-A01C-FD8E476ABB8B}"/>
              </a:ext>
            </a:extLst>
          </p:cNvPr>
          <p:cNvSpPr/>
          <p:nvPr/>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a:t>Click to insert date</a:t>
            </a:r>
          </a:p>
        </p:txBody>
      </p:sp>
      <p:pic>
        <p:nvPicPr>
          <p:cNvPr id="3" name="Picture 2" descr="Icon&#10;&#10;Description automatically generated with medium confidence">
            <a:extLst>
              <a:ext uri="{FF2B5EF4-FFF2-40B4-BE49-F238E27FC236}">
                <a16:creationId xmlns:a16="http://schemas.microsoft.com/office/drawing/2014/main" id="{81F87534-B1D7-C46B-9E66-8AC88439308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2" name="Rectangle 1">
            <a:extLst>
              <a:ext uri="{FF2B5EF4-FFF2-40B4-BE49-F238E27FC236}">
                <a16:creationId xmlns:a16="http://schemas.microsoft.com/office/drawing/2014/main" id="{F768B13C-C35B-6F45-C01B-3C6267B26CED}"/>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Owner</a:t>
            </a:r>
          </a:p>
        </p:txBody>
      </p:sp>
      <p:sp>
        <p:nvSpPr>
          <p:cNvPr id="4" name="Rectangle 3">
            <a:extLst>
              <a:ext uri="{FF2B5EF4-FFF2-40B4-BE49-F238E27FC236}">
                <a16:creationId xmlns:a16="http://schemas.microsoft.com/office/drawing/2014/main" id="{C07EAF8D-F928-6A87-2D9C-669CBF910AF3}"/>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a:solidFill>
                  <a:schemeClr val="tx2"/>
                </a:solidFill>
              </a:rPr>
              <a:t>Objectives</a:t>
            </a:r>
          </a:p>
        </p:txBody>
      </p:sp>
      <p:sp>
        <p:nvSpPr>
          <p:cNvPr id="5" name="Freeform: Shape 4">
            <a:extLst>
              <a:ext uri="{FF2B5EF4-FFF2-40B4-BE49-F238E27FC236}">
                <a16:creationId xmlns:a16="http://schemas.microsoft.com/office/drawing/2014/main" id="{955555DC-AF4D-D959-E8F8-8DAA516CC47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6" name="Picture 5" descr="Icon&#10;&#10;Description automatically generated with medium confidence">
            <a:extLst>
              <a:ext uri="{FF2B5EF4-FFF2-40B4-BE49-F238E27FC236}">
                <a16:creationId xmlns:a16="http://schemas.microsoft.com/office/drawing/2014/main" id="{3E07F268-9821-E4F1-853E-B3387EEAED7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custDataLst>
      <p:tags r:id="rId1"/>
    </p:custDataLst>
    <p:extLst>
      <p:ext uri="{BB962C8B-B14F-4D97-AF65-F5344CB8AC3E}">
        <p14:creationId xmlns:p14="http://schemas.microsoft.com/office/powerpoint/2010/main" val="42190967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27167C41-7248-481D-819E-9F9DBCF7A4F1}" type="datetime4">
              <a:rPr lang="en-GB" smtClean="0"/>
              <a:t>21 December 2025</a:t>
            </a:fld>
            <a:endParaRPr lang="en-GB"/>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clear, focused objectives </a:t>
            </a:r>
            <a:br>
              <a:rPr lang="en-US"/>
            </a:br>
            <a:r>
              <a:rPr lang="en-US"/>
              <a:t>(</a:t>
            </a:r>
            <a:r>
              <a:rPr lang="en-US" err="1"/>
              <a:t>i</a:t>
            </a:r>
            <a:r>
              <a:rPr lang="en-US"/>
              <a:t>) for decision, </a:t>
            </a:r>
            <a:br>
              <a:rPr lang="en-US"/>
            </a:br>
            <a:r>
              <a:rPr lang="en-US"/>
              <a:t>(ii) for input </a:t>
            </a:r>
            <a:br>
              <a:rPr lang="en-US"/>
            </a:br>
            <a:r>
              <a:rPr lang="en-US"/>
              <a:t>(iii) for awareness</a:t>
            </a:r>
          </a:p>
        </p:txBody>
      </p:sp>
      <p:sp>
        <p:nvSpPr>
          <p:cNvPr id="25" name="Rectangle 24">
            <a:extLst>
              <a:ext uri="{FF2B5EF4-FFF2-40B4-BE49-F238E27FC236}">
                <a16:creationId xmlns:a16="http://schemas.microsoft.com/office/drawing/2014/main" id="{1BD6FC89-B057-E6C5-C8EA-1FC8CB31B6CA}"/>
              </a:ext>
            </a:extLst>
          </p:cNvPr>
          <p:cNvSpPr/>
          <p:nvPr/>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DECISION: To seek X’s [single point accountable decision maker] decision to implement A</a:t>
            </a:r>
            <a:br>
              <a:rPr lang="en-US"/>
            </a:br>
            <a:r>
              <a:rPr lang="en-US"/>
              <a:t>INPUT: To receive input to the proposed plan for B</a:t>
            </a:r>
            <a:br>
              <a:rPr lang="en-US"/>
            </a:br>
            <a:r>
              <a:rPr lang="en-US"/>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Does XXX have further input on the proposals set out or require additional information?</a:t>
            </a:r>
            <a:br>
              <a:rPr lang="en-US"/>
            </a:br>
            <a:r>
              <a:rPr lang="en-US"/>
              <a:t>Is XXX supportive of the recommendation to x, y, z?</a:t>
            </a:r>
            <a:br>
              <a:rPr lang="en-US"/>
            </a:br>
            <a:r>
              <a:rPr lang="en-US"/>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Autofit/>
          </a:bodyPr>
          <a:lstStyle>
            <a:lvl1pPr marL="0" indent="0">
              <a:spcBef>
                <a:spcPts val="0"/>
              </a:spcBef>
              <a:spcAft>
                <a:spcPts val="0"/>
              </a:spcAft>
              <a:buSzPct val="100000"/>
              <a:buFont typeface="+mj-lt"/>
              <a:buNone/>
              <a:defRPr sz="1200"/>
            </a:lvl1pPr>
            <a:lvl2pPr marL="357542" indent="0">
              <a:buNone/>
              <a:defRPr/>
            </a:lvl2pPr>
          </a:lstStyle>
          <a:p>
            <a:pPr lvl="0"/>
            <a:r>
              <a:rPr lang="en-US"/>
              <a:t>Single person accountable for this topic / paper</a:t>
            </a:r>
          </a:p>
        </p:txBody>
      </p:sp>
      <p:sp>
        <p:nvSpPr>
          <p:cNvPr id="2" name="Rectangle 1">
            <a:extLst>
              <a:ext uri="{FF2B5EF4-FFF2-40B4-BE49-F238E27FC236}">
                <a16:creationId xmlns:a16="http://schemas.microsoft.com/office/drawing/2014/main" id="{E99A99C6-B235-2720-3500-EE89CB56CE50}"/>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Objectives</a:t>
            </a:r>
          </a:p>
        </p:txBody>
      </p:sp>
      <p:sp>
        <p:nvSpPr>
          <p:cNvPr id="8" name="Rectangle 7">
            <a:extLst>
              <a:ext uri="{FF2B5EF4-FFF2-40B4-BE49-F238E27FC236}">
                <a16:creationId xmlns:a16="http://schemas.microsoft.com/office/drawing/2014/main" id="{3B9E051E-8049-FCFD-A54B-E240AC53D1B2}"/>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Key questions</a:t>
            </a:r>
          </a:p>
        </p:txBody>
      </p:sp>
      <p:sp>
        <p:nvSpPr>
          <p:cNvPr id="9" name="Rectangle 8">
            <a:extLst>
              <a:ext uri="{FF2B5EF4-FFF2-40B4-BE49-F238E27FC236}">
                <a16:creationId xmlns:a16="http://schemas.microsoft.com/office/drawing/2014/main" id="{DCE8FC5E-A678-F4F9-6FC7-EEAB2E69AF78}"/>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Next steps</a:t>
            </a:r>
          </a:p>
        </p:txBody>
      </p:sp>
      <p:sp>
        <p:nvSpPr>
          <p:cNvPr id="11" name="Rectangle 10">
            <a:extLst>
              <a:ext uri="{FF2B5EF4-FFF2-40B4-BE49-F238E27FC236}">
                <a16:creationId xmlns:a16="http://schemas.microsoft.com/office/drawing/2014/main" id="{B25B3DF6-C945-56A1-A6D2-AC4E6E31179A}"/>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a:solidFill>
                  <a:schemeClr val="tx2"/>
                </a:solidFill>
              </a:rPr>
              <a:t>Owner</a:t>
            </a:r>
          </a:p>
        </p:txBody>
      </p:sp>
      <p:sp>
        <p:nvSpPr>
          <p:cNvPr id="12" name="Rectangle 11">
            <a:extLst>
              <a:ext uri="{FF2B5EF4-FFF2-40B4-BE49-F238E27FC236}">
                <a16:creationId xmlns:a16="http://schemas.microsoft.com/office/drawing/2014/main" id="{DF88839E-C216-4873-F020-A965C577DAF8}"/>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a:solidFill>
                  <a:schemeClr val="tx2"/>
                </a:solidFill>
              </a:rPr>
              <a:t>Session date:</a:t>
            </a:r>
          </a:p>
        </p:txBody>
      </p:sp>
      <p:sp>
        <p:nvSpPr>
          <p:cNvPr id="13" name="Text Placeholder 6">
            <a:extLst>
              <a:ext uri="{FF2B5EF4-FFF2-40B4-BE49-F238E27FC236}">
                <a16:creationId xmlns:a16="http://schemas.microsoft.com/office/drawing/2014/main" id="{41D1E881-0EAE-876E-66F9-7BE9CD740EA1}"/>
              </a:ext>
            </a:extLst>
          </p:cNvPr>
          <p:cNvSpPr>
            <a:spLocks noGrp="1"/>
          </p:cNvSpPr>
          <p:nvPr>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a:t>Up to 5 key questions to be addressed at the meeting</a:t>
            </a:r>
          </a:p>
        </p:txBody>
      </p:sp>
      <p:sp>
        <p:nvSpPr>
          <p:cNvPr id="14" name="Freeform: Shape 13">
            <a:extLst>
              <a:ext uri="{FF2B5EF4-FFF2-40B4-BE49-F238E27FC236}">
                <a16:creationId xmlns:a16="http://schemas.microsoft.com/office/drawing/2014/main" id="{3B4A7AA8-50D7-2FFC-F51D-207317C17D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6083876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05445D9F-CC2F-4435-80AF-86197F433477}" type="datetime4">
              <a:rPr lang="en-GB" smtClean="0"/>
              <a:t>21 December 2025</a:t>
            </a:fld>
            <a:endParaRPr lang="en-GB"/>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4068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a:t>Agenda point 1, add text here.</a:t>
            </a:r>
            <a:br>
              <a:rPr lang="en-GB"/>
            </a:br>
            <a:r>
              <a:rPr lang="en-GB"/>
              <a:t>Agenda point 2, add text here.</a:t>
            </a:r>
            <a:br>
              <a:rPr lang="en-GB"/>
            </a:br>
            <a:r>
              <a:rPr lang="en-GB"/>
              <a:t>Agenda point 3, add text here.</a:t>
            </a:r>
            <a:br>
              <a:rPr lang="en-GB"/>
            </a:br>
            <a:r>
              <a:rPr lang="en-GB"/>
              <a:t>Agenda point 4, add text here.</a:t>
            </a:r>
            <a:br>
              <a:rPr lang="en-GB"/>
            </a:br>
            <a:r>
              <a:rPr lang="en-GB"/>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46F1642B-8EED-A6CF-BBC5-B42CE4EBF30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41492277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outside of grey holder please reduce the size of the font.</a:t>
            </a:r>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5BDD49AE-89C5-4A80-8503-3E49F22C7AA5}" type="datetime4">
              <a:rPr lang="en-GB" smtClean="0"/>
              <a:t>21 December 2025</a:t>
            </a:fld>
            <a:endParaRPr lang="en-GB"/>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GB"/>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0002D55-6A06-5683-C312-CA5DFDAEEB1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246134360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296EBC6E-AF72-4CD2-BF20-BD2E852E657E}" type="datetime4">
              <a:rPr lang="en-GB" smtClean="0"/>
              <a:t>21 December 2025</a:t>
            </a:fld>
            <a:endParaRPr lang="en-GB"/>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endParaRPr lang="en-GB"/>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 </a:t>
            </a:r>
            <a:br>
              <a:rPr lang="en-US"/>
            </a:br>
            <a:r>
              <a:rPr lang="en-US"/>
              <a:t>If text content appears too large please reduce the size of this font. </a:t>
            </a:r>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Freeform: Shape 4">
            <a:extLst>
              <a:ext uri="{FF2B5EF4-FFF2-40B4-BE49-F238E27FC236}">
                <a16:creationId xmlns:a16="http://schemas.microsoft.com/office/drawing/2014/main" id="{2CA69924-8312-93A7-5F21-75AD30BAD2D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352989620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36000" tIns="36000" rIns="36000" bIns="36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0" rIns="0" bIns="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5FABB07B-09F4-4FB1-8004-F51A8D072AA8}" type="datetime4">
              <a:rPr lang="en-GB" smtClean="0"/>
              <a:t>21 December 2025</a:t>
            </a:fld>
            <a:endParaRPr lang="en-GB"/>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endParaRPr lang="en-GB"/>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TEXT content ONLY.</a:t>
            </a:r>
            <a:br>
              <a:rPr lang="en-US"/>
            </a:br>
            <a:r>
              <a:rPr lang="en-US"/>
              <a:t>If text content appears too large please reduce the size of the font. </a:t>
            </a:r>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B1F1611-ED93-9CD1-6AD6-199DF0E35EEA}"/>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220675480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976"/>
            </a:avLst>
          </a:prstGeom>
          <a:solidFill>
            <a:schemeClr val="bg1">
              <a:lumMod val="95000"/>
            </a:schemeClr>
          </a:solidFill>
          <a:ln>
            <a:noFill/>
          </a:ln>
        </p:spPr>
        <p:txBody>
          <a:bodyPr wrap="square">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TEXT content ONLY. </a:t>
            </a:r>
            <a:br>
              <a:rPr lang="en-US"/>
            </a:br>
            <a:r>
              <a:rPr lang="en-US"/>
              <a:t>If text content appears outside of the grey placeholder please reduce the size of the font. </a:t>
            </a:r>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7CFA6642-A95E-4EF6-BDEA-1AD7DA67D517}" type="datetime4">
              <a:rPr lang="en-GB" smtClean="0"/>
              <a:t>21 December 2025</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36000" tIns="90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too large please reduce the size of the font. </a:t>
            </a:r>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B8038B8-901B-5BEE-8CE6-19D62D27912A}"/>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custDataLst>
      <p:tags r:id="rId1"/>
    </p:custDataLst>
    <p:extLst>
      <p:ext uri="{BB962C8B-B14F-4D97-AF65-F5344CB8AC3E}">
        <p14:creationId xmlns:p14="http://schemas.microsoft.com/office/powerpoint/2010/main" val="6293670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F5768D83-B8CA-09C4-C389-ACE31191A4CA}"/>
              </a:ext>
            </a:extLst>
          </p:cNvPr>
          <p:cNvSpPr>
            <a:spLocks noGrp="1"/>
          </p:cNvSpPr>
          <p:nvPr>
            <p:ph type="body" sz="quarter" idx="25" hasCustomPrompt="1"/>
          </p:nvPr>
        </p:nvSpPr>
        <p:spPr>
          <a:xfrm>
            <a:off x="365125" y="1303338"/>
            <a:ext cx="3916881" cy="4477804"/>
          </a:xfrm>
          <a:custGeom>
            <a:avLst/>
            <a:gdLst>
              <a:gd name="connsiteX0" fmla="*/ 167483 w 3916881"/>
              <a:gd name="connsiteY0" fmla="*/ 0 h 4477804"/>
              <a:gd name="connsiteX1" fmla="*/ 3485355 w 3916881"/>
              <a:gd name="connsiteY1" fmla="*/ 0 h 4477804"/>
              <a:gd name="connsiteX2" fmla="*/ 3652838 w 3916881"/>
              <a:gd name="connsiteY2" fmla="*/ 167483 h 4477804"/>
              <a:gd name="connsiteX3" fmla="*/ 3652838 w 3916881"/>
              <a:gd name="connsiteY3" fmla="*/ 517226 h 4477804"/>
              <a:gd name="connsiteX4" fmla="*/ 3912021 w 3916881"/>
              <a:gd name="connsiteY4" fmla="*/ 791524 h 4477804"/>
              <a:gd name="connsiteX5" fmla="*/ 3912021 w 3916881"/>
              <a:gd name="connsiteY5" fmla="*/ 802323 h 4477804"/>
              <a:gd name="connsiteX6" fmla="*/ 3652838 w 3916881"/>
              <a:gd name="connsiteY6" fmla="*/ 1076623 h 4477804"/>
              <a:gd name="connsiteX7" fmla="*/ 3652838 w 3916881"/>
              <a:gd name="connsiteY7" fmla="*/ 4310321 h 4477804"/>
              <a:gd name="connsiteX8" fmla="*/ 3485355 w 3916881"/>
              <a:gd name="connsiteY8" fmla="*/ 4477804 h 4477804"/>
              <a:gd name="connsiteX9" fmla="*/ 167483 w 3916881"/>
              <a:gd name="connsiteY9" fmla="*/ 4477804 h 4477804"/>
              <a:gd name="connsiteX10" fmla="*/ 0 w 3916881"/>
              <a:gd name="connsiteY10" fmla="*/ 4310321 h 4477804"/>
              <a:gd name="connsiteX11" fmla="*/ 0 w 3916881"/>
              <a:gd name="connsiteY11" fmla="*/ 167483 h 4477804"/>
              <a:gd name="connsiteX12" fmla="*/ 167483 w 3916881"/>
              <a:gd name="connsiteY12" fmla="*/ 0 h 4477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16881" h="4477804">
                <a:moveTo>
                  <a:pt x="167483" y="0"/>
                </a:moveTo>
                <a:lnTo>
                  <a:pt x="3485355" y="0"/>
                </a:lnTo>
                <a:cubicBezTo>
                  <a:pt x="3577853" y="0"/>
                  <a:pt x="3652838" y="74985"/>
                  <a:pt x="3652838" y="167483"/>
                </a:cubicBezTo>
                <a:lnTo>
                  <a:pt x="3652838" y="517226"/>
                </a:lnTo>
                <a:cubicBezTo>
                  <a:pt x="3652838" y="659776"/>
                  <a:pt x="3745710" y="746167"/>
                  <a:pt x="3912021" y="791524"/>
                </a:cubicBezTo>
                <a:cubicBezTo>
                  <a:pt x="3918501" y="793683"/>
                  <a:pt x="3918501" y="800164"/>
                  <a:pt x="3912021" y="802323"/>
                </a:cubicBezTo>
                <a:cubicBezTo>
                  <a:pt x="3745710" y="847679"/>
                  <a:pt x="3652838" y="934073"/>
                  <a:pt x="3652838" y="1076623"/>
                </a:cubicBezTo>
                <a:lnTo>
                  <a:pt x="3652838" y="4310321"/>
                </a:lnTo>
                <a:cubicBezTo>
                  <a:pt x="3652838" y="4402819"/>
                  <a:pt x="3577853" y="4477804"/>
                  <a:pt x="3485355" y="4477804"/>
                </a:cubicBezTo>
                <a:lnTo>
                  <a:pt x="167483" y="4477804"/>
                </a:lnTo>
                <a:cubicBezTo>
                  <a:pt x="74985" y="4477804"/>
                  <a:pt x="0" y="4402819"/>
                  <a:pt x="0" y="4310321"/>
                </a:cubicBezTo>
                <a:lnTo>
                  <a:pt x="0" y="167483"/>
                </a:lnTo>
                <a:cubicBezTo>
                  <a:pt x="0" y="74985"/>
                  <a:pt x="74985" y="0"/>
                  <a:pt x="167483" y="0"/>
                </a:cubicBezTo>
                <a:close/>
              </a:path>
            </a:pathLst>
          </a:custGeom>
          <a:solidFill>
            <a:schemeClr val="tx2"/>
          </a:solidFill>
          <a:ln>
            <a:noFill/>
          </a:ln>
        </p:spPr>
        <p:txBody>
          <a:bodyPr wrap="square" lIns="36000" tIns="36000" rIns="360000" bIns="36000">
            <a:noAutofit/>
          </a:bodyPr>
          <a:lstStyle>
            <a:lvl1pPr marL="0" indent="0">
              <a:buClr>
                <a:schemeClr val="bg1"/>
              </a:buClr>
              <a:buNone/>
              <a:defRPr>
                <a:solidFill>
                  <a:schemeClr val="bg1"/>
                </a:solidFill>
              </a:defRPr>
            </a:lvl1pPr>
            <a:lvl2pPr marL="357542" indent="0">
              <a:buClr>
                <a:schemeClr val="bg1"/>
              </a:buClr>
              <a:buNone/>
              <a:defRPr>
                <a:solidFill>
                  <a:schemeClr val="bg1"/>
                </a:solidFill>
              </a:defRPr>
            </a:lvl2pPr>
            <a:lvl3pPr marL="719982" indent="0">
              <a:buClr>
                <a:schemeClr val="bg1"/>
              </a:buClr>
              <a:buNone/>
              <a:defRPr>
                <a:solidFill>
                  <a:schemeClr val="bg1"/>
                </a:solidFill>
              </a:defRPr>
            </a:lvl3pPr>
            <a:lvl4pPr marL="1081424" indent="0">
              <a:buClr>
                <a:schemeClr val="bg1"/>
              </a:buClr>
              <a:buNone/>
              <a:defRPr>
                <a:solidFill>
                  <a:schemeClr val="bg1"/>
                </a:solidFill>
              </a:defRPr>
            </a:lvl4pPr>
            <a:lvl5pPr marL="1439964" indent="0">
              <a:buClr>
                <a:schemeClr val="bg1"/>
              </a:buClr>
              <a:buNone/>
              <a:defRPr>
                <a:solidFill>
                  <a:schemeClr val="bg1"/>
                </a:solidFill>
              </a:defRPr>
            </a:lvl5pPr>
          </a:lstStyle>
          <a:p>
            <a:pPr lvl="0"/>
            <a:r>
              <a:rPr lang="en-US"/>
              <a:t>Click to edit TEXT content ONLY. </a:t>
            </a:r>
            <a:br>
              <a:rPr lang="en-US"/>
            </a:br>
            <a:r>
              <a:rPr lang="en-US"/>
              <a:t>If text content appears outside of the grey placeholder please reduce the size of the font. </a:t>
            </a:r>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46C0937B-8FD7-494B-920D-E9CBC1900088}" type="datetime4">
              <a:rPr lang="en-GB" smtClean="0"/>
              <a:t>21 December 2025</a:t>
            </a:fld>
            <a:endParaRPr lang="en-GB"/>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36000" tIns="36000" rIns="36000" bIns="36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content appears too large please reduce the size of the font. </a:t>
            </a:r>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DFAEA03D-D3A8-FC8F-37D0-7EAB8EC481E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66144012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147"/>
            </a:avLst>
          </a:prstGeom>
          <a:solidFill>
            <a:schemeClr val="bg1">
              <a:lumMod val="95000"/>
            </a:schemeClr>
          </a:solidFill>
          <a:ln>
            <a:noFill/>
          </a:ln>
        </p:spPr>
        <p:txBody>
          <a:bodyPr wrap="square" tIns="1080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appears outside of grey placeholder please reduce the size of the font.</a:t>
            </a:r>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marL="0" indent="0">
              <a:buNone/>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enter TEXT content ONLY.</a:t>
            </a:r>
            <a:br>
              <a:rPr lang="en-US"/>
            </a:br>
            <a:r>
              <a:rPr lang="en-US"/>
              <a:t>If text appears outside of grey placeholder please reduce the size of the font.</a:t>
            </a:r>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fld id="{D1620287-907E-48FD-AE55-3B0B6FE29C3D}" type="datetime4">
              <a:rPr lang="en-GB" smtClean="0"/>
              <a:t>21 December 2025</a:t>
            </a:fld>
            <a:endParaRPr lang="en-GB"/>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endParaRPr lang="en-GB"/>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419100" y="1454538"/>
            <a:ext cx="5493650" cy="781200"/>
          </a:xfrm>
          <a:prstGeom prst="rect">
            <a:avLst/>
          </a:prstGeom>
        </p:spPr>
        <p:txBody>
          <a:bodyPr wrap="square" lIns="36000" tIns="36000" rIns="36000" bIns="36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277344" y="1454538"/>
            <a:ext cx="5493600" cy="781200"/>
          </a:xfrm>
          <a:prstGeom prst="rect">
            <a:avLst/>
          </a:prstGeom>
        </p:spPr>
        <p:txBody>
          <a:bodyPr wrap="square" lIns="36000" tIns="36000" rIns="36000" bIns="36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enter</a:t>
            </a:r>
            <a:br>
              <a:rPr lang="en-GB"/>
            </a:br>
            <a:r>
              <a:rPr lang="en-GB"/>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6E7A351A-B15B-3DA1-263F-714BB743255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68040311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977"/>
            </a:avLst>
          </a:prstGeom>
          <a:solidFill>
            <a:schemeClr val="bg1">
              <a:lumMod val="95000"/>
            </a:schemeClr>
          </a:solidFill>
          <a:ln>
            <a:noFill/>
          </a:ln>
        </p:spPr>
        <p:txBody>
          <a:bodyPr lIns="108000" tIns="1008000">
            <a:noAutofit/>
          </a:bodyPr>
          <a:lstStyle>
            <a:lvl1pPr marL="0" indent="0" algn="ctr">
              <a:buNone/>
              <a:defRPr sz="2200" baseline="0">
                <a:solidFill>
                  <a:schemeClr val="tx1"/>
                </a:solidFill>
              </a:defRPr>
            </a:lvl1pPr>
          </a:lstStyle>
          <a:p>
            <a:r>
              <a:rPr lang="en-GB"/>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fld id="{5B698389-4CEE-4541-AA68-AED96367C3C0}" type="datetime4">
              <a:rPr lang="en-GB" smtClean="0"/>
              <a:t>21 December 2025</a:t>
            </a:fld>
            <a:endParaRPr lang="en-GB"/>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endParaRPr lang="en-GB"/>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0" rIns="0" bIns="0" anchor="b" anchorCtr="0">
            <a:noAutofit/>
          </a:bodyPr>
          <a:lstStyle>
            <a:lvl1pPr marL="0" indent="0">
              <a:spcBef>
                <a:spcPts val="0"/>
              </a:spcBef>
              <a:spcAft>
                <a:spcPts val="0"/>
              </a:spcAft>
              <a:buNone/>
              <a:defRPr sz="8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p>
        </p:txBody>
      </p:sp>
      <p:sp>
        <p:nvSpPr>
          <p:cNvPr id="15" name="Freeform: Shape 14">
            <a:extLst>
              <a:ext uri="{FF2B5EF4-FFF2-40B4-BE49-F238E27FC236}">
                <a16:creationId xmlns:a16="http://schemas.microsoft.com/office/drawing/2014/main" id="{73180677-148E-F381-0168-9327D51EF5C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E10F851-9956-BDE2-1DA3-0125BE310B9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4177006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914"/>
            </a:avLst>
          </a:prstGeom>
          <a:solidFill>
            <a:schemeClr val="bg1">
              <a:lumMod val="95000"/>
            </a:schemeClr>
          </a:solidFill>
          <a:ln>
            <a:noFill/>
          </a:ln>
        </p:spPr>
        <p:txBody>
          <a:bodyPr lIns="108000" tIns="108000" bIns="1224000" anchor="ctr">
            <a:noAutofit/>
          </a:bodyPr>
          <a:lstStyle>
            <a:lvl1pPr marL="0" indent="0" algn="ctr">
              <a:buNone/>
              <a:defRPr sz="2200" i="0" baseline="0">
                <a:solidFill>
                  <a:schemeClr val="tx1"/>
                </a:solidFill>
              </a:defRPr>
            </a:lvl1pPr>
          </a:lstStyle>
          <a:p>
            <a:r>
              <a:rPr lang="en-GB"/>
              <a:t>[Click on the film icon to insert video]</a:t>
            </a:r>
          </a:p>
        </p:txBody>
      </p:sp>
    </p:spTree>
    <p:extLst>
      <p:ext uri="{BB962C8B-B14F-4D97-AF65-F5344CB8AC3E}">
        <p14:creationId xmlns:p14="http://schemas.microsoft.com/office/powerpoint/2010/main" val="310350006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5043"/>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a:t>[Click here to insert image]</a:t>
            </a:r>
            <a:br>
              <a:rPr lang="en-GB"/>
            </a:br>
            <a:br>
              <a:rPr lang="en-GB"/>
            </a:br>
            <a:br>
              <a:rPr lang="en-GB"/>
            </a:br>
            <a:br>
              <a:rPr lang="en-GB"/>
            </a:br>
            <a:br>
              <a:rPr lang="en-GB"/>
            </a:br>
            <a:r>
              <a:rPr lang="en-GB"/>
              <a:t>[The image can then be scaled within the frame by using the ‘Crop’ feature in the ‘Picture Format’ tab of the ribbon.</a:t>
            </a:r>
            <a:r>
              <a:rPr lang="en-US"/>
              <a:t> Right click on image to add/edit alt text</a:t>
            </a:r>
            <a:r>
              <a:rPr lang="en-GB"/>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21C8FA58-45A0-43AD-894E-C9F47C2360EF}" type="datetime4">
              <a:rPr lang="en-GB" smtClean="0"/>
              <a:t>21 December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C35E16B8-17D3-543D-006C-0A00D7BCD6B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67093082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Image and Text 2">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0E2EBD-4DBA-A411-89A3-C363C68F935D}"/>
              </a:ext>
            </a:extLst>
          </p:cNvPr>
          <p:cNvGraphicFramePr>
            <a:graphicFrameLocks noChangeAspect="1"/>
          </p:cNvGraphicFramePr>
          <p:nvPr>
            <p:custDataLst>
              <p:tags r:id="rId1"/>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6" name="Object 5" hidden="1">
                        <a:extLst>
                          <a:ext uri="{FF2B5EF4-FFF2-40B4-BE49-F238E27FC236}">
                            <a16:creationId xmlns:a16="http://schemas.microsoft.com/office/drawing/2014/main" id="{710E2EBD-4DBA-A411-89A3-C363C68F935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ext Placeholder 6"/>
          <p:cNvSpPr>
            <a:spLocks noGrp="1"/>
          </p:cNvSpPr>
          <p:nvPr>
            <p:ph type="body" sz="quarter" idx="13" hasCustomPrompt="1"/>
          </p:nvPr>
        </p:nvSpPr>
        <p:spPr>
          <a:xfrm>
            <a:off x="365125" y="1303338"/>
            <a:ext cx="3652838" cy="4489062"/>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CA55C0E1-5041-47FF-911F-8578A5C07EF5}" type="datetime4">
              <a:rPr lang="en-GB" smtClean="0"/>
              <a:t>21 December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552711"/>
                </a:lnTo>
                <a:cubicBezTo>
                  <a:pt x="8759" y="1063964"/>
                  <a:pt x="590287" y="923198"/>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lnTo>
                  <a:pt x="1697038" y="0"/>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vert="horz"/>
          <a:lstStyle/>
          <a:p>
            <a:r>
              <a:rPr lang="en-US"/>
              <a:t>Click to edit Master title style</a:t>
            </a:r>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aphicFrame>
        <p:nvGraphicFramePr>
          <p:cNvPr id="2" name="Object 1" hidden="1">
            <a:extLst>
              <a:ext uri="{FF2B5EF4-FFF2-40B4-BE49-F238E27FC236}">
                <a16:creationId xmlns:a16="http://schemas.microsoft.com/office/drawing/2014/main" id="{5754CC1B-BB75-5C08-0EF4-46094143150B}"/>
              </a:ext>
            </a:extLst>
          </p:cNvPr>
          <p:cNvGraphicFramePr>
            <a:graphicFrameLocks noChangeAspect="1"/>
          </p:cNvGraphicFramePr>
          <p:nvPr userDrawn="1">
            <p:custDataLst>
              <p:tags r:id="rId2"/>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2" name="Object 1" hidden="1">
                        <a:extLst>
                          <a:ext uri="{FF2B5EF4-FFF2-40B4-BE49-F238E27FC236}">
                            <a16:creationId xmlns:a16="http://schemas.microsoft.com/office/drawing/2014/main" id="{5754CC1B-BB75-5C08-0EF4-4609414315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Freeform: Shape 3">
            <a:extLst>
              <a:ext uri="{FF2B5EF4-FFF2-40B4-BE49-F238E27FC236}">
                <a16:creationId xmlns:a16="http://schemas.microsoft.com/office/drawing/2014/main" id="{09A05D5A-9CCC-5188-4E3A-BF14F2F8413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6910271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133C890E-748E-40E2-A2DE-B8B53800FC70}" type="datetime4">
              <a:rPr lang="en-GB" smtClean="0"/>
              <a:t>21 December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0AC5B506-7665-AFF6-5244-82648A658A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35544921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75F6D4DD-D035-4E53-8D09-EF49D1BC4645}" type="datetime4">
              <a:rPr lang="en-GB" smtClean="0"/>
              <a:t>21 December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4A4A6B2A-6054-FB98-6941-36A9785D96EC}"/>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74988529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43530197-514C-45ED-9D20-5EF510490ED5}" type="datetime4">
              <a:rPr lang="en-GB" smtClean="0"/>
              <a:t>21 December 2025</a:t>
            </a:fld>
            <a:endParaRPr lang="en-GB"/>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0" rIns="0" bIns="0" anchor="b">
            <a:noAutofit/>
          </a:bodyPr>
          <a:lstStyle>
            <a:lvl1pPr marL="0" indent="0">
              <a:spcBef>
                <a:spcPts val="0"/>
              </a:spcBef>
              <a:spcAft>
                <a:spcPts val="0"/>
              </a:spcAft>
              <a:buNone/>
              <a:defRPr sz="8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196294BD-73D4-ECCE-653C-2F2D34CF4FB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190446758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36000" tIns="36000" rIns="36000" bIns="36000">
            <a:noAutofit/>
          </a:bodyPr>
          <a:lstStyle>
            <a:lvl1pPr marL="0" indent="0">
              <a:buNone/>
              <a:defRPr sz="2200"/>
            </a:lvl1pPr>
          </a:lstStyle>
          <a:p>
            <a:pPr lvl="0"/>
            <a:r>
              <a:rPr lang="en-GB"/>
              <a:t>Click to enter text content.</a:t>
            </a:r>
            <a:br>
              <a:rPr lang="en-GB"/>
            </a:br>
            <a:r>
              <a:rPr lang="en-US"/>
              <a:t>If text content appears too large please reduce the size of the font.</a:t>
            </a:r>
            <a:endParaRPr lang="en-GB"/>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70039200-EE1D-4822-BF34-59EBD86DFB52}" type="datetime4">
              <a:rPr lang="en-GB" smtClean="0"/>
              <a:t>21 December 2025</a:t>
            </a:fld>
            <a:endParaRPr lang="en-GB"/>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0" rIns="0" bIns="0" anchor="b">
            <a:noAutofit/>
          </a:bodyPr>
          <a:lstStyle>
            <a:lvl1pPr marL="0" indent="0">
              <a:spcBef>
                <a:spcPts val="0"/>
              </a:spcBef>
              <a:spcAft>
                <a:spcPts val="0"/>
              </a:spcAft>
              <a:buNone/>
              <a:defRPr sz="800"/>
            </a:lvl1pPr>
            <a:lvl2pPr marL="357542" indent="0">
              <a:buNone/>
              <a:defRPr/>
            </a:lvl2pPr>
            <a:lvl3pPr marL="719982" indent="0">
              <a:buNone/>
              <a:defRPr/>
            </a:lvl3pPr>
            <a:lvl4pPr marL="1081424" indent="0">
              <a:buNone/>
              <a:defRPr/>
            </a:lvl4pPr>
            <a:lvl5pPr marL="1439964" indent="0">
              <a:buNone/>
              <a:defRPr/>
            </a:lvl5pPr>
          </a:lstStyle>
          <a:p>
            <a:pPr lvl="0"/>
            <a:r>
              <a:rPr lang="en-US"/>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36000" tIns="36000" rIns="36000" bIns="36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a:t>Click to edit subheading text</a:t>
            </a:r>
            <a:endParaRPr lang="en-GB"/>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r>
              <a:rPr lang="en-GB"/>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D5840FC4-EF91-6057-D142-8946C40663E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2904353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 </a:t>
            </a:r>
            <a:r>
              <a:rPr lang="en-US"/>
              <a:t>If text content appears too large please reduce the size of the font.</a:t>
            </a:r>
            <a:endParaRPr lang="en-GB"/>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a:t>[Click here to insert image]</a:t>
            </a:r>
            <a:br>
              <a:rPr lang="en-GB"/>
            </a:br>
            <a:br>
              <a:rPr lang="en-GB"/>
            </a:br>
            <a:br>
              <a:rPr lang="en-GB"/>
            </a:br>
            <a:r>
              <a:rPr lang="en-GB"/>
              <a:t>[</a:t>
            </a:r>
            <a:r>
              <a:rPr lang="en-US"/>
              <a:t>The image can then be scaled within the frame by </a:t>
            </a:r>
            <a:br>
              <a:rPr lang="en-US"/>
            </a:br>
            <a:r>
              <a:rPr lang="en-US"/>
              <a:t>using the ‘Crop’ feature in the ‘Picture Format’ tab </a:t>
            </a:r>
            <a:br>
              <a:rPr lang="en-US"/>
            </a:br>
            <a:r>
              <a:rPr lang="en-US"/>
              <a:t>of the ribbon. Right click on image to add/edit alt text]</a:t>
            </a:r>
            <a:endParaRPr lang="en-GB"/>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FFB077E6-A497-BD51-F093-6A35A273C6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Date Placeholder 2">
            <a:extLst>
              <a:ext uri="{FF2B5EF4-FFF2-40B4-BE49-F238E27FC236}">
                <a16:creationId xmlns:a16="http://schemas.microsoft.com/office/drawing/2014/main" id="{9D5194C5-4A8C-F771-D2C4-1689E222159A}"/>
              </a:ext>
            </a:extLst>
          </p:cNvPr>
          <p:cNvSpPr>
            <a:spLocks noGrp="1"/>
          </p:cNvSpPr>
          <p:nvPr>
            <p:ph type="dt" sz="half" idx="29"/>
          </p:nvPr>
        </p:nvSpPr>
        <p:spPr/>
        <p:txBody>
          <a:bodyPr/>
          <a:lstStyle/>
          <a:p>
            <a:fld id="{4F1BE086-82F7-4C01-B12C-5E1CA7BD29B7}" type="datetime4">
              <a:rPr lang="en-GB" smtClean="0"/>
              <a:t>21 December 2025</a:t>
            </a:fld>
            <a:endParaRPr lang="en-GB"/>
          </a:p>
        </p:txBody>
      </p:sp>
      <p:sp>
        <p:nvSpPr>
          <p:cNvPr id="4" name="Footer Placeholder 3">
            <a:extLst>
              <a:ext uri="{FF2B5EF4-FFF2-40B4-BE49-F238E27FC236}">
                <a16:creationId xmlns:a16="http://schemas.microsoft.com/office/drawing/2014/main" id="{82F47273-C0C3-41E8-6B8B-DB4169F9F136}"/>
              </a:ext>
            </a:extLst>
          </p:cNvPr>
          <p:cNvSpPr>
            <a:spLocks noGrp="1"/>
          </p:cNvSpPr>
          <p:nvPr>
            <p:ph type="ftr" sz="quarter" idx="30"/>
          </p:nvPr>
        </p:nvSpPr>
        <p:spPr/>
        <p:txBody>
          <a:bodyPr/>
          <a:lstStyle/>
          <a:p>
            <a:endParaRPr lang="en-GB"/>
          </a:p>
        </p:txBody>
      </p:sp>
      <p:sp>
        <p:nvSpPr>
          <p:cNvPr id="6" name="Slide Number Placeholder 5">
            <a:extLst>
              <a:ext uri="{FF2B5EF4-FFF2-40B4-BE49-F238E27FC236}">
                <a16:creationId xmlns:a16="http://schemas.microsoft.com/office/drawing/2014/main" id="{C11B311B-7645-A98A-D49A-2DA2267BD696}"/>
              </a:ext>
            </a:extLst>
          </p:cNvPr>
          <p:cNvSpPr>
            <a:spLocks noGrp="1"/>
          </p:cNvSpPr>
          <p:nvPr>
            <p:ph type="sldNum" sz="quarter" idx="3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326445486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36000" tIns="36000" rIns="36000" bIns="36000">
            <a:noAutofit/>
          </a:bodyPr>
          <a:lstStyle>
            <a:lvl1pPr marL="0" indent="0">
              <a:buClr>
                <a:schemeClr val="tx2"/>
              </a:buClr>
              <a:buFont typeface="Arial" panose="020B0604020202020204" pitchFamily="34" charset="0"/>
              <a:buNone/>
              <a:defRPr/>
            </a:lvl1pPr>
            <a:lvl2pPr marL="357542" indent="0">
              <a:buClr>
                <a:schemeClr val="tx1"/>
              </a:buClr>
              <a:buFont typeface="Arial" panose="020B0604020202020204" pitchFamily="34" charset="0"/>
              <a:buNone/>
              <a:defRPr/>
            </a:lvl2pPr>
            <a:lvl3pPr marL="719982" indent="0">
              <a:buClr>
                <a:schemeClr val="tx1"/>
              </a:buClr>
              <a:buFont typeface="Arial" panose="020B0604020202020204" pitchFamily="34" charset="0"/>
              <a:buNone/>
              <a:defRPr/>
            </a:lvl3pPr>
            <a:lvl4pPr marL="1081424" indent="0">
              <a:buClr>
                <a:schemeClr val="tx1"/>
              </a:buClr>
              <a:buFont typeface="Arial" panose="020B0604020202020204" pitchFamily="34" charset="0"/>
              <a:buNone/>
              <a:defRPr/>
            </a:lvl4pPr>
            <a:lvl5pPr marL="1439964" indent="0">
              <a:buClr>
                <a:schemeClr val="tx1"/>
              </a:buClr>
              <a:buFont typeface="Arial" panose="020B0604020202020204" pitchFamily="34" charset="0"/>
              <a:buNone/>
              <a:defRPr/>
            </a:lvl5pPr>
          </a:lstStyle>
          <a:p>
            <a:pPr lvl="0"/>
            <a:r>
              <a:rPr lang="en-GB"/>
              <a:t>Click to enter text content. </a:t>
            </a:r>
            <a:r>
              <a:rPr lang="en-US"/>
              <a:t>If text content appears too large please reduce the size of the font.</a:t>
            </a:r>
            <a:endParaRPr lang="en-GB"/>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a:t>[Click here to insert image]</a:t>
            </a:r>
            <a:br>
              <a:rPr lang="en-GB"/>
            </a:br>
            <a:br>
              <a:rPr lang="en-GB"/>
            </a:br>
            <a:br>
              <a:rPr lang="en-GB"/>
            </a:br>
            <a:br>
              <a:rPr lang="en-GB"/>
            </a:br>
            <a:br>
              <a:rPr lang="en-GB"/>
            </a:br>
            <a:br>
              <a:rPr lang="en-GB"/>
            </a:br>
            <a:r>
              <a:rPr lang="en-GB"/>
              <a:t>[</a:t>
            </a:r>
            <a:r>
              <a:rPr lang="en-US"/>
              <a:t>The image can then be scaled within the frame by using the ‘Crop’ feature in the ‘Picture Format’ tab of the ribbon. Right click on image to add/edit alt text]</a:t>
            </a:r>
            <a:endParaRPr lang="en-GB"/>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0" rIns="0" bIns="0">
            <a:noAutofit/>
          </a:bodyPr>
          <a:lstStyle>
            <a:lvl1pPr marL="0" indent="0">
              <a:spcBef>
                <a:spcPts val="0"/>
              </a:spcBef>
              <a:spcAft>
                <a:spcPts val="0"/>
              </a:spcAft>
              <a:buNone/>
              <a:defRPr sz="8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a:t>Insert Source text</a:t>
            </a:r>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892829F7-D00B-D1D9-8C3F-B46975A49CE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Date Placeholder 2">
            <a:extLst>
              <a:ext uri="{FF2B5EF4-FFF2-40B4-BE49-F238E27FC236}">
                <a16:creationId xmlns:a16="http://schemas.microsoft.com/office/drawing/2014/main" id="{247E8828-EB71-0369-A18F-764AF5D38A71}"/>
              </a:ext>
            </a:extLst>
          </p:cNvPr>
          <p:cNvSpPr>
            <a:spLocks noGrp="1"/>
          </p:cNvSpPr>
          <p:nvPr>
            <p:ph type="dt" sz="half" idx="29"/>
          </p:nvPr>
        </p:nvSpPr>
        <p:spPr/>
        <p:txBody>
          <a:bodyPr/>
          <a:lstStyle/>
          <a:p>
            <a:fld id="{BCE7D9C2-7705-48E7-B1A3-46A870887043}" type="datetime4">
              <a:rPr lang="en-GB" smtClean="0"/>
              <a:t>21 December 2025</a:t>
            </a:fld>
            <a:endParaRPr lang="en-GB"/>
          </a:p>
        </p:txBody>
      </p:sp>
      <p:sp>
        <p:nvSpPr>
          <p:cNvPr id="4" name="Footer Placeholder 3">
            <a:extLst>
              <a:ext uri="{FF2B5EF4-FFF2-40B4-BE49-F238E27FC236}">
                <a16:creationId xmlns:a16="http://schemas.microsoft.com/office/drawing/2014/main" id="{A6935FD9-63CF-D14D-8261-9C6BBC8EBE63}"/>
              </a:ext>
            </a:extLst>
          </p:cNvPr>
          <p:cNvSpPr>
            <a:spLocks noGrp="1"/>
          </p:cNvSpPr>
          <p:nvPr>
            <p:ph type="ftr" sz="quarter" idx="30"/>
          </p:nvPr>
        </p:nvSpPr>
        <p:spPr/>
        <p:txBody>
          <a:bodyPr/>
          <a:lstStyle/>
          <a:p>
            <a:endParaRPr lang="en-GB"/>
          </a:p>
        </p:txBody>
      </p:sp>
      <p:sp>
        <p:nvSpPr>
          <p:cNvPr id="6" name="Slide Number Placeholder 5">
            <a:extLst>
              <a:ext uri="{FF2B5EF4-FFF2-40B4-BE49-F238E27FC236}">
                <a16:creationId xmlns:a16="http://schemas.microsoft.com/office/drawing/2014/main" id="{13EA93AF-E163-1DF3-8FAB-0442AED9B00A}"/>
              </a:ext>
            </a:extLst>
          </p:cNvPr>
          <p:cNvSpPr>
            <a:spLocks noGrp="1"/>
          </p:cNvSpPr>
          <p:nvPr>
            <p:ph type="sldNum" sz="quarter" idx="31"/>
          </p:nvPr>
        </p:nvSpPr>
        <p:spPr/>
        <p:txBody>
          <a:bodyPr/>
          <a:lstStyle/>
          <a:p>
            <a:fld id="{9F9F533D-B52E-4A2F-BF72-0ADD2D94BD75}" type="slidenum">
              <a:rPr lang="en-GB" smtClean="0"/>
              <a:pPr/>
              <a:t>‹#›</a:t>
            </a:fld>
            <a:endParaRPr lang="en-GB"/>
          </a:p>
        </p:txBody>
      </p:sp>
    </p:spTree>
    <p:extLst>
      <p:ext uri="{BB962C8B-B14F-4D97-AF65-F5344CB8AC3E}">
        <p14:creationId xmlns:p14="http://schemas.microsoft.com/office/powerpoint/2010/main" val="189069072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5F149B00-F516-42B0-B461-AAE972FAC6AB}" type="datetime4">
              <a:rPr lang="en-GB" smtClean="0"/>
              <a:t>21 December 2025</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36000" rIns="36000">
            <a:noAutofit/>
          </a:bodyPr>
          <a:lstStyle>
            <a:lvl1pPr marL="0" indent="0">
              <a:buNone/>
              <a:defRPr/>
            </a:lvl1pPr>
          </a:lstStyle>
          <a:p>
            <a:r>
              <a:rPr lang="en-GB"/>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CFC215B3-1FB2-8234-43A0-F10081D89FE6}"/>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74229332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CD080B49-D517-43A3-B990-7342C54F4E09}" type="datetime4">
              <a:rPr lang="en-GB" smtClean="0"/>
              <a:t>21 December 2025</a:t>
            </a:fld>
            <a:endParaRPr lang="en-GB"/>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36000" rIns="36000">
            <a:noAutofit/>
          </a:bodyPr>
          <a:lstStyle>
            <a:lvl1pPr marL="0" indent="0">
              <a:buNone/>
              <a:defRPr/>
            </a:lvl1pPr>
          </a:lstStyle>
          <a:p>
            <a:r>
              <a:rPr lang="en-GB"/>
              <a:t>[Click CHART icons to insert chart.]</a:t>
            </a:r>
            <a:br>
              <a:rPr lang="en-GB"/>
            </a:br>
            <a:r>
              <a:rPr lang="en-US"/>
              <a:t>Please ensure your chart title, legend, x and y axis titles are minimum 12 pt, Arial black for accessibility. </a:t>
            </a:r>
          </a:p>
          <a:p>
            <a:endParaRPr lang="en-GB"/>
          </a:p>
          <a:p>
            <a:endParaRPr lang="en-GB"/>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E617660-F2DC-E09E-FCD2-2D56713F40B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04417525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2CE9F58E-D044-44B9-A9F6-F57EF6C98C23}" type="datetime4">
              <a:rPr lang="en-GB" smtClean="0"/>
              <a:t>21 December 2025</a:t>
            </a:fld>
            <a:endParaRPr lang="en-GB"/>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B627EE7-29BC-7E7B-5DF4-1D96E07AD3F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226801860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fld id="{3F419101-A6D1-45BF-9C61-015F259AC6AB}" type="datetime4">
              <a:rPr lang="en-GB" smtClean="0"/>
              <a:t>21 December 2025</a:t>
            </a:fld>
            <a:endParaRPr lang="en-GB"/>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endParaRPr lang="en-GB"/>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0" rIns="0" bIns="0" anchor="b">
            <a:noAutofit/>
          </a:bodyPr>
          <a:lstStyle>
            <a:lvl1pPr marL="0" indent="0">
              <a:buNone/>
              <a:defRPr sz="8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2" name="Graphic 1">
            <a:extLst>
              <a:ext uri="{FF2B5EF4-FFF2-40B4-BE49-F238E27FC236}">
                <a16:creationId xmlns:a16="http://schemas.microsoft.com/office/drawing/2014/main" id="{0C1283EF-E472-0D19-62E8-0008FC03971D}"/>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7328" t="12162" r="1499" b="12843"/>
          <a:stretch/>
        </p:blipFill>
        <p:spPr>
          <a:xfrm>
            <a:off x="10847037" y="6191252"/>
            <a:ext cx="1215582" cy="563804"/>
          </a:xfrm>
          <a:prstGeom prst="rect">
            <a:avLst/>
          </a:prstGeom>
        </p:spPr>
      </p:pic>
      <p:sp>
        <p:nvSpPr>
          <p:cNvPr id="3" name="Freeform: Shape 2">
            <a:extLst>
              <a:ext uri="{FF2B5EF4-FFF2-40B4-BE49-F238E27FC236}">
                <a16:creationId xmlns:a16="http://schemas.microsoft.com/office/drawing/2014/main" id="{354C983F-C815-9C16-5CEE-1598AF9E136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3338194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fld id="{4D3EDF52-AA25-4D3D-B58F-5AD3E5949366}" type="datetime4">
              <a:rPr lang="en-GB" smtClean="0"/>
              <a:t>21 December 2025</a:t>
            </a:fld>
            <a:endParaRPr lang="en-GB"/>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Tree>
    <p:extLst>
      <p:ext uri="{BB962C8B-B14F-4D97-AF65-F5344CB8AC3E}">
        <p14:creationId xmlns:p14="http://schemas.microsoft.com/office/powerpoint/2010/main" val="152916583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Section Header 1">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37175" y="5967611"/>
            <a:ext cx="1401150" cy="422366"/>
          </a:xfrm>
          <a:prstGeom prst="rect">
            <a:avLst/>
          </a:prstGeom>
        </p:spPr>
      </p:pic>
      <p:graphicFrame>
        <p:nvGraphicFramePr>
          <p:cNvPr id="2" name="Object 1" hidden="1">
            <a:extLst>
              <a:ext uri="{FF2B5EF4-FFF2-40B4-BE49-F238E27FC236}">
                <a16:creationId xmlns:a16="http://schemas.microsoft.com/office/drawing/2014/main" id="{B465F7C9-2DD0-029B-C39C-E172165ABDAB}"/>
              </a:ext>
            </a:extLst>
          </p:cNvPr>
          <p:cNvGraphicFramePr>
            <a:graphicFrameLocks noChangeAspect="1"/>
          </p:cNvGraphicFramePr>
          <p:nvPr userDrawn="1">
            <p:custDataLst>
              <p:tags r:id="rId2"/>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B465F7C9-2DD0-029B-C39C-E172165ABDA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3C8C0300-5E34-01FA-8DA8-816FE17514CD}"/>
              </a:ext>
            </a:extLst>
          </p:cNvPr>
          <p:cNvPicPr>
            <a:picLocks noChangeAspect="1"/>
          </p:cNvPicPr>
          <p:nvPr userDrawn="1"/>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90818684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Section Header 2">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8276E86-C9B6-1B20-0470-A93E9FE76804}"/>
              </a:ext>
            </a:extLst>
          </p:cNvPr>
          <p:cNvGraphicFramePr>
            <a:graphicFrameLocks noChangeAspect="1"/>
          </p:cNvGraphicFramePr>
          <p:nvPr>
            <p:custDataLst>
              <p:tags r:id="rId1"/>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3" name="Object 2" hidden="1">
                        <a:extLst>
                          <a:ext uri="{FF2B5EF4-FFF2-40B4-BE49-F238E27FC236}">
                            <a16:creationId xmlns:a16="http://schemas.microsoft.com/office/drawing/2014/main" id="{C8276E86-C9B6-1B20-0470-A93E9FE7680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vert="horz">
            <a:noAutofit/>
          </a:bodyPr>
          <a:lstStyle>
            <a:lvl1pPr>
              <a:defRPr sz="3600">
                <a:solidFill>
                  <a:schemeClr val="bg1"/>
                </a:solidFill>
              </a:defRPr>
            </a:lvl1pPr>
          </a:lstStyle>
          <a:p>
            <a:r>
              <a:rPr lang="en-US"/>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13772" t="25173" r="16016" b="28870"/>
          <a:stretch/>
        </p:blipFill>
        <p:spPr>
          <a:xfrm>
            <a:off x="322824" y="5861243"/>
            <a:ext cx="1586940" cy="585704"/>
          </a:xfrm>
          <a:prstGeom prst="rect">
            <a:avLst/>
          </a:prstGeom>
        </p:spPr>
      </p:pic>
      <p:graphicFrame>
        <p:nvGraphicFramePr>
          <p:cNvPr id="2" name="Object 1" hidden="1">
            <a:extLst>
              <a:ext uri="{FF2B5EF4-FFF2-40B4-BE49-F238E27FC236}">
                <a16:creationId xmlns:a16="http://schemas.microsoft.com/office/drawing/2014/main" id="{C974C1E3-F673-6C02-80D2-918CC00E2B06}"/>
              </a:ext>
            </a:extLst>
          </p:cNvPr>
          <p:cNvGraphicFramePr>
            <a:graphicFrameLocks noChangeAspect="1"/>
          </p:cNvGraphicFramePr>
          <p:nvPr userDrawn="1">
            <p:custDataLst>
              <p:tags r:id="rId2"/>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2" name="Object 1" hidden="1">
                        <a:extLst>
                          <a:ext uri="{FF2B5EF4-FFF2-40B4-BE49-F238E27FC236}">
                            <a16:creationId xmlns:a16="http://schemas.microsoft.com/office/drawing/2014/main" id="{C974C1E3-F673-6C02-80D2-918CC00E2B0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B5553F47-A3E3-7613-63E9-F408F27A9BD1}"/>
              </a:ext>
            </a:extLst>
          </p:cNvPr>
          <p:cNvPicPr>
            <a:picLocks noChangeAspect="1"/>
          </p:cNvPicPr>
          <p:nvPr userDrawn="1"/>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13772" t="25173" r="16016" b="28870"/>
          <a:stretch/>
        </p:blipFill>
        <p:spPr>
          <a:xfrm>
            <a:off x="322824" y="5861243"/>
            <a:ext cx="1586940" cy="585704"/>
          </a:xfrm>
          <a:prstGeom prst="rect">
            <a:avLst/>
          </a:prstGeom>
        </p:spPr>
      </p:pic>
    </p:spTree>
    <p:extLst>
      <p:ext uri="{BB962C8B-B14F-4D97-AF65-F5344CB8AC3E}">
        <p14:creationId xmlns:p14="http://schemas.microsoft.com/office/powerpoint/2010/main" val="76943724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pic>
        <p:nvPicPr>
          <p:cNvPr id="4" name="Graphic 3">
            <a:extLst>
              <a:ext uri="{FF2B5EF4-FFF2-40B4-BE49-F238E27FC236}">
                <a16:creationId xmlns:a16="http://schemas.microsoft.com/office/drawing/2014/main" id="{2A31EE88-6D6C-D069-3146-A339C9601635}"/>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5" name="Rectangle 4">
            <a:extLst>
              <a:ext uri="{FF2B5EF4-FFF2-40B4-BE49-F238E27FC236}">
                <a16:creationId xmlns:a16="http://schemas.microsoft.com/office/drawing/2014/main" id="{7445B33E-2C66-175D-1B1C-7BB81E21C5EE}"/>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a:solidFill>
                  <a:srgbClr val="FFFFFF"/>
                </a:solidFill>
                <a:latin typeface="+mn-lt"/>
              </a:rPr>
              <a:t>gsk.com</a:t>
            </a:r>
          </a:p>
        </p:txBody>
      </p:sp>
      <p:pic>
        <p:nvPicPr>
          <p:cNvPr id="7" name="Graphic 6">
            <a:extLst>
              <a:ext uri="{FF2B5EF4-FFF2-40B4-BE49-F238E27FC236}">
                <a16:creationId xmlns:a16="http://schemas.microsoft.com/office/drawing/2014/main" id="{E7BF19C8-4ECE-0C1F-50D8-D1CBA751078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15259548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a:solidFill>
                  <a:schemeClr val="bg1"/>
                </a:solidFill>
              </a:rPr>
              <a:t>Do not use </a:t>
            </a:r>
            <a:br>
              <a:rPr lang="en-GB" sz="9600" kern="0">
                <a:solidFill>
                  <a:schemeClr val="bg1"/>
                </a:solidFill>
              </a:rPr>
            </a:br>
            <a:r>
              <a:rPr lang="en-GB" sz="9600" kern="0">
                <a:solidFill>
                  <a:schemeClr val="bg1"/>
                </a:solidFill>
              </a:rPr>
              <a:t>layouts that appear </a:t>
            </a:r>
            <a:br>
              <a:rPr lang="en-GB" sz="9600" kern="0">
                <a:solidFill>
                  <a:schemeClr val="bg1"/>
                </a:solidFill>
              </a:rPr>
            </a:br>
            <a:r>
              <a:rPr lang="en-GB" sz="9600" kern="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
        <p:nvSpPr>
          <p:cNvPr id="2" name="Rectangle 1">
            <a:extLst>
              <a:ext uri="{FF2B5EF4-FFF2-40B4-BE49-F238E27FC236}">
                <a16:creationId xmlns:a16="http://schemas.microsoft.com/office/drawing/2014/main" id="{D971DFFD-2455-676B-AE64-9BFFC5437EDC}"/>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a:solidFill>
                  <a:schemeClr val="bg1"/>
                </a:solidFill>
              </a:rPr>
              <a:t>Do not use </a:t>
            </a:r>
            <a:br>
              <a:rPr lang="en-GB" sz="9600" kern="0">
                <a:solidFill>
                  <a:schemeClr val="bg1"/>
                </a:solidFill>
              </a:rPr>
            </a:br>
            <a:r>
              <a:rPr lang="en-GB" sz="9600" kern="0">
                <a:solidFill>
                  <a:schemeClr val="bg1"/>
                </a:solidFill>
              </a:rPr>
              <a:t>layouts that appear </a:t>
            </a:r>
            <a:br>
              <a:rPr lang="en-GB" sz="9600" kern="0">
                <a:solidFill>
                  <a:schemeClr val="bg1"/>
                </a:solidFill>
              </a:rPr>
            </a:br>
            <a:r>
              <a:rPr lang="en-GB" sz="9600" kern="0">
                <a:solidFill>
                  <a:schemeClr val="bg1"/>
                </a:solidFill>
              </a:rPr>
              <a:t>after this point</a:t>
            </a:r>
          </a:p>
        </p:txBody>
      </p:sp>
      <p:pic>
        <p:nvPicPr>
          <p:cNvPr id="3" name="Graphic 2">
            <a:extLst>
              <a:ext uri="{FF2B5EF4-FFF2-40B4-BE49-F238E27FC236}">
                <a16:creationId xmlns:a16="http://schemas.microsoft.com/office/drawing/2014/main" id="{49D3E439-CEEB-5A25-B0DB-B35AA868A58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3211022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none">
                <a:solidFill>
                  <a:schemeClr val="tx1"/>
                </a:solidFill>
              </a:defRPr>
            </a:lvl1pPr>
          </a:lstStyle>
          <a:p>
            <a:r>
              <a:rPr lang="en-US"/>
              <a:t>1 Column + Content</a:t>
            </a:r>
          </a:p>
        </p:txBody>
      </p:sp>
      <p:sp>
        <p:nvSpPr>
          <p:cNvPr id="11" name="Content Placeholder 10"/>
          <p:cNvSpPr>
            <a:spLocks noGrp="1"/>
          </p:cNvSpPr>
          <p:nvPr>
            <p:ph sz="quarter" idx="10" hasCustomPrompt="1"/>
          </p:nvPr>
        </p:nvSpPr>
        <p:spPr>
          <a:xfrm>
            <a:off x="419100" y="1127125"/>
            <a:ext cx="11353800" cy="1692771"/>
          </a:xfrm>
          <a:prstGeom prst="rect">
            <a:avLst/>
          </a:prstGeom>
        </p:spPr>
        <p:txBody>
          <a:bodyPr/>
          <a:lstStyle>
            <a:lvl1pPr>
              <a:spcBef>
                <a:spcPts val="0"/>
              </a:spcBef>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263275376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6" y="242888"/>
            <a:ext cx="11460163" cy="430887"/>
          </a:xfrm>
        </p:spPr>
        <p:txBody>
          <a:bodyPr/>
          <a:lstStyle/>
          <a:p>
            <a:r>
              <a:rPr lang="en-US"/>
              <a:t>Click to edit Master title style</a:t>
            </a:r>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616" indent="0" algn="ctr">
              <a:buNone/>
              <a:defRPr>
                <a:solidFill>
                  <a:schemeClr val="tx1">
                    <a:tint val="75000"/>
                  </a:schemeClr>
                </a:solidFill>
              </a:defRPr>
            </a:lvl2pPr>
            <a:lvl3pPr marL="1219231" indent="0" algn="ctr">
              <a:buNone/>
              <a:defRPr>
                <a:solidFill>
                  <a:schemeClr val="tx1">
                    <a:tint val="75000"/>
                  </a:schemeClr>
                </a:solidFill>
              </a:defRPr>
            </a:lvl3pPr>
            <a:lvl4pPr marL="1828845" indent="0" algn="ctr">
              <a:buNone/>
              <a:defRPr>
                <a:solidFill>
                  <a:schemeClr val="tx1">
                    <a:tint val="75000"/>
                  </a:schemeClr>
                </a:solidFill>
              </a:defRPr>
            </a:lvl4pPr>
            <a:lvl5pPr marL="2438461" indent="0" algn="ctr">
              <a:buNone/>
              <a:defRPr>
                <a:solidFill>
                  <a:schemeClr val="tx1">
                    <a:tint val="75000"/>
                  </a:schemeClr>
                </a:solidFill>
              </a:defRPr>
            </a:lvl5pPr>
            <a:lvl6pPr marL="3048076" indent="0" algn="ctr">
              <a:buNone/>
              <a:defRPr>
                <a:solidFill>
                  <a:schemeClr val="tx1">
                    <a:tint val="75000"/>
                  </a:schemeClr>
                </a:solidFill>
              </a:defRPr>
            </a:lvl6pPr>
            <a:lvl7pPr marL="3657692" indent="0" algn="ctr">
              <a:buNone/>
              <a:defRPr>
                <a:solidFill>
                  <a:schemeClr val="tx1">
                    <a:tint val="75000"/>
                  </a:schemeClr>
                </a:solidFill>
              </a:defRPr>
            </a:lvl7pPr>
            <a:lvl8pPr marL="4267307" indent="0" algn="ctr">
              <a:buNone/>
              <a:defRPr>
                <a:solidFill>
                  <a:schemeClr val="tx1">
                    <a:tint val="75000"/>
                  </a:schemeClr>
                </a:solidFill>
              </a:defRPr>
            </a:lvl8pPr>
            <a:lvl9pPr marL="4876922" indent="0" algn="ctr">
              <a:buNone/>
              <a:defRPr>
                <a:solidFill>
                  <a:schemeClr val="tx1">
                    <a:tint val="75000"/>
                  </a:schemeClr>
                </a:solidFill>
              </a:defRPr>
            </a:lvl9pPr>
          </a:lstStyle>
          <a:p>
            <a:r>
              <a:rPr lang="en-GB"/>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p:nvSpPr>
        <p:spPr>
          <a:xfrm>
            <a:off x="1" y="184646"/>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800"/>
          </a:p>
        </p:txBody>
      </p:sp>
    </p:spTree>
    <p:extLst>
      <p:ext uri="{BB962C8B-B14F-4D97-AF65-F5344CB8AC3E}">
        <p14:creationId xmlns:p14="http://schemas.microsoft.com/office/powerpoint/2010/main" val="4101202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BA6AAF-E498-FCE4-612F-FA80649B2818}"/>
              </a:ext>
            </a:extLst>
          </p:cNvPr>
          <p:cNvSpPr>
            <a:spLocks noGrp="1"/>
          </p:cNvSpPr>
          <p:nvPr>
            <p:ph type="dt" sz="half" idx="10"/>
          </p:nvPr>
        </p:nvSpPr>
        <p:spPr/>
        <p:txBody>
          <a:bodyPr/>
          <a:lstStyle/>
          <a:p>
            <a:fld id="{04DB0939-3FFA-44F9-A090-F5F04D2D506B}" type="datetime4">
              <a:rPr lang="en-GB" smtClean="0"/>
              <a:t>21 December 2025</a:t>
            </a:fld>
            <a:endParaRPr lang="en-US"/>
          </a:p>
        </p:txBody>
      </p:sp>
      <p:sp>
        <p:nvSpPr>
          <p:cNvPr id="3" name="Footer Placeholder 2">
            <a:extLst>
              <a:ext uri="{FF2B5EF4-FFF2-40B4-BE49-F238E27FC236}">
                <a16:creationId xmlns:a16="http://schemas.microsoft.com/office/drawing/2014/main" id="{13A41A89-03D3-403F-3403-28DA7B7BF3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804421-8C9F-5C6F-6907-C475B3E2C80C}"/>
              </a:ext>
            </a:extLst>
          </p:cNvPr>
          <p:cNvSpPr>
            <a:spLocks noGrp="1"/>
          </p:cNvSpPr>
          <p:nvPr>
            <p:ph type="sldNum" sz="quarter" idx="12"/>
          </p:nvPr>
        </p:nvSpPr>
        <p:spPr/>
        <p:txBody>
          <a:bodyPr/>
          <a:lstStyle/>
          <a:p>
            <a:fld id="{4B9B3B01-9C27-4D4B-B55E-30DD78B743D4}" type="slidenum">
              <a:rPr lang="en-US" smtClean="0"/>
              <a:t>‹#›</a:t>
            </a:fld>
            <a:endParaRPr lang="en-US"/>
          </a:p>
        </p:txBody>
      </p:sp>
    </p:spTree>
    <p:extLst>
      <p:ext uri="{BB962C8B-B14F-4D97-AF65-F5344CB8AC3E}">
        <p14:creationId xmlns:p14="http://schemas.microsoft.com/office/powerpoint/2010/main" val="136273501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F3F2F77-D80F-4B57-99F1-EDDA4B359CA8}"/>
              </a:ext>
            </a:extLst>
          </p:cNvPr>
          <p:cNvCxnSpPr>
            <a:cxnSpLocks/>
          </p:cNvCxnSpPr>
          <p:nvPr userDrawn="1"/>
        </p:nvCxnSpPr>
        <p:spPr>
          <a:xfrm>
            <a:off x="673100" y="672643"/>
            <a:ext cx="11067281" cy="0"/>
          </a:xfrm>
          <a:prstGeom prst="line">
            <a:avLst/>
          </a:prstGeom>
          <a:ln w="6350">
            <a:solidFill>
              <a:srgbClr val="071D49"/>
            </a:solidFill>
          </a:ln>
        </p:spPr>
        <p:style>
          <a:lnRef idx="1">
            <a:schemeClr val="dk1"/>
          </a:lnRef>
          <a:fillRef idx="0">
            <a:schemeClr val="dk1"/>
          </a:fillRef>
          <a:effectRef idx="0">
            <a:schemeClr val="dk1"/>
          </a:effectRef>
          <a:fontRef idx="minor">
            <a:schemeClr val="tx1"/>
          </a:fontRef>
        </p:style>
      </p:cxnSp>
      <p:sp>
        <p:nvSpPr>
          <p:cNvPr id="14" name="Text Placeholder 13">
            <a:extLst>
              <a:ext uri="{FF2B5EF4-FFF2-40B4-BE49-F238E27FC236}">
                <a16:creationId xmlns:a16="http://schemas.microsoft.com/office/drawing/2014/main" id="{B323011C-889E-40FB-9049-ADF73277EB1E}"/>
              </a:ext>
            </a:extLst>
          </p:cNvPr>
          <p:cNvSpPr>
            <a:spLocks noGrp="1"/>
          </p:cNvSpPr>
          <p:nvPr>
            <p:ph type="body" sz="quarter" idx="12" hasCustomPrompt="1"/>
          </p:nvPr>
        </p:nvSpPr>
        <p:spPr>
          <a:xfrm>
            <a:off x="673100" y="2002394"/>
            <a:ext cx="11075988" cy="4411469"/>
          </a:xfrm>
          <a:prstGeom prst="rect">
            <a:avLst/>
          </a:prstGeom>
        </p:spPr>
        <p:txBody>
          <a:bodyPr wrap="square" lIns="0" tIns="0" rIns="0" bIns="0">
            <a:noAutofit/>
          </a:bodyPr>
          <a:lstStyle>
            <a:lvl1pPr marL="0" indent="0">
              <a:lnSpc>
                <a:spcPct val="100000"/>
              </a:lnSpc>
              <a:spcBef>
                <a:spcPts val="0"/>
              </a:spcBef>
              <a:spcAft>
                <a:spcPts val="300"/>
              </a:spcAft>
              <a:buNone/>
              <a:defRPr sz="1800" spc="-50" baseline="0">
                <a:solidFill>
                  <a:srgbClr val="071D49"/>
                </a:solidFill>
                <a:latin typeface="Raleway" panose="020B0503030101060003" pitchFamily="34" charset="0"/>
              </a:defRPr>
            </a:lvl1pPr>
            <a:lvl2pPr marL="180000" indent="-180000">
              <a:lnSpc>
                <a:spcPct val="100000"/>
              </a:lnSpc>
              <a:spcBef>
                <a:spcPts val="0"/>
              </a:spcBef>
              <a:spcAft>
                <a:spcPts val="300"/>
              </a:spcAft>
              <a:buClr>
                <a:srgbClr val="EB1852"/>
              </a:buClr>
              <a:buFont typeface="Raleway" panose="020B0503030101060003" pitchFamily="34" charset="77"/>
              <a:buChar char="/"/>
              <a:defRPr sz="1400">
                <a:solidFill>
                  <a:srgbClr val="071D49"/>
                </a:solidFill>
                <a:latin typeface="Raleway" panose="020B0503030101060003" pitchFamily="34" charset="0"/>
              </a:defRPr>
            </a:lvl2pPr>
            <a:lvl3pPr marL="180000" indent="-180000">
              <a:lnSpc>
                <a:spcPct val="100000"/>
              </a:lnSpc>
              <a:spcBef>
                <a:spcPts val="0"/>
              </a:spcBef>
              <a:spcAft>
                <a:spcPts val="300"/>
              </a:spcAft>
              <a:buClr>
                <a:srgbClr val="EB1852"/>
              </a:buClr>
              <a:buFont typeface="Raleway" panose="020B0503030101060003" pitchFamily="34" charset="77"/>
              <a:buChar char="/"/>
              <a:defRPr sz="1100">
                <a:solidFill>
                  <a:srgbClr val="071D49"/>
                </a:solidFill>
                <a:latin typeface="Raleway" panose="020B0503030101060003" pitchFamily="34" charset="0"/>
              </a:defRPr>
            </a:lvl3pPr>
            <a:lvl4pPr marL="180000" indent="-180000">
              <a:lnSpc>
                <a:spcPct val="100000"/>
              </a:lnSpc>
              <a:spcBef>
                <a:spcPts val="0"/>
              </a:spcBef>
              <a:spcAft>
                <a:spcPts val="300"/>
              </a:spcAft>
              <a:buClr>
                <a:srgbClr val="EB1852"/>
              </a:buClr>
              <a:buFont typeface="Raleway" panose="020B0503030101060003" pitchFamily="34" charset="77"/>
              <a:buChar char="/"/>
              <a:defRPr sz="850">
                <a:solidFill>
                  <a:srgbClr val="071D49"/>
                </a:solidFill>
                <a:latin typeface="Raleway" panose="020B0503030101060003" pitchFamily="34" charset="0"/>
              </a:defRPr>
            </a:lvl4pPr>
            <a:lvl5pPr marL="0" indent="0">
              <a:lnSpc>
                <a:spcPct val="100000"/>
              </a:lnSpc>
              <a:spcBef>
                <a:spcPts val="0"/>
              </a:spcBef>
              <a:spcAft>
                <a:spcPts val="200"/>
              </a:spcAft>
              <a:buNone/>
              <a:defRPr sz="1100" b="1">
                <a:solidFill>
                  <a:srgbClr val="E40046"/>
                </a:solidFill>
                <a:latin typeface="Raleway" panose="020B0503030101060003" pitchFamily="34" charset="0"/>
              </a:defRPr>
            </a:lvl5pPr>
            <a:lvl6pPr marL="0" indent="0">
              <a:lnSpc>
                <a:spcPct val="100000"/>
              </a:lnSpc>
              <a:spcBef>
                <a:spcPts val="0"/>
              </a:spcBef>
              <a:buNone/>
              <a:defRPr sz="1100">
                <a:solidFill>
                  <a:srgbClr val="071D49"/>
                </a:solidFill>
                <a:latin typeface="Raleway" panose="020B0503030101060003" pitchFamily="34" charset="0"/>
              </a:defRPr>
            </a:lvl6pPr>
          </a:lstStyle>
          <a:p>
            <a:pPr lvl="0"/>
            <a:r>
              <a:rPr lang="en-GB"/>
              <a:t>Top level, </a:t>
            </a:r>
            <a:r>
              <a:rPr lang="en-GB" err="1"/>
              <a:t>Raleway</a:t>
            </a:r>
            <a:r>
              <a:rPr lang="en-GB"/>
              <a:t> no bullet</a:t>
            </a:r>
          </a:p>
          <a:p>
            <a:pPr lvl="1"/>
            <a:r>
              <a:rPr lang="en-GB"/>
              <a:t>Second level, </a:t>
            </a:r>
            <a:r>
              <a:rPr lang="en-GB" err="1"/>
              <a:t>Raleway</a:t>
            </a:r>
            <a:r>
              <a:rPr lang="en-GB"/>
              <a:t> bullet point</a:t>
            </a:r>
          </a:p>
          <a:p>
            <a:pPr lvl="2"/>
            <a:r>
              <a:rPr lang="en-GB"/>
              <a:t>Third level, </a:t>
            </a:r>
            <a:r>
              <a:rPr lang="en-GB" err="1"/>
              <a:t>Raleway</a:t>
            </a:r>
            <a:r>
              <a:rPr lang="en-GB"/>
              <a:t> bullet point</a:t>
            </a:r>
          </a:p>
          <a:p>
            <a:pPr lvl="3"/>
            <a:r>
              <a:rPr lang="en-GB"/>
              <a:t>Fourth level, </a:t>
            </a:r>
            <a:r>
              <a:rPr lang="en-GB" err="1"/>
              <a:t>Raleway</a:t>
            </a:r>
            <a:r>
              <a:rPr lang="en-GB"/>
              <a:t> bullet point</a:t>
            </a:r>
          </a:p>
          <a:p>
            <a:pPr lvl="3"/>
            <a:endParaRPr lang="en-GB"/>
          </a:p>
          <a:p>
            <a:pPr lvl="4"/>
            <a:r>
              <a:rPr lang="en-GB"/>
              <a:t>Sub heading, </a:t>
            </a:r>
            <a:r>
              <a:rPr lang="en-GB" err="1"/>
              <a:t>Raleway</a:t>
            </a:r>
            <a:r>
              <a:rPr lang="en-GB"/>
              <a:t> Bold</a:t>
            </a:r>
          </a:p>
          <a:p>
            <a:pPr lvl="5"/>
            <a:r>
              <a:rPr lang="en-GB"/>
              <a:t>Body copy </a:t>
            </a:r>
            <a:r>
              <a:rPr lang="en-GB" err="1"/>
              <a:t>Raleway</a:t>
            </a:r>
            <a:endParaRPr lang="en-GB"/>
          </a:p>
        </p:txBody>
      </p:sp>
      <p:sp>
        <p:nvSpPr>
          <p:cNvPr id="8" name="Slide Number Placeholder 5">
            <a:extLst>
              <a:ext uri="{FF2B5EF4-FFF2-40B4-BE49-F238E27FC236}">
                <a16:creationId xmlns:a16="http://schemas.microsoft.com/office/drawing/2014/main" id="{D94DDC7D-2914-4CFD-8ABB-6752F6A9CD52}"/>
              </a:ext>
            </a:extLst>
          </p:cNvPr>
          <p:cNvSpPr>
            <a:spLocks noGrp="1"/>
          </p:cNvSpPr>
          <p:nvPr>
            <p:ph type="sldNum" sz="quarter" idx="4"/>
          </p:nvPr>
        </p:nvSpPr>
        <p:spPr>
          <a:xfrm>
            <a:off x="9468000" y="6518366"/>
            <a:ext cx="2628000" cy="203109"/>
          </a:xfrm>
          <a:prstGeom prst="rect">
            <a:avLst/>
          </a:prstGeom>
        </p:spPr>
        <p:txBody>
          <a:bodyPr vert="horz" lIns="0" tIns="0" rIns="0" bIns="0" rtlCol="0" anchor="ctr"/>
          <a:lstStyle>
            <a:lvl1pPr algn="r">
              <a:defRPr sz="1200" b="1">
                <a:solidFill>
                  <a:schemeClr val="bg1"/>
                </a:solidFill>
                <a:latin typeface="Raleway" charset="0"/>
                <a:ea typeface="Raleway" charset="0"/>
                <a:cs typeface="Raleway"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A4924F2-D2C6-4E44-94BF-16121116D9F5}" type="slidenum">
              <a:rPr kumimoji="0" lang="en-GB" sz="1200" b="1" i="0" u="none" strike="noStrike" kern="1200" cap="none" spc="0" normalizeH="0" baseline="0" noProof="0" smtClean="0">
                <a:ln>
                  <a:noFill/>
                </a:ln>
                <a:solidFill>
                  <a:prstClr val="white"/>
                </a:solidFill>
                <a:effectLst/>
                <a:uLnTx/>
                <a:uFillTx/>
                <a:latin typeface="Raleway"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1" i="0" u="none" strike="noStrike" kern="1200" cap="none" spc="0" normalizeH="0" baseline="0" noProof="0">
              <a:ln>
                <a:noFill/>
              </a:ln>
              <a:solidFill>
                <a:prstClr val="white"/>
              </a:solidFill>
              <a:effectLst/>
              <a:uLnTx/>
              <a:uFillTx/>
              <a:latin typeface="Raleway" charset="0"/>
            </a:endParaRPr>
          </a:p>
        </p:txBody>
      </p:sp>
      <p:sp>
        <p:nvSpPr>
          <p:cNvPr id="20" name="Text Placeholder 4">
            <a:extLst>
              <a:ext uri="{FF2B5EF4-FFF2-40B4-BE49-F238E27FC236}">
                <a16:creationId xmlns:a16="http://schemas.microsoft.com/office/drawing/2014/main" id="{649F6394-059D-48A0-B628-F8AC4DC3034B}"/>
              </a:ext>
            </a:extLst>
          </p:cNvPr>
          <p:cNvSpPr>
            <a:spLocks noGrp="1"/>
          </p:cNvSpPr>
          <p:nvPr>
            <p:ph type="body" sz="quarter" idx="13" hasCustomPrompt="1"/>
          </p:nvPr>
        </p:nvSpPr>
        <p:spPr>
          <a:xfrm>
            <a:off x="8579212" y="6332341"/>
            <a:ext cx="3169876" cy="96950"/>
          </a:xfrm>
          <a:prstGeom prst="rect">
            <a:avLst/>
          </a:prstGeom>
        </p:spPr>
        <p:txBody>
          <a:bodyPr lIns="0" tIns="0" rIns="0" bIns="0">
            <a:noAutofit/>
          </a:bodyPr>
          <a:lstStyle>
            <a:lvl1pPr marL="0" indent="0" algn="r">
              <a:buNone/>
              <a:defRPr sz="700">
                <a:solidFill>
                  <a:srgbClr val="071D49"/>
                </a:solidFill>
                <a:latin typeface="Raleway" panose="020B05030301010600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disclaimer place holder</a:t>
            </a:r>
          </a:p>
        </p:txBody>
      </p:sp>
    </p:spTree>
    <p:extLst>
      <p:ext uri="{BB962C8B-B14F-4D97-AF65-F5344CB8AC3E}">
        <p14:creationId xmlns:p14="http://schemas.microsoft.com/office/powerpoint/2010/main" val="102031640"/>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90"/>
                        <a:ext cx="2116" cy="1587"/>
                      </a:xfrm>
                      <a:prstGeom prst="rect">
                        <a:avLst/>
                      </a:prstGeom>
                    </p:spPr>
                  </p:pic>
                </p:oleObj>
              </mc:Fallback>
            </mc:AlternateContent>
          </a:graphicData>
        </a:graphic>
      </p:graphicFrame>
      <p:sp>
        <p:nvSpPr>
          <p:cNvPr id="5" name="Title 4"/>
          <p:cNvSpPr>
            <a:spLocks noGrp="1"/>
          </p:cNvSpPr>
          <p:nvPr>
            <p:ph type="title"/>
          </p:nvPr>
        </p:nvSpPr>
        <p:spPr>
          <a:xfrm>
            <a:off x="486833" y="294810"/>
            <a:ext cx="10102852" cy="338554"/>
          </a:xfrm>
        </p:spPr>
        <p:txBody>
          <a:bodyPr/>
          <a:lstStyle/>
          <a:p>
            <a:r>
              <a:rPr lang="en-US"/>
              <a:t>Click to edit Master title style</a:t>
            </a:r>
            <a:endParaRPr lang="en-GB"/>
          </a:p>
        </p:txBody>
      </p:sp>
      <p:sp>
        <p:nvSpPr>
          <p:cNvPr id="16" name="Content Placeholder 15"/>
          <p:cNvSpPr>
            <a:spLocks noGrp="1"/>
          </p:cNvSpPr>
          <p:nvPr>
            <p:ph sz="quarter" idx="12"/>
          </p:nvPr>
        </p:nvSpPr>
        <p:spPr>
          <a:xfrm>
            <a:off x="486834" y="1196154"/>
            <a:ext cx="11231033" cy="465854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p:cNvSpPr>
            <a:spLocks noGrp="1"/>
          </p:cNvSpPr>
          <p:nvPr>
            <p:ph type="body" sz="quarter" idx="14" hasCustomPrompt="1"/>
          </p:nvPr>
        </p:nvSpPr>
        <p:spPr>
          <a:xfrm>
            <a:off x="486832" y="692554"/>
            <a:ext cx="10130368" cy="234950"/>
          </a:xfrm>
        </p:spPr>
        <p:txBody>
          <a:bodyPr anchor="t" anchorCtr="0"/>
          <a:lstStyle>
            <a:lvl1pPr marL="0" indent="0">
              <a:spcAft>
                <a:spcPts val="0"/>
              </a:spcAft>
              <a:buNone/>
              <a:defRPr sz="1600" i="1">
                <a:latin typeface="Georgia" panose="02040502050405020303" pitchFamily="18" charset="0"/>
              </a:defRPr>
            </a:lvl1pPr>
            <a:lvl2pPr marL="271463" indent="0">
              <a:buNone/>
              <a:defRPr/>
            </a:lvl2pPr>
            <a:lvl3pPr marL="533400" indent="0">
              <a:buNone/>
              <a:defRPr/>
            </a:lvl3pPr>
            <a:lvl4pPr marL="815975" indent="0">
              <a:buNone/>
              <a:defRPr/>
            </a:lvl4pPr>
            <a:lvl5pPr marL="1104900" indent="0">
              <a:buNone/>
              <a:defRPr/>
            </a:lvl5pPr>
          </a:lstStyle>
          <a:p>
            <a:pPr lvl="0"/>
            <a:r>
              <a:rPr lang="en-US"/>
              <a:t>Subtitle here if required</a:t>
            </a:r>
          </a:p>
        </p:txBody>
      </p:sp>
      <p:sp>
        <p:nvSpPr>
          <p:cNvPr id="6" name="Text Placeholder 5"/>
          <p:cNvSpPr>
            <a:spLocks noGrp="1"/>
          </p:cNvSpPr>
          <p:nvPr>
            <p:ph type="body" sz="quarter" idx="18" hasCustomPrompt="1"/>
          </p:nvPr>
        </p:nvSpPr>
        <p:spPr>
          <a:xfrm>
            <a:off x="492760" y="6058089"/>
            <a:ext cx="11261093" cy="123111"/>
          </a:xfrm>
        </p:spPr>
        <p:txBody>
          <a:bodyPr wrap="square"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a:t>Insert Source text here</a:t>
            </a:r>
          </a:p>
        </p:txBody>
      </p:sp>
      <p:sp>
        <p:nvSpPr>
          <p:cNvPr id="4" name="Date Placeholder 3"/>
          <p:cNvSpPr>
            <a:spLocks noGrp="1"/>
          </p:cNvSpPr>
          <p:nvPr>
            <p:ph type="dt" sz="half" idx="19"/>
          </p:nvPr>
        </p:nvSpPr>
        <p:spPr/>
        <p:txBody>
          <a:bodyPr/>
          <a:lstStyle/>
          <a:p>
            <a:pPr algn="ctr"/>
            <a:fld id="{B64C9C29-36C8-44EE-ACF2-242D660BA819}" type="datetime4">
              <a:rPr lang="en-GB" smtClean="0"/>
              <a:t>21 December 2025</a:t>
            </a:fld>
            <a:endParaRPr lang="en-GB"/>
          </a:p>
        </p:txBody>
      </p:sp>
      <p:sp>
        <p:nvSpPr>
          <p:cNvPr id="7" name="Footer Placeholder 6"/>
          <p:cNvSpPr>
            <a:spLocks noGrp="1"/>
          </p:cNvSpPr>
          <p:nvPr>
            <p:ph type="ftr" sz="quarter" idx="20"/>
          </p:nvPr>
        </p:nvSpPr>
        <p:spPr/>
        <p:txBody>
          <a:bodyPr/>
          <a:lstStyle/>
          <a:p>
            <a:endParaRPr lang="en-GB"/>
          </a:p>
        </p:txBody>
      </p:sp>
      <p:sp>
        <p:nvSpPr>
          <p:cNvPr id="10" name="Slide Number Placeholder 9"/>
          <p:cNvSpPr>
            <a:spLocks noGrp="1"/>
          </p:cNvSpPr>
          <p:nvPr>
            <p:ph type="sldNum" sz="quarter" idx="21"/>
          </p:nvPr>
        </p:nvSpPr>
        <p:spPr/>
        <p:txBody>
          <a:bodyPr/>
          <a:lstStyle/>
          <a:p>
            <a:fld id="{9F9F533D-B52E-4A2F-BF72-0ADD2D94BD75}" type="slidenum">
              <a:rPr lang="en-GB" smtClean="0"/>
              <a:pPr/>
              <a:t>‹#›</a:t>
            </a:fld>
            <a:endParaRPr lang="en-GB"/>
          </a:p>
        </p:txBody>
      </p:sp>
      <p:sp>
        <p:nvSpPr>
          <p:cNvPr id="3" name="Rectangle 2"/>
          <p:cNvSpPr/>
          <p:nvPr userDrawn="1"/>
        </p:nvSpPr>
        <p:spPr bwMode="auto">
          <a:xfrm>
            <a:off x="102825" y="5854702"/>
            <a:ext cx="11971663" cy="1003298"/>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eaLnBrk="0" fontAlgn="auto" hangingPunct="0">
              <a:spcBef>
                <a:spcPts val="0"/>
              </a:spcBef>
              <a:spcAft>
                <a:spcPts val="0"/>
              </a:spcAft>
              <a:buClr>
                <a:schemeClr val="bg1"/>
              </a:buClr>
              <a:buFont typeface="Arial" pitchFamily="34" charset="0"/>
              <a:buChar char="–"/>
            </a:pPr>
            <a:endParaRPr lang="en-US" sz="1200" b="1" kern="0">
              <a:solidFill>
                <a:srgbClr val="FFFFFF"/>
              </a:solidFill>
              <a:latin typeface="Arial"/>
            </a:endParaRPr>
          </a:p>
        </p:txBody>
      </p:sp>
    </p:spTree>
    <p:extLst>
      <p:ext uri="{BB962C8B-B14F-4D97-AF65-F5344CB8AC3E}">
        <p14:creationId xmlns:p14="http://schemas.microsoft.com/office/powerpoint/2010/main" val="90643798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3.svg"/><Relationship Id="rId21" Type="http://schemas.openxmlformats.org/officeDocument/2006/relationships/slideLayout" Target="../slideLayouts/slideLayout21.xml"/><Relationship Id="rId34"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38"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image" Target="../media/image16.png"/><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39" Type="http://schemas.openxmlformats.org/officeDocument/2006/relationships/oleObject" Target="../embeddings/oleObject1.bin"/><Relationship Id="rId21" Type="http://schemas.openxmlformats.org/officeDocument/2006/relationships/slideLayout" Target="../slideLayouts/slideLayout74.xml"/><Relationship Id="rId34" Type="http://schemas.openxmlformats.org/officeDocument/2006/relationships/slideLayout" Target="../slideLayouts/slideLayout87.xml"/><Relationship Id="rId42" Type="http://schemas.openxmlformats.org/officeDocument/2006/relationships/image" Target="../media/image3.svg"/><Relationship Id="rId7" Type="http://schemas.openxmlformats.org/officeDocument/2006/relationships/slideLayout" Target="../slideLayouts/slideLayout60.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slideLayout" Target="../slideLayouts/slideLayout73.xml"/><Relationship Id="rId29" Type="http://schemas.openxmlformats.org/officeDocument/2006/relationships/slideLayout" Target="../slideLayouts/slideLayout82.xml"/><Relationship Id="rId41" Type="http://schemas.openxmlformats.org/officeDocument/2006/relationships/image" Target="../media/image2.png"/><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32" Type="http://schemas.openxmlformats.org/officeDocument/2006/relationships/slideLayout" Target="../slideLayouts/slideLayout85.xml"/><Relationship Id="rId37" Type="http://schemas.openxmlformats.org/officeDocument/2006/relationships/tags" Target="../tags/tag20.xml"/><Relationship Id="rId40" Type="http://schemas.openxmlformats.org/officeDocument/2006/relationships/image" Target="../media/image1.emf"/><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slideLayout" Target="../slideLayouts/slideLayout81.xml"/><Relationship Id="rId36" Type="http://schemas.openxmlformats.org/officeDocument/2006/relationships/theme" Target="../theme/theme3.xml"/><Relationship Id="rId10" Type="http://schemas.openxmlformats.org/officeDocument/2006/relationships/slideLayout" Target="../slideLayouts/slideLayout63.xml"/><Relationship Id="rId19" Type="http://schemas.openxmlformats.org/officeDocument/2006/relationships/slideLayout" Target="../slideLayouts/slideLayout72.xml"/><Relationship Id="rId31" Type="http://schemas.openxmlformats.org/officeDocument/2006/relationships/slideLayout" Target="../slideLayouts/slideLayout84.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 Id="rId30" Type="http://schemas.openxmlformats.org/officeDocument/2006/relationships/slideLayout" Target="../slideLayouts/slideLayout83.xml"/><Relationship Id="rId35" Type="http://schemas.openxmlformats.org/officeDocument/2006/relationships/slideLayout" Target="../slideLayouts/slideLayout88.xml"/><Relationship Id="rId8" Type="http://schemas.openxmlformats.org/officeDocument/2006/relationships/slideLayout" Target="../slideLayouts/slideLayout61.xml"/><Relationship Id="rId3" Type="http://schemas.openxmlformats.org/officeDocument/2006/relationships/slideLayout" Target="../slideLayouts/slideLayout56.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33" Type="http://schemas.openxmlformats.org/officeDocument/2006/relationships/slideLayout" Target="../slideLayouts/slideLayout86.xml"/><Relationship Id="rId38" Type="http://schemas.openxmlformats.org/officeDocument/2006/relationships/tags" Target="../tags/tag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2280360-3C6D-A798-8CAC-A26D562C3683}"/>
              </a:ext>
            </a:extLst>
          </p:cNvPr>
          <p:cNvGraphicFramePr>
            <a:graphicFrameLocks noChangeAspect="1"/>
          </p:cNvGraphicFramePr>
          <p:nvPr>
            <p:custDataLst>
              <p:tags r:id="rId34"/>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425" imgH="424" progId="TCLayout.ActiveDocument.1">
                  <p:embed/>
                </p:oleObj>
              </mc:Choice>
              <mc:Fallback>
                <p:oleObj name="think-cell Slide" r:id="rId36" imgW="425" imgH="424" progId="TCLayout.ActiveDocument.1">
                  <p:embed/>
                  <p:pic>
                    <p:nvPicPr>
                      <p:cNvPr id="3" name="Object 2" hidden="1">
                        <a:extLst>
                          <a:ext uri="{FF2B5EF4-FFF2-40B4-BE49-F238E27FC236}">
                            <a16:creationId xmlns:a16="http://schemas.microsoft.com/office/drawing/2014/main" id="{92280360-3C6D-A798-8CAC-A26D562C3683}"/>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a:xfrm>
            <a:off x="4017963" y="6343650"/>
            <a:ext cx="5600700" cy="269875"/>
          </a:xfrm>
          <a:prstGeom prst="rect">
            <a:avLst/>
          </a:prstGeom>
        </p:spPr>
        <p:txBody>
          <a:bodyPr vert="horz" lIns="0" tIns="0" rIns="0" bIns="0" rtlCol="0" anchor="b" anchorCtr="0">
            <a:noAutofit/>
          </a:bodyPr>
          <a:lstStyle>
            <a:lvl1pPr algn="l">
              <a:defRPr sz="1200">
                <a:solidFill>
                  <a:schemeClr val="tx1"/>
                </a:solidFill>
              </a:defRPr>
            </a:lvl1pPr>
          </a:lstStyle>
          <a:p>
            <a:endParaRPr lang="en-GB"/>
          </a:p>
        </p:txBody>
      </p:sp>
      <p:sp>
        <p:nvSpPr>
          <p:cNvPr id="6" name="Slide Number Placeholder 5"/>
          <p:cNvSpPr>
            <a:spLocks noGrp="1"/>
          </p:cNvSpPr>
          <p:nvPr>
            <p:ph type="sldNum" sz="quarter" idx="4"/>
          </p:nvPr>
        </p:nvSpPr>
        <p:spPr>
          <a:xfrm>
            <a:off x="365125" y="6343650"/>
            <a:ext cx="540000" cy="269875"/>
          </a:xfrm>
          <a:prstGeom prst="rect">
            <a:avLst/>
          </a:prstGeom>
        </p:spPr>
        <p:txBody>
          <a:bodyPr vert="horz" lIns="0" tIns="0" rIns="0" bIns="0" rtlCol="0" anchor="b" anchorCtr="0">
            <a:noAutofit/>
          </a:bodyPr>
          <a:lstStyle>
            <a:lvl1pPr algn="l">
              <a:defRPr sz="1000">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Autofit/>
          </a:bodyPr>
          <a:lstStyle/>
          <a:p>
            <a:r>
              <a:rPr lang="en-GB"/>
              <a:t>Click to enter slide title</a:t>
            </a:r>
          </a:p>
        </p:txBody>
      </p:sp>
      <p:sp>
        <p:nvSpPr>
          <p:cNvPr id="7" name="Date Placeholder 6"/>
          <p:cNvSpPr>
            <a:spLocks noGrp="1"/>
          </p:cNvSpPr>
          <p:nvPr>
            <p:ph type="dt" sz="half" idx="2"/>
          </p:nvPr>
        </p:nvSpPr>
        <p:spPr>
          <a:xfrm>
            <a:off x="931069" y="6343650"/>
            <a:ext cx="2776537" cy="269875"/>
          </a:xfrm>
          <a:prstGeom prst="rect">
            <a:avLst/>
          </a:prstGeom>
        </p:spPr>
        <p:txBody>
          <a:bodyPr vert="horz" lIns="0" tIns="0" rIns="0" bIns="0" rtlCol="0" anchor="b" anchorCtr="0">
            <a:noAutofit/>
          </a:bodyPr>
          <a:lstStyle>
            <a:lvl1pPr algn="l">
              <a:defRPr sz="1000">
                <a:solidFill>
                  <a:schemeClr val="tx1"/>
                </a:solidFill>
              </a:defRPr>
            </a:lvl1pPr>
          </a:lstStyle>
          <a:p>
            <a:fld id="{DC4CD65B-B74F-49E9-B3B5-07C997DF1B17}" type="datetime4">
              <a:rPr lang="en-GB" smtClean="0"/>
              <a:t>21 December 2025</a:t>
            </a:fld>
            <a:endParaRPr lang="en-GB"/>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36000" tIns="36000" rIns="36000" bIns="36000" rtlCol="0">
            <a:noAutofit/>
          </a:bodyPr>
          <a:lstStyle/>
          <a:p>
            <a:pPr lvl="0"/>
            <a:r>
              <a:rPr lang="en-GB"/>
              <a:t>Click to enter text content.</a:t>
            </a:r>
            <a:br>
              <a:rPr lang="en-GB"/>
            </a:br>
            <a:r>
              <a:rPr lang="en-GB"/>
              <a:t>To increase bullet level, select your text &gt; press ‘Tab’.</a:t>
            </a:r>
            <a:br>
              <a:rPr lang="en-GB"/>
            </a:br>
            <a:r>
              <a:rPr lang="en-GB"/>
              <a:t>To decrease bullet level, select your text &gt; press ‘Shift’ + ‘Tab’.</a:t>
            </a:r>
            <a:br>
              <a:rPr lang="en-GB"/>
            </a:br>
            <a:r>
              <a:rPr lang="en-GB"/>
              <a:t>To remove bullet levels, select your text &gt; right click &gt; press ‘bullets’.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a:p>
            <a:pPr lvl="4"/>
            <a:endParaRPr lang="en-GB"/>
          </a:p>
        </p:txBody>
      </p:sp>
      <p:graphicFrame>
        <p:nvGraphicFramePr>
          <p:cNvPr id="2" name="Object 1" hidden="1">
            <a:extLst>
              <a:ext uri="{FF2B5EF4-FFF2-40B4-BE49-F238E27FC236}">
                <a16:creationId xmlns:a16="http://schemas.microsoft.com/office/drawing/2014/main" id="{68282CB4-0FD8-B104-9321-BA11F0350884}"/>
              </a:ext>
            </a:extLst>
          </p:cNvPr>
          <p:cNvGraphicFramePr>
            <a:graphicFrameLocks noChangeAspect="1"/>
          </p:cNvGraphicFramePr>
          <p:nvPr userDrawn="1">
            <p:custDataLst>
              <p:tags r:id="rId35"/>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425" imgH="424" progId="TCLayout.ActiveDocument.1">
                  <p:embed/>
                </p:oleObj>
              </mc:Choice>
              <mc:Fallback>
                <p:oleObj name="think-cell Slide" r:id="rId36" imgW="425" imgH="424" progId="TCLayout.ActiveDocument.1">
                  <p:embed/>
                  <p:pic>
                    <p:nvPicPr>
                      <p:cNvPr id="2" name="Object 1" hidden="1">
                        <a:extLst>
                          <a:ext uri="{FF2B5EF4-FFF2-40B4-BE49-F238E27FC236}">
                            <a16:creationId xmlns:a16="http://schemas.microsoft.com/office/drawing/2014/main" id="{68282CB4-0FD8-B104-9321-BA11F0350884}"/>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pic>
        <p:nvPicPr>
          <p:cNvPr id="9" name="Graphic 8">
            <a:extLst>
              <a:ext uri="{FF2B5EF4-FFF2-40B4-BE49-F238E27FC236}">
                <a16:creationId xmlns:a16="http://schemas.microsoft.com/office/drawing/2014/main" id="{513F435A-26DB-9587-4A92-DAC0283A06EB}"/>
              </a:ext>
            </a:extLst>
          </p:cNvPr>
          <p:cNvPicPr>
            <a:picLocks noChangeAspect="1"/>
          </p:cNvPicPr>
          <p:nvPr userDrawn="1"/>
        </p:nvPicPr>
        <p:blipFill>
          <a:blip r:embed="rId38" cstate="print">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11004551" y="6354213"/>
            <a:ext cx="820737" cy="247406"/>
          </a:xfrm>
          <a:prstGeom prst="rect">
            <a:avLst/>
          </a:prstGeom>
        </p:spPr>
      </p:pic>
    </p:spTree>
    <p:extLst>
      <p:ext uri="{BB962C8B-B14F-4D97-AF65-F5344CB8AC3E}">
        <p14:creationId xmlns:p14="http://schemas.microsoft.com/office/powerpoint/2010/main" val="22375184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ftr="0" dt="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8">
          <p15:clr>
            <a:srgbClr val="A6A6A6"/>
          </p15:clr>
        </p15:guide>
        <p15:guide id="29" pos="7680">
          <p15:clr>
            <a:srgbClr val="A6A6A6"/>
          </p15:clr>
        </p15:guide>
        <p15:guide id="30" pos="230">
          <p15:clr>
            <a:srgbClr val="A6A6A6"/>
          </p15:clr>
        </p15:guide>
        <p15:guide id="31" pos="1301">
          <p15:clr>
            <a:srgbClr val="A6A6A6"/>
          </p15:clr>
        </p15:guide>
        <p15:guide id="32" pos="1461">
          <p15:clr>
            <a:srgbClr val="A6A6A6"/>
          </p15:clr>
        </p15:guide>
        <p15:guide id="33" pos="2531">
          <p15:clr>
            <a:srgbClr val="A6A6A6"/>
          </p15:clr>
        </p15:guide>
        <p15:guide id="34" pos="2690">
          <p15:clr>
            <a:srgbClr val="A6A6A6"/>
          </p15:clr>
        </p15:guide>
        <p15:guide id="35" pos="3759">
          <p15:clr>
            <a:srgbClr val="A6A6A6"/>
          </p15:clr>
        </p15:guide>
        <p15:guide id="36" pos="3920">
          <p15:clr>
            <a:srgbClr val="A6A6A6"/>
          </p15:clr>
        </p15:guide>
        <p15:guide id="37" pos="4989">
          <p15:clr>
            <a:srgbClr val="A6A6A6"/>
          </p15:clr>
        </p15:guide>
        <p15:guide id="38" pos="5148">
          <p15:clr>
            <a:srgbClr val="A6A6A6"/>
          </p15:clr>
        </p15:guide>
        <p15:guide id="39" pos="6218">
          <p15:clr>
            <a:srgbClr val="A6A6A6"/>
          </p15:clr>
        </p15:guide>
        <p15:guide id="40" pos="6378">
          <p15:clr>
            <a:srgbClr val="A6A6A6"/>
          </p15:clr>
        </p15:guide>
        <p15:guide id="41" pos="7449">
          <p15:clr>
            <a:srgbClr val="A6A6A6"/>
          </p15:clr>
        </p15:guide>
        <p15:guide id="42" orient="horz">
          <p15:clr>
            <a:srgbClr val="A6A6A6"/>
          </p15:clr>
        </p15:guide>
        <p15:guide id="43" orient="horz" pos="4315">
          <p15:clr>
            <a:srgbClr val="A6A6A6"/>
          </p15:clr>
        </p15:guide>
        <p15:guide id="44" orient="horz" pos="153">
          <p15:clr>
            <a:srgbClr val="A6A6A6"/>
          </p15:clr>
        </p15:guide>
        <p15:guide id="45" orient="horz" pos="686">
          <p15:clr>
            <a:srgbClr val="A6A6A6"/>
          </p15:clr>
        </p15:guide>
        <p15:guide id="46" orient="horz" pos="821">
          <p15:clr>
            <a:srgbClr val="A6A6A6"/>
          </p15:clr>
        </p15:guide>
        <p15:guide id="47" orient="horz" pos="1323">
          <p15:clr>
            <a:srgbClr val="A6A6A6"/>
          </p15:clr>
        </p15:guide>
        <p15:guide id="48" orient="horz" pos="2330">
          <p15:clr>
            <a:srgbClr val="A6A6A6"/>
          </p15:clr>
        </p15:guide>
        <p15:guide id="49" orient="horz" pos="3335">
          <p15:clr>
            <a:srgbClr val="A6A6A6"/>
          </p15:clr>
        </p15:guide>
        <p15:guide id="50" orient="horz" pos="3837">
          <p15:clr>
            <a:srgbClr val="A6A6A6"/>
          </p15:clr>
        </p15:guide>
        <p15:guide id="51" orient="horz" pos="4166">
          <p15:clr>
            <a:srgbClr val="A6A6A6"/>
          </p15:clr>
        </p15:guide>
        <p15:guide id="52" orient="horz" pos="1827">
          <p15:clr>
            <a:srgbClr val="A4A3A4"/>
          </p15:clr>
        </p15:guide>
        <p15:guide id="53" orient="horz" pos="2832">
          <p15:clr>
            <a:srgbClr val="A4A3A4"/>
          </p15:clr>
        </p15:guide>
        <p15:guide id="54" orient="horz" pos="3996">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78869" y="6272002"/>
            <a:ext cx="3420032" cy="365125"/>
          </a:xfrm>
          <a:prstGeom prst="rect">
            <a:avLst/>
          </a:prstGeom>
        </p:spPr>
        <p:txBody>
          <a:bodyPr vert="horz" lIns="0" tIns="0" rIns="0" bIns="0" rtlCol="0" anchor="t" anchorCtr="0"/>
          <a:lstStyle>
            <a:lvl1pPr algn="l">
              <a:defRPr sz="1067">
                <a:solidFill>
                  <a:schemeClr val="tx1"/>
                </a:solidFill>
              </a:defRPr>
            </a:lvl1pPr>
          </a:lstStyle>
          <a:p>
            <a:endParaRPr lang="en-GB"/>
          </a:p>
        </p:txBody>
      </p:sp>
      <p:sp>
        <p:nvSpPr>
          <p:cNvPr id="6" name="Slide Number Placeholder 5"/>
          <p:cNvSpPr>
            <a:spLocks noGrp="1"/>
          </p:cNvSpPr>
          <p:nvPr>
            <p:ph type="sldNum" sz="quarter" idx="4"/>
          </p:nvPr>
        </p:nvSpPr>
        <p:spPr>
          <a:xfrm>
            <a:off x="10604039" y="6272002"/>
            <a:ext cx="1106831" cy="365125"/>
          </a:xfrm>
          <a:prstGeom prst="rect">
            <a:avLst/>
          </a:prstGeom>
        </p:spPr>
        <p:txBody>
          <a:bodyPr vert="horz" lIns="72000" tIns="0" rIns="0" bIns="0" rtlCol="0" anchor="t" anchorCtr="0"/>
          <a:lstStyle>
            <a:lvl1pPr algn="r">
              <a:defRPr sz="1067">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478870" y="384852"/>
            <a:ext cx="10102852" cy="451405"/>
          </a:xfrm>
          <a:prstGeom prst="rect">
            <a:avLst/>
          </a:prstGeom>
        </p:spPr>
        <p:txBody>
          <a:bodyPr vert="horz" lIns="0" tIns="0" rIns="0" bIns="0" rtlCol="0" anchor="t" anchorCtr="0">
            <a:spAutoFit/>
          </a:bodyPr>
          <a:lstStyle/>
          <a:p>
            <a:r>
              <a:rPr lang="en-US"/>
              <a:t>Click to edit Master heading style</a:t>
            </a:r>
            <a:endParaRPr lang="en-GB"/>
          </a:p>
        </p:txBody>
      </p:sp>
      <p:sp>
        <p:nvSpPr>
          <p:cNvPr id="7" name="Date Placeholder 6"/>
          <p:cNvSpPr>
            <a:spLocks noGrp="1"/>
          </p:cNvSpPr>
          <p:nvPr>
            <p:ph type="dt" sz="half" idx="2"/>
          </p:nvPr>
        </p:nvSpPr>
        <p:spPr>
          <a:xfrm>
            <a:off x="3980329" y="6272002"/>
            <a:ext cx="4219640" cy="365125"/>
          </a:xfrm>
          <a:prstGeom prst="rect">
            <a:avLst/>
          </a:prstGeom>
        </p:spPr>
        <p:txBody>
          <a:bodyPr vert="horz" lIns="72000" tIns="0" rIns="72000" bIns="0" rtlCol="0" anchor="t" anchorCtr="1"/>
          <a:lstStyle>
            <a:lvl1pPr algn="l">
              <a:defRPr sz="1067">
                <a:solidFill>
                  <a:schemeClr val="tx1"/>
                </a:solidFill>
              </a:defRPr>
            </a:lvl1pPr>
          </a:lstStyle>
          <a:p>
            <a:pPr algn="ctr"/>
            <a:fld id="{EB91CC16-B8AF-4872-822A-565B6C9B3AD1}" type="datetime4">
              <a:rPr lang="en-GB" smtClean="0"/>
              <a:t>21 December 2025</a:t>
            </a:fld>
            <a:endParaRPr lang="en-GB"/>
          </a:p>
        </p:txBody>
      </p:sp>
      <p:cxnSp>
        <p:nvCxnSpPr>
          <p:cNvPr id="10" name="Straight Connector 9"/>
          <p:cNvCxnSpPr/>
          <p:nvPr userDrawn="1"/>
        </p:nvCxnSpPr>
        <p:spPr>
          <a:xfrm>
            <a:off x="478869" y="6132244"/>
            <a:ext cx="112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478869" y="1438055"/>
            <a:ext cx="112320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10842378" y="316146"/>
            <a:ext cx="999577" cy="959319"/>
          </a:xfrm>
          <a:prstGeom prst="rect">
            <a:avLst/>
          </a:prstGeom>
        </p:spPr>
      </p:pic>
    </p:spTree>
    <p:extLst>
      <p:ext uri="{BB962C8B-B14F-4D97-AF65-F5344CB8AC3E}">
        <p14:creationId xmlns:p14="http://schemas.microsoft.com/office/powerpoint/2010/main" val="205233674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 id="2147483714" r:id="rId21"/>
  </p:sldLayoutIdLst>
  <p:hf hdr="0" ftr="0" dt="0"/>
  <p:txStyles>
    <p:titleStyle>
      <a:lvl1pPr algn="l" defTabSz="1219170" rtl="0" eaLnBrk="1" latinLnBrk="0" hangingPunct="1">
        <a:lnSpc>
          <a:spcPct val="100000"/>
        </a:lnSpc>
        <a:spcBef>
          <a:spcPct val="0"/>
        </a:spcBef>
        <a:buNone/>
        <a:defRPr sz="2933" b="1" kern="1200">
          <a:solidFill>
            <a:schemeClr val="bg2"/>
          </a:solidFill>
          <a:latin typeface="+mj-lt"/>
          <a:ea typeface="+mj-ea"/>
          <a:cs typeface="+mj-cs"/>
        </a:defRPr>
      </a:lvl1pPr>
    </p:titleStyle>
    <p:bodyStyle>
      <a:lvl1pPr marL="359991" indent="-359991" algn="l" defTabSz="1219170" rtl="0" eaLnBrk="1" latinLnBrk="0" hangingPunct="1">
        <a:spcBef>
          <a:spcPts val="0"/>
        </a:spcBef>
        <a:spcAft>
          <a:spcPts val="800"/>
        </a:spcAft>
        <a:buClr>
          <a:schemeClr val="tx1"/>
        </a:buClr>
        <a:buFont typeface="Arial" pitchFamily="34" charset="0"/>
        <a:buChar char="–"/>
        <a:defRPr sz="2133" kern="1200">
          <a:solidFill>
            <a:schemeClr val="tx1"/>
          </a:solidFill>
          <a:latin typeface="+mn-lt"/>
          <a:ea typeface="+mn-ea"/>
          <a:cs typeface="+mn-cs"/>
        </a:defRPr>
      </a:lvl1pPr>
      <a:lvl2pPr marL="717533" indent="-359991" algn="l" defTabSz="1219170" rtl="0" eaLnBrk="1" latinLnBrk="0" hangingPunct="1">
        <a:spcBef>
          <a:spcPts val="0"/>
        </a:spcBef>
        <a:spcAft>
          <a:spcPts val="800"/>
        </a:spcAft>
        <a:buFont typeface="Arial" pitchFamily="34" charset="0"/>
        <a:buChar char="–"/>
        <a:defRPr sz="1867" kern="1200">
          <a:solidFill>
            <a:schemeClr val="tx1"/>
          </a:solidFill>
          <a:latin typeface="+mn-lt"/>
          <a:ea typeface="+mn-ea"/>
          <a:cs typeface="+mn-cs"/>
        </a:defRPr>
      </a:lvl2pPr>
      <a:lvl3pPr marL="1079973"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3pPr>
      <a:lvl4pPr marL="1441415"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0"/>
        </a:spcBef>
        <a:spcAft>
          <a:spcPts val="800"/>
        </a:spcAft>
        <a:buFont typeface="Arial" pitchFamily="34" charset="0"/>
        <a:buChar char="–"/>
        <a:defRPr sz="1600" b="0" kern="1200">
          <a:solidFill>
            <a:schemeClr val="tx1"/>
          </a:solidFill>
          <a:latin typeface="+mn-lt"/>
          <a:ea typeface="+mn-ea"/>
          <a:cs typeface="+mn-cs"/>
        </a:defRPr>
      </a:lvl5pPr>
      <a:lvl6pPr marL="2159946"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6pPr>
      <a:lvl7pPr marL="2399940"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7pPr>
      <a:lvl8pPr marL="2759931"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8pPr>
      <a:lvl9pPr marL="3119922"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2280360-3C6D-A798-8CAC-A26D562C3683}"/>
              </a:ext>
            </a:extLst>
          </p:cNvPr>
          <p:cNvGraphicFramePr>
            <a:graphicFrameLocks noChangeAspect="1"/>
          </p:cNvGraphicFramePr>
          <p:nvPr>
            <p:custDataLst>
              <p:tags r:id="rId37"/>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25" imgH="424" progId="TCLayout.ActiveDocument.1">
                  <p:embed/>
                </p:oleObj>
              </mc:Choice>
              <mc:Fallback>
                <p:oleObj name="think-cell Slide" r:id="rId39" imgW="425" imgH="424" progId="TCLayout.ActiveDocument.1">
                  <p:embed/>
                  <p:pic>
                    <p:nvPicPr>
                      <p:cNvPr id="3" name="Object 2" hidden="1">
                        <a:extLst>
                          <a:ext uri="{FF2B5EF4-FFF2-40B4-BE49-F238E27FC236}">
                            <a16:creationId xmlns:a16="http://schemas.microsoft.com/office/drawing/2014/main" id="{92280360-3C6D-A798-8CAC-A26D562C3683}"/>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a:xfrm>
            <a:off x="4017963" y="6343650"/>
            <a:ext cx="5600700" cy="269875"/>
          </a:xfrm>
          <a:prstGeom prst="rect">
            <a:avLst/>
          </a:prstGeom>
        </p:spPr>
        <p:txBody>
          <a:bodyPr vert="horz" lIns="0" tIns="0" rIns="0" bIns="0" rtlCol="0" anchor="b" anchorCtr="0">
            <a:noAutofit/>
          </a:bodyPr>
          <a:lstStyle>
            <a:lvl1pPr algn="l">
              <a:defRPr sz="1200">
                <a:solidFill>
                  <a:schemeClr val="tx1"/>
                </a:solidFill>
              </a:defRPr>
            </a:lvl1pPr>
          </a:lstStyle>
          <a:p>
            <a:endParaRPr lang="en-GB"/>
          </a:p>
        </p:txBody>
      </p:sp>
      <p:sp>
        <p:nvSpPr>
          <p:cNvPr id="6" name="Slide Number Placeholder 5"/>
          <p:cNvSpPr>
            <a:spLocks noGrp="1"/>
          </p:cNvSpPr>
          <p:nvPr>
            <p:ph type="sldNum" sz="quarter" idx="4"/>
          </p:nvPr>
        </p:nvSpPr>
        <p:spPr>
          <a:xfrm>
            <a:off x="365125" y="6343650"/>
            <a:ext cx="540000" cy="269875"/>
          </a:xfrm>
          <a:prstGeom prst="rect">
            <a:avLst/>
          </a:prstGeom>
        </p:spPr>
        <p:txBody>
          <a:bodyPr vert="horz" lIns="0" tIns="0" rIns="0" bIns="0" rtlCol="0" anchor="b" anchorCtr="0">
            <a:noAutofit/>
          </a:bodyPr>
          <a:lstStyle>
            <a:lvl1pPr algn="l">
              <a:defRPr sz="1000">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Autofit/>
          </a:bodyPr>
          <a:lstStyle/>
          <a:p>
            <a:r>
              <a:rPr lang="en-GB"/>
              <a:t>Click to enter slide title</a:t>
            </a:r>
          </a:p>
        </p:txBody>
      </p:sp>
      <p:sp>
        <p:nvSpPr>
          <p:cNvPr id="7" name="Date Placeholder 6"/>
          <p:cNvSpPr>
            <a:spLocks noGrp="1"/>
          </p:cNvSpPr>
          <p:nvPr>
            <p:ph type="dt" sz="half" idx="2"/>
          </p:nvPr>
        </p:nvSpPr>
        <p:spPr>
          <a:xfrm>
            <a:off x="931069" y="6343650"/>
            <a:ext cx="2776537" cy="269875"/>
          </a:xfrm>
          <a:prstGeom prst="rect">
            <a:avLst/>
          </a:prstGeom>
        </p:spPr>
        <p:txBody>
          <a:bodyPr vert="horz" lIns="0" tIns="0" rIns="0" bIns="0" rtlCol="0" anchor="b" anchorCtr="0">
            <a:noAutofit/>
          </a:bodyPr>
          <a:lstStyle>
            <a:lvl1pPr algn="l">
              <a:defRPr sz="1000">
                <a:solidFill>
                  <a:schemeClr val="tx1"/>
                </a:solidFill>
              </a:defRPr>
            </a:lvl1pPr>
          </a:lstStyle>
          <a:p>
            <a:fld id="{F474DF44-3F2A-48F6-942E-B8CDC0B5610A}" type="datetime4">
              <a:rPr lang="en-GB" smtClean="0"/>
              <a:t>21 December 2025</a:t>
            </a:fld>
            <a:endParaRPr lang="en-GB"/>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36000" tIns="36000" rIns="36000" bIns="36000" rtlCol="0">
            <a:noAutofit/>
          </a:bodyPr>
          <a:lstStyle/>
          <a:p>
            <a:pPr lvl="0"/>
            <a:r>
              <a:rPr lang="en-GB"/>
              <a:t>Click to enter text content.</a:t>
            </a:r>
            <a:br>
              <a:rPr lang="en-GB"/>
            </a:br>
            <a:r>
              <a:rPr lang="en-GB"/>
              <a:t>To increase bullet level, select your text &gt; press ‘Tab’.</a:t>
            </a:r>
            <a:br>
              <a:rPr lang="en-GB"/>
            </a:br>
            <a:r>
              <a:rPr lang="en-GB"/>
              <a:t>To decrease bullet level, select your text &gt; press ‘Shift’ + ‘Tab’.</a:t>
            </a:r>
            <a:br>
              <a:rPr lang="en-GB"/>
            </a:br>
            <a:r>
              <a:rPr lang="en-GB"/>
              <a:t>To remove bullet levels, select your text &gt; right click &gt; press ‘bullets’.</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a:p>
            <a:pPr lvl="4"/>
            <a:endParaRPr lang="en-GB"/>
          </a:p>
        </p:txBody>
      </p:sp>
      <p:graphicFrame>
        <p:nvGraphicFramePr>
          <p:cNvPr id="2" name="Object 1" hidden="1">
            <a:extLst>
              <a:ext uri="{FF2B5EF4-FFF2-40B4-BE49-F238E27FC236}">
                <a16:creationId xmlns:a16="http://schemas.microsoft.com/office/drawing/2014/main" id="{68282CB4-0FD8-B104-9321-BA11F0350884}"/>
              </a:ext>
            </a:extLst>
          </p:cNvPr>
          <p:cNvGraphicFramePr>
            <a:graphicFrameLocks noChangeAspect="1"/>
          </p:cNvGraphicFramePr>
          <p:nvPr userDrawn="1">
            <p:custDataLst>
              <p:tags r:id="rId38"/>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25" imgH="424" progId="TCLayout.ActiveDocument.1">
                  <p:embed/>
                </p:oleObj>
              </mc:Choice>
              <mc:Fallback>
                <p:oleObj name="think-cell Slide" r:id="rId39" imgW="425" imgH="424" progId="TCLayout.ActiveDocument.1">
                  <p:embed/>
                  <p:pic>
                    <p:nvPicPr>
                      <p:cNvPr id="2" name="Object 1" hidden="1">
                        <a:extLst>
                          <a:ext uri="{FF2B5EF4-FFF2-40B4-BE49-F238E27FC236}">
                            <a16:creationId xmlns:a16="http://schemas.microsoft.com/office/drawing/2014/main" id="{68282CB4-0FD8-B104-9321-BA11F0350884}"/>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pic>
        <p:nvPicPr>
          <p:cNvPr id="9" name="Graphic 8">
            <a:extLst>
              <a:ext uri="{FF2B5EF4-FFF2-40B4-BE49-F238E27FC236}">
                <a16:creationId xmlns:a16="http://schemas.microsoft.com/office/drawing/2014/main" id="{513F435A-26DB-9587-4A92-DAC0283A06EB}"/>
              </a:ext>
            </a:extLst>
          </p:cNvPr>
          <p:cNvPicPr>
            <a:picLocks noChangeAspect="1"/>
          </p:cNvPicPr>
          <p:nvPr userDrawn="1"/>
        </p:nvPicPr>
        <p:blipFill>
          <a:blip r:embed="rId41" cstate="print">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11004551" y="6354213"/>
            <a:ext cx="820737" cy="247406"/>
          </a:xfrm>
          <a:prstGeom prst="rect">
            <a:avLst/>
          </a:prstGeom>
        </p:spPr>
      </p:pic>
    </p:spTree>
    <p:extLst>
      <p:ext uri="{BB962C8B-B14F-4D97-AF65-F5344CB8AC3E}">
        <p14:creationId xmlns:p14="http://schemas.microsoft.com/office/powerpoint/2010/main" val="2835076438"/>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8" r:id="rId32"/>
    <p:sldLayoutId id="2147483749" r:id="rId33"/>
    <p:sldLayoutId id="2147483751" r:id="rId34"/>
    <p:sldLayoutId id="2147483752" r:id="rId35"/>
  </p:sldLayoutIdLst>
  <p:hf hdr="0" ftr="0" dt="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8">
          <p15:clr>
            <a:srgbClr val="A6A6A6"/>
          </p15:clr>
        </p15:guide>
        <p15:guide id="29" pos="7680">
          <p15:clr>
            <a:srgbClr val="A6A6A6"/>
          </p15:clr>
        </p15:guide>
        <p15:guide id="30" pos="230">
          <p15:clr>
            <a:srgbClr val="A6A6A6"/>
          </p15:clr>
        </p15:guide>
        <p15:guide id="31" pos="1301">
          <p15:clr>
            <a:srgbClr val="A6A6A6"/>
          </p15:clr>
        </p15:guide>
        <p15:guide id="32" pos="1461">
          <p15:clr>
            <a:srgbClr val="A6A6A6"/>
          </p15:clr>
        </p15:guide>
        <p15:guide id="33" pos="2531">
          <p15:clr>
            <a:srgbClr val="A6A6A6"/>
          </p15:clr>
        </p15:guide>
        <p15:guide id="34" pos="2690">
          <p15:clr>
            <a:srgbClr val="A6A6A6"/>
          </p15:clr>
        </p15:guide>
        <p15:guide id="35" pos="3759">
          <p15:clr>
            <a:srgbClr val="A6A6A6"/>
          </p15:clr>
        </p15:guide>
        <p15:guide id="36" pos="3920">
          <p15:clr>
            <a:srgbClr val="A6A6A6"/>
          </p15:clr>
        </p15:guide>
        <p15:guide id="37" pos="4989">
          <p15:clr>
            <a:srgbClr val="A6A6A6"/>
          </p15:clr>
        </p15:guide>
        <p15:guide id="38" pos="5148">
          <p15:clr>
            <a:srgbClr val="A6A6A6"/>
          </p15:clr>
        </p15:guide>
        <p15:guide id="39" pos="6218">
          <p15:clr>
            <a:srgbClr val="A6A6A6"/>
          </p15:clr>
        </p15:guide>
        <p15:guide id="40" pos="6378">
          <p15:clr>
            <a:srgbClr val="A6A6A6"/>
          </p15:clr>
        </p15:guide>
        <p15:guide id="41" pos="7449">
          <p15:clr>
            <a:srgbClr val="A6A6A6"/>
          </p15:clr>
        </p15:guide>
        <p15:guide id="42" orient="horz">
          <p15:clr>
            <a:srgbClr val="A6A6A6"/>
          </p15:clr>
        </p15:guide>
        <p15:guide id="43" orient="horz" pos="4315">
          <p15:clr>
            <a:srgbClr val="A6A6A6"/>
          </p15:clr>
        </p15:guide>
        <p15:guide id="44" orient="horz" pos="153">
          <p15:clr>
            <a:srgbClr val="A6A6A6"/>
          </p15:clr>
        </p15:guide>
        <p15:guide id="45" orient="horz" pos="686">
          <p15:clr>
            <a:srgbClr val="A6A6A6"/>
          </p15:clr>
        </p15:guide>
        <p15:guide id="46" orient="horz" pos="821">
          <p15:clr>
            <a:srgbClr val="A6A6A6"/>
          </p15:clr>
        </p15:guide>
        <p15:guide id="47" orient="horz" pos="1323">
          <p15:clr>
            <a:srgbClr val="A6A6A6"/>
          </p15:clr>
        </p15:guide>
        <p15:guide id="48" orient="horz" pos="2330">
          <p15:clr>
            <a:srgbClr val="A6A6A6"/>
          </p15:clr>
        </p15:guide>
        <p15:guide id="49" orient="horz" pos="3335">
          <p15:clr>
            <a:srgbClr val="A6A6A6"/>
          </p15:clr>
        </p15:guide>
        <p15:guide id="50" orient="horz" pos="3837">
          <p15:clr>
            <a:srgbClr val="A6A6A6"/>
          </p15:clr>
        </p15:guide>
        <p15:guide id="51" orient="horz" pos="4166">
          <p15:clr>
            <a:srgbClr val="A6A6A6"/>
          </p15:clr>
        </p15:guide>
        <p15:guide id="52" orient="horz" pos="1827">
          <p15:clr>
            <a:srgbClr val="A4A3A4"/>
          </p15:clr>
        </p15:guide>
        <p15:guide id="53" orient="horz" pos="2832">
          <p15:clr>
            <a:srgbClr val="A4A3A4"/>
          </p15:clr>
        </p15:guide>
        <p15:guide id="54" orient="horz" pos="3996">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7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77.xml"/><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77.xml"/><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0.png"/><Relationship Id="rId7" Type="http://schemas.openxmlformats.org/officeDocument/2006/relationships/image" Target="../media/image35.svg"/><Relationship Id="rId2" Type="http://schemas.openxmlformats.org/officeDocument/2006/relationships/notesSlide" Target="../notesSlides/notesSlide6.xml"/><Relationship Id="rId1" Type="http://schemas.openxmlformats.org/officeDocument/2006/relationships/slideLayout" Target="../slideLayouts/slideLayout86.xml"/><Relationship Id="rId6" Type="http://schemas.openxmlformats.org/officeDocument/2006/relationships/image" Target="../media/image34.png"/><Relationship Id="rId5" Type="http://schemas.openxmlformats.org/officeDocument/2006/relationships/image" Target="../media/image33.jpeg"/><Relationship Id="rId4" Type="http://schemas.openxmlformats.org/officeDocument/2006/relationships/image" Target="../media/image32.svg"/></Relationships>
</file>

<file path=ppt/slides/_rels/slide7.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7.xml"/><Relationship Id="rId6" Type="http://schemas.openxmlformats.org/officeDocument/2006/relationships/image" Target="../media/image28.png"/><Relationship Id="rId5" Type="http://schemas.openxmlformats.org/officeDocument/2006/relationships/image" Target="../media/image39.svg"/><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3" Type="http://schemas.openxmlformats.org/officeDocument/2006/relationships/image" Target="../media/image28.png"/><Relationship Id="rId7" Type="http://schemas.openxmlformats.org/officeDocument/2006/relationships/image" Target="../media/image41.svg"/><Relationship Id="rId12"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85.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5.svg"/><Relationship Id="rId10" Type="http://schemas.openxmlformats.org/officeDocument/2006/relationships/image" Target="../media/image44.png"/><Relationship Id="rId4" Type="http://schemas.openxmlformats.org/officeDocument/2006/relationships/image" Target="../media/image34.png"/><Relationship Id="rId9" Type="http://schemas.openxmlformats.org/officeDocument/2006/relationships/image" Target="../media/image43.sv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55.svg"/><Relationship Id="rId3" Type="http://schemas.openxmlformats.org/officeDocument/2006/relationships/image" Target="../media/image49.svg"/><Relationship Id="rId7" Type="http://schemas.openxmlformats.org/officeDocument/2006/relationships/image" Target="../media/image47.svg"/><Relationship Id="rId12" Type="http://schemas.openxmlformats.org/officeDocument/2006/relationships/image" Target="../media/image54.png"/><Relationship Id="rId2" Type="http://schemas.openxmlformats.org/officeDocument/2006/relationships/image" Target="../media/image48.png"/><Relationship Id="rId16" Type="http://schemas.openxmlformats.org/officeDocument/2006/relationships/image" Target="../media/image28.png"/><Relationship Id="rId1" Type="http://schemas.openxmlformats.org/officeDocument/2006/relationships/slideLayout" Target="../slideLayouts/slideLayout77.xml"/><Relationship Id="rId6" Type="http://schemas.openxmlformats.org/officeDocument/2006/relationships/image" Target="../media/image46.png"/><Relationship Id="rId11" Type="http://schemas.openxmlformats.org/officeDocument/2006/relationships/image" Target="../media/image53.svg"/><Relationship Id="rId5" Type="http://schemas.openxmlformats.org/officeDocument/2006/relationships/image" Target="../media/image51.svg"/><Relationship Id="rId15" Type="http://schemas.openxmlformats.org/officeDocument/2006/relationships/image" Target="../media/image57.svg"/><Relationship Id="rId10" Type="http://schemas.openxmlformats.org/officeDocument/2006/relationships/image" Target="../media/image52.png"/><Relationship Id="rId4" Type="http://schemas.openxmlformats.org/officeDocument/2006/relationships/image" Target="../media/image50.png"/><Relationship Id="rId9" Type="http://schemas.openxmlformats.org/officeDocument/2006/relationships/image" Target="../media/image37.svg"/><Relationship Id="rId14" Type="http://schemas.openxmlformats.org/officeDocument/2006/relationships/image" Target="../media/image56.png"/></Relationships>
</file>

<file path=ppt/slides/_rels/slide10.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86.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59.svg"/></Relationships>
</file>

<file path=ppt/slides/_rels/slide11.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3" Type="http://schemas.openxmlformats.org/officeDocument/2006/relationships/image" Target="../media/image28.png"/><Relationship Id="rId7" Type="http://schemas.openxmlformats.org/officeDocument/2006/relationships/image" Target="../media/image41.svg"/><Relationship Id="rId12"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85.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5.svg"/><Relationship Id="rId10" Type="http://schemas.openxmlformats.org/officeDocument/2006/relationships/image" Target="../media/image44.png"/><Relationship Id="rId4" Type="http://schemas.openxmlformats.org/officeDocument/2006/relationships/image" Target="../media/image34.png"/><Relationship Id="rId9" Type="http://schemas.openxmlformats.org/officeDocument/2006/relationships/image" Target="../media/image43.svg"/></Relationships>
</file>

<file path=ppt/slides/_rels/slide1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0.xml"/><Relationship Id="rId1" Type="http://schemas.openxmlformats.org/officeDocument/2006/relationships/slideLayout" Target="../slideLayouts/slideLayout86.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51.svg"/><Relationship Id="rId7" Type="http://schemas.openxmlformats.org/officeDocument/2006/relationships/image" Target="../media/image53.svg"/><Relationship Id="rId12" Type="http://schemas.openxmlformats.org/officeDocument/2006/relationships/image" Target="../media/image28.png"/><Relationship Id="rId2" Type="http://schemas.openxmlformats.org/officeDocument/2006/relationships/image" Target="../media/image50.png"/><Relationship Id="rId1" Type="http://schemas.openxmlformats.org/officeDocument/2006/relationships/slideLayout" Target="../slideLayouts/slideLayout85.xml"/><Relationship Id="rId6" Type="http://schemas.openxmlformats.org/officeDocument/2006/relationships/image" Target="../media/image52.png"/><Relationship Id="rId11" Type="http://schemas.openxmlformats.org/officeDocument/2006/relationships/image" Target="../media/image62.svg"/><Relationship Id="rId5" Type="http://schemas.openxmlformats.org/officeDocument/2006/relationships/image" Target="../media/image47.svg"/><Relationship Id="rId10" Type="http://schemas.openxmlformats.org/officeDocument/2006/relationships/image" Target="../media/image61.png"/><Relationship Id="rId4" Type="http://schemas.openxmlformats.org/officeDocument/2006/relationships/image" Target="../media/image46.png"/><Relationship Id="rId9" Type="http://schemas.openxmlformats.org/officeDocument/2006/relationships/image" Target="../media/image49.svg"/></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1.xml"/><Relationship Id="rId7" Type="http://schemas.openxmlformats.org/officeDocument/2006/relationships/diagramColors" Target="../diagrams/colors1.xml"/><Relationship Id="rId12" Type="http://schemas.openxmlformats.org/officeDocument/2006/relationships/image" Target="../media/image67.png"/><Relationship Id="rId2" Type="http://schemas.openxmlformats.org/officeDocument/2006/relationships/slideLayout" Target="../slideLayouts/slideLayout59.xml"/><Relationship Id="rId1" Type="http://schemas.openxmlformats.org/officeDocument/2006/relationships/tags" Target="../tags/tag41.xml"/><Relationship Id="rId6" Type="http://schemas.openxmlformats.org/officeDocument/2006/relationships/diagramQuickStyle" Target="../diagrams/quickStyle1.xml"/><Relationship Id="rId11" Type="http://schemas.openxmlformats.org/officeDocument/2006/relationships/image" Target="../media/image66.png"/><Relationship Id="rId5" Type="http://schemas.openxmlformats.org/officeDocument/2006/relationships/diagramLayout" Target="../diagrams/layout1.xml"/><Relationship Id="rId10" Type="http://schemas.openxmlformats.org/officeDocument/2006/relationships/image" Target="../media/image65.png"/><Relationship Id="rId4" Type="http://schemas.openxmlformats.org/officeDocument/2006/relationships/diagramData" Target="../diagrams/data1.xml"/><Relationship Id="rId9" Type="http://schemas.openxmlformats.org/officeDocument/2006/relationships/image" Target="../media/image64.png"/></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60.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3.xml"/><Relationship Id="rId1" Type="http://schemas.openxmlformats.org/officeDocument/2006/relationships/slideLayout" Target="../slideLayouts/slideLayout60.xml"/></Relationships>
</file>

<file path=ppt/slides/_rels/slide17.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notesSlide" Target="../notesSlides/notesSlide14.xml"/><Relationship Id="rId7" Type="http://schemas.openxmlformats.org/officeDocument/2006/relationships/image" Target="../media/image73.svg"/><Relationship Id="rId2" Type="http://schemas.openxmlformats.org/officeDocument/2006/relationships/slideLayout" Target="../slideLayouts/slideLayout84.xml"/><Relationship Id="rId1" Type="http://schemas.openxmlformats.org/officeDocument/2006/relationships/tags" Target="../tags/tag43.xml"/><Relationship Id="rId6" Type="http://schemas.openxmlformats.org/officeDocument/2006/relationships/image" Target="../media/image72.png"/><Relationship Id="rId5" Type="http://schemas.openxmlformats.org/officeDocument/2006/relationships/image" Target="../media/image71.svg"/><Relationship Id="rId10" Type="http://schemas.openxmlformats.org/officeDocument/2006/relationships/image" Target="../media/image28.png"/><Relationship Id="rId4" Type="http://schemas.openxmlformats.org/officeDocument/2006/relationships/image" Target="../media/image70.png"/><Relationship Id="rId9" Type="http://schemas.openxmlformats.org/officeDocument/2006/relationships/image" Target="../media/image75.sv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4.xml"/><Relationship Id="rId1" Type="http://schemas.openxmlformats.org/officeDocument/2006/relationships/tags" Target="../tags/tag44.xml"/><Relationship Id="rId6" Type="http://schemas.openxmlformats.org/officeDocument/2006/relationships/image" Target="../media/image28.png"/><Relationship Id="rId5" Type="http://schemas.openxmlformats.org/officeDocument/2006/relationships/image" Target="../media/image77.svg"/><Relationship Id="rId4" Type="http://schemas.openxmlformats.org/officeDocument/2006/relationships/image" Target="../media/image76.png"/></Relationships>
</file>

<file path=ppt/slides/_rels/slide1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6.xml"/><Relationship Id="rId1" Type="http://schemas.openxmlformats.org/officeDocument/2006/relationships/slideLayout" Target="../slideLayouts/slideLayout60.xml"/><Relationship Id="rId4" Type="http://schemas.openxmlformats.org/officeDocument/2006/relationships/image" Target="../media/image79.sv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79.svg"/><Relationship Id="rId2" Type="http://schemas.openxmlformats.org/officeDocument/2006/relationships/slideLayout" Target="../slideLayouts/slideLayout84.xml"/><Relationship Id="rId1" Type="http://schemas.openxmlformats.org/officeDocument/2006/relationships/tags" Target="../tags/tag45.xml"/><Relationship Id="rId6" Type="http://schemas.openxmlformats.org/officeDocument/2006/relationships/image" Target="../media/image78.png"/><Relationship Id="rId5" Type="http://schemas.openxmlformats.org/officeDocument/2006/relationships/image" Target="../media/image77.svg"/><Relationship Id="rId4" Type="http://schemas.openxmlformats.org/officeDocument/2006/relationships/image" Target="../media/image7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7.xml"/><Relationship Id="rId1" Type="http://schemas.openxmlformats.org/officeDocument/2006/relationships/tags" Target="../tags/tag46.xml"/><Relationship Id="rId5" Type="http://schemas.openxmlformats.org/officeDocument/2006/relationships/image" Target="../media/image28.png"/><Relationship Id="rId4" Type="http://schemas.openxmlformats.org/officeDocument/2006/relationships/image" Target="../media/image80.png"/></Relationships>
</file>

<file path=ppt/slides/_rels/slide22.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19.xml"/><Relationship Id="rId1" Type="http://schemas.openxmlformats.org/officeDocument/2006/relationships/slideLayout" Target="../slideLayouts/slideLayout87.xml"/><Relationship Id="rId4" Type="http://schemas.openxmlformats.org/officeDocument/2006/relationships/image" Target="../media/image82.png"/></Relationships>
</file>

<file path=ppt/slides/_rels/slide2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0.xml"/><Relationship Id="rId1" Type="http://schemas.openxmlformats.org/officeDocument/2006/relationships/slideLayout" Target="../slideLayouts/slideLayout64.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8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63.xml"/><Relationship Id="rId4" Type="http://schemas.openxmlformats.org/officeDocument/2006/relationships/image" Target="../media/image85.png"/></Relationships>
</file>

<file path=ppt/slides/_rels/slide26.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notesSlide" Target="../notesSlides/notesSlide23.xml"/><Relationship Id="rId7" Type="http://schemas.openxmlformats.org/officeDocument/2006/relationships/image" Target="../media/image89.svg"/><Relationship Id="rId2" Type="http://schemas.openxmlformats.org/officeDocument/2006/relationships/slideLayout" Target="../slideLayouts/slideLayout84.xml"/><Relationship Id="rId1" Type="http://schemas.openxmlformats.org/officeDocument/2006/relationships/tags" Target="../tags/tag47.xml"/><Relationship Id="rId6" Type="http://schemas.openxmlformats.org/officeDocument/2006/relationships/image" Target="../media/image88.png"/><Relationship Id="rId5" Type="http://schemas.openxmlformats.org/officeDocument/2006/relationships/image" Target="../media/image87.svg"/><Relationship Id="rId10" Type="http://schemas.openxmlformats.org/officeDocument/2006/relationships/image" Target="../media/image67.png"/><Relationship Id="rId4" Type="http://schemas.openxmlformats.org/officeDocument/2006/relationships/image" Target="../media/image86.png"/><Relationship Id="rId9" Type="http://schemas.openxmlformats.org/officeDocument/2006/relationships/image" Target="../media/image91.sv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7.xml"/><Relationship Id="rId1" Type="http://schemas.openxmlformats.org/officeDocument/2006/relationships/tags" Target="../tags/tag48.xml"/><Relationship Id="rId5" Type="http://schemas.openxmlformats.org/officeDocument/2006/relationships/image" Target="../media/image28.png"/><Relationship Id="rId4" Type="http://schemas.openxmlformats.org/officeDocument/2006/relationships/image" Target="../media/image92.png"/></Relationships>
</file>

<file path=ppt/slides/_rels/slide28.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notesSlide" Target="../notesSlides/notesSlide25.xml"/><Relationship Id="rId7" Type="http://schemas.openxmlformats.org/officeDocument/2006/relationships/image" Target="../media/image96.svg"/><Relationship Id="rId2" Type="http://schemas.openxmlformats.org/officeDocument/2006/relationships/slideLayout" Target="../slideLayouts/slideLayout84.xml"/><Relationship Id="rId1" Type="http://schemas.openxmlformats.org/officeDocument/2006/relationships/tags" Target="../tags/tag49.xml"/><Relationship Id="rId6" Type="http://schemas.openxmlformats.org/officeDocument/2006/relationships/image" Target="../media/image95.png"/><Relationship Id="rId5" Type="http://schemas.openxmlformats.org/officeDocument/2006/relationships/image" Target="../media/image94.svg"/><Relationship Id="rId4" Type="http://schemas.openxmlformats.org/officeDocument/2006/relationships/image" Target="../media/image93.png"/></Relationships>
</file>

<file path=ppt/slides/_rels/slide29.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3" Type="http://schemas.openxmlformats.org/officeDocument/2006/relationships/image" Target="../media/image28.png"/><Relationship Id="rId7" Type="http://schemas.openxmlformats.org/officeDocument/2006/relationships/image" Target="../media/image41.svg"/><Relationship Id="rId12"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85.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5.svg"/><Relationship Id="rId10" Type="http://schemas.openxmlformats.org/officeDocument/2006/relationships/image" Target="../media/image44.png"/><Relationship Id="rId4" Type="http://schemas.openxmlformats.org/officeDocument/2006/relationships/image" Target="../media/image34.png"/><Relationship Id="rId9" Type="http://schemas.openxmlformats.org/officeDocument/2006/relationships/image" Target="../media/image43.svg"/></Relationships>
</file>

<file path=ppt/slides/_rels/slide30.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100.svg"/><Relationship Id="rId3" Type="http://schemas.openxmlformats.org/officeDocument/2006/relationships/image" Target="../media/image51.svg"/><Relationship Id="rId7" Type="http://schemas.openxmlformats.org/officeDocument/2006/relationships/image" Target="../media/image49.svg"/><Relationship Id="rId12" Type="http://schemas.openxmlformats.org/officeDocument/2006/relationships/image" Target="../media/image99.png"/><Relationship Id="rId2" Type="http://schemas.openxmlformats.org/officeDocument/2006/relationships/image" Target="../media/image50.png"/><Relationship Id="rId1" Type="http://schemas.openxmlformats.org/officeDocument/2006/relationships/slideLayout" Target="../slideLayouts/slideLayout85.xml"/><Relationship Id="rId6" Type="http://schemas.openxmlformats.org/officeDocument/2006/relationships/image" Target="../media/image48.png"/><Relationship Id="rId11" Type="http://schemas.openxmlformats.org/officeDocument/2006/relationships/image" Target="../media/image98.svg"/><Relationship Id="rId5" Type="http://schemas.openxmlformats.org/officeDocument/2006/relationships/image" Target="../media/image53.svg"/><Relationship Id="rId10" Type="http://schemas.openxmlformats.org/officeDocument/2006/relationships/image" Target="../media/image97.png"/><Relationship Id="rId4" Type="http://schemas.openxmlformats.org/officeDocument/2006/relationships/image" Target="../media/image52.png"/><Relationship Id="rId9" Type="http://schemas.openxmlformats.org/officeDocument/2006/relationships/image" Target="../media/image47.svg"/><Relationship Id="rId1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7.xml"/><Relationship Id="rId1" Type="http://schemas.openxmlformats.org/officeDocument/2006/relationships/slideLayout" Target="../slideLayouts/slideLayout77.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5.svg"/><Relationship Id="rId3" Type="http://schemas.openxmlformats.org/officeDocument/2006/relationships/audio" Target="../media/media1.m4a"/><Relationship Id="rId7" Type="http://schemas.openxmlformats.org/officeDocument/2006/relationships/image" Target="../media/image102.png"/><Relationship Id="rId12" Type="http://schemas.openxmlformats.org/officeDocument/2006/relationships/image" Target="../media/image2.png"/><Relationship Id="rId2" Type="http://schemas.microsoft.com/office/2007/relationships/media" Target="../media/media1.m4a"/><Relationship Id="rId1" Type="http://schemas.openxmlformats.org/officeDocument/2006/relationships/tags" Target="../tags/tag50.xml"/><Relationship Id="rId6" Type="http://schemas.openxmlformats.org/officeDocument/2006/relationships/notesSlide" Target="../notesSlides/notesSlide28.xml"/><Relationship Id="rId11" Type="http://schemas.openxmlformats.org/officeDocument/2006/relationships/image" Target="../media/image104.png"/><Relationship Id="rId5" Type="http://schemas.openxmlformats.org/officeDocument/2006/relationships/slideLayout" Target="../slideLayouts/slideLayout88.xml"/><Relationship Id="rId10" Type="http://schemas.openxmlformats.org/officeDocument/2006/relationships/image" Target="../media/image23.emf"/><Relationship Id="rId4" Type="http://schemas.openxmlformats.org/officeDocument/2006/relationships/tags" Target="../tags/tag51.xml"/><Relationship Id="rId9" Type="http://schemas.openxmlformats.org/officeDocument/2006/relationships/oleObject" Target="../embeddings/oleObject8.bin"/><Relationship Id="rId14" Type="http://schemas.openxmlformats.org/officeDocument/2006/relationships/image" Target="../media/image28.png"/></Relationships>
</file>

<file path=ppt/slides/_rels/slide3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9.xml"/></Relationships>
</file>

<file path=ppt/slides/_rels/slide3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3" Type="http://schemas.openxmlformats.org/officeDocument/2006/relationships/image" Target="../media/image28.png"/><Relationship Id="rId7" Type="http://schemas.openxmlformats.org/officeDocument/2006/relationships/image" Target="../media/image41.svg"/><Relationship Id="rId12"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85.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5.svg"/><Relationship Id="rId10" Type="http://schemas.openxmlformats.org/officeDocument/2006/relationships/image" Target="../media/image44.png"/><Relationship Id="rId4" Type="http://schemas.openxmlformats.org/officeDocument/2006/relationships/image" Target="../media/image34.png"/><Relationship Id="rId9" Type="http://schemas.openxmlformats.org/officeDocument/2006/relationships/image" Target="../media/image43.sv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5.xml"/><Relationship Id="rId5" Type="http://schemas.openxmlformats.org/officeDocument/2006/relationships/image" Target="../media/image28.png"/><Relationship Id="rId4" Type="http://schemas.openxmlformats.org/officeDocument/2006/relationships/image" Target="../media/image32.svg"/></Relationships>
</file>

<file path=ppt/slides/_rels/slide3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31.xml"/><Relationship Id="rId1" Type="http://schemas.openxmlformats.org/officeDocument/2006/relationships/slideLayout" Target="../slideLayouts/slideLayout60.xml"/><Relationship Id="rId6" Type="http://schemas.openxmlformats.org/officeDocument/2006/relationships/image" Target="../media/image28.png"/><Relationship Id="rId5" Type="http://schemas.openxmlformats.org/officeDocument/2006/relationships/image" Target="../media/image108.svg"/><Relationship Id="rId4" Type="http://schemas.openxmlformats.org/officeDocument/2006/relationships/image" Target="../media/image107.svg"/></Relationships>
</file>

<file path=ppt/slides/_rels/slide3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3" Type="http://schemas.openxmlformats.org/officeDocument/2006/relationships/image" Target="../media/image28.png"/><Relationship Id="rId7" Type="http://schemas.openxmlformats.org/officeDocument/2006/relationships/image" Target="../media/image41.svg"/><Relationship Id="rId12"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85.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5.svg"/><Relationship Id="rId10" Type="http://schemas.openxmlformats.org/officeDocument/2006/relationships/image" Target="../media/image44.png"/><Relationship Id="rId4" Type="http://schemas.openxmlformats.org/officeDocument/2006/relationships/image" Target="../media/image34.png"/><Relationship Id="rId9" Type="http://schemas.openxmlformats.org/officeDocument/2006/relationships/image" Target="../media/image43.svg"/></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5.xml"/><Relationship Id="rId5" Type="http://schemas.openxmlformats.org/officeDocument/2006/relationships/image" Target="../media/image28.png"/><Relationship Id="rId4" Type="http://schemas.openxmlformats.org/officeDocument/2006/relationships/image" Target="../media/image32.sv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82.xml"/><Relationship Id="rId1" Type="http://schemas.openxmlformats.org/officeDocument/2006/relationships/tags" Target="../tags/tag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C28FD-7889-43D1-B257-D07916F7515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E5C5944-FF5D-9D6A-B51C-1F1C59430602}"/>
              </a:ext>
            </a:extLst>
          </p:cNvPr>
          <p:cNvSpPr>
            <a:spLocks noGrp="1"/>
          </p:cNvSpPr>
          <p:nvPr>
            <p:ph type="title"/>
          </p:nvPr>
        </p:nvSpPr>
        <p:spPr>
          <a:xfrm>
            <a:off x="365125" y="3216925"/>
            <a:ext cx="8651875" cy="1278875"/>
          </a:xfrm>
        </p:spPr>
        <p:txBody>
          <a:bodyPr anchor="b"/>
          <a:lstStyle/>
          <a:p>
            <a:br>
              <a:rPr lang="en-SG" dirty="0"/>
            </a:br>
            <a:br>
              <a:rPr lang="en-SG" dirty="0"/>
            </a:br>
            <a:r>
              <a:rPr lang="en-SG" sz="4800" dirty="0"/>
              <a:t>IMPACT GSO</a:t>
            </a:r>
            <a:br>
              <a:rPr lang="en-SG" dirty="0"/>
            </a:br>
            <a:r>
              <a:rPr lang="en-SG" dirty="0"/>
              <a:t>+ Challenger Rep Module</a:t>
            </a:r>
            <a:endParaRPr lang="en-US" dirty="0"/>
          </a:p>
        </p:txBody>
      </p:sp>
      <p:sp>
        <p:nvSpPr>
          <p:cNvPr id="6" name="Subtitle 5">
            <a:extLst>
              <a:ext uri="{FF2B5EF4-FFF2-40B4-BE49-F238E27FC236}">
                <a16:creationId xmlns:a16="http://schemas.microsoft.com/office/drawing/2014/main" id="{0670D512-0A45-4680-BBBA-B56876EDDC31}"/>
              </a:ext>
            </a:extLst>
          </p:cNvPr>
          <p:cNvSpPr>
            <a:spLocks noGrp="1"/>
          </p:cNvSpPr>
          <p:nvPr>
            <p:ph type="subTitle" idx="1"/>
          </p:nvPr>
        </p:nvSpPr>
        <p:spPr>
          <a:xfrm>
            <a:off x="365125" y="4847638"/>
            <a:ext cx="9533255" cy="572660"/>
          </a:xfrm>
        </p:spPr>
        <p:txBody>
          <a:bodyPr/>
          <a:lstStyle/>
          <a:p>
            <a:r>
              <a:rPr lang="en-US" dirty="0"/>
              <a:t>Shifting Trelegy Reps towards becoming </a:t>
            </a:r>
            <a:r>
              <a:rPr lang="en-US" b="1" u="sng" dirty="0"/>
              <a:t>Challenger </a:t>
            </a:r>
            <a:r>
              <a:rPr lang="en-US" dirty="0"/>
              <a:t>Reps</a:t>
            </a:r>
          </a:p>
        </p:txBody>
      </p:sp>
    </p:spTree>
    <p:extLst>
      <p:ext uri="{BB962C8B-B14F-4D97-AF65-F5344CB8AC3E}">
        <p14:creationId xmlns:p14="http://schemas.microsoft.com/office/powerpoint/2010/main" val="1042068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01E64-45EB-3E3B-6085-9E0863762C3C}"/>
            </a:ext>
          </a:extLst>
        </p:cNvPr>
        <p:cNvGrpSpPr/>
        <p:nvPr/>
      </p:nvGrpSpPr>
      <p:grpSpPr>
        <a:xfrm>
          <a:off x="0" y="0"/>
          <a:ext cx="0" cy="0"/>
          <a:chOff x="0" y="0"/>
          <a:chExt cx="0" cy="0"/>
        </a:xfrm>
      </p:grpSpPr>
      <p:sp>
        <p:nvSpPr>
          <p:cNvPr id="158" name="Slide Number Placeholder 2">
            <a:extLst>
              <a:ext uri="{FF2B5EF4-FFF2-40B4-BE49-F238E27FC236}">
                <a16:creationId xmlns:a16="http://schemas.microsoft.com/office/drawing/2014/main" id="{8432965D-96BC-4E06-7B15-7A9EAE5321ED}"/>
              </a:ext>
            </a:extLst>
          </p:cNvPr>
          <p:cNvSpPr txBox="1">
            <a:spLocks/>
          </p:cNvSpPr>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377" rtl="0" eaLnBrk="1" fontAlgn="auto" latinLnBrk="0" hangingPunct="1">
              <a:lnSpc>
                <a:spcPct val="100000"/>
              </a:lnSpc>
              <a:spcBef>
                <a:spcPts val="0"/>
              </a:spcBef>
              <a:spcAft>
                <a:spcPts val="0"/>
              </a:spcAft>
              <a:buClrTx/>
              <a:buSzTx/>
              <a:buFontTx/>
              <a:buNone/>
              <a:tabLst/>
              <a:defRPr/>
            </a:pPr>
            <a:fld id="{9F9F533D-B52E-4A2F-BF72-0ADD2D94BD75}" type="slidenum">
              <a:rPr kumimoji="0" lang="en-GB" sz="800" b="0" i="0" u="none" strike="noStrike" kern="1200" cap="none" spc="0" normalizeH="0" baseline="0" noProof="0" smtClean="0">
                <a:ln>
                  <a:noFill/>
                </a:ln>
                <a:solidFill>
                  <a:srgbClr val="9A8B7D"/>
                </a:solidFill>
                <a:effectLst/>
                <a:uLnTx/>
                <a:uFillTx/>
                <a:latin typeface="Arial"/>
                <a:ea typeface="+mn-ea"/>
                <a:cs typeface="Arial"/>
              </a:rPr>
              <a:pPr marL="0" marR="0" lvl="0" indent="0" algn="r" defTabSz="914377"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9A8B7D"/>
              </a:solidFill>
              <a:effectLst/>
              <a:uLnTx/>
              <a:uFillTx/>
              <a:latin typeface="Arial"/>
              <a:ea typeface="+mn-ea"/>
              <a:cs typeface="Arial"/>
            </a:endParaRPr>
          </a:p>
        </p:txBody>
      </p:sp>
      <p:sp>
        <p:nvSpPr>
          <p:cNvPr id="2" name="TextBox 1">
            <a:extLst>
              <a:ext uri="{FF2B5EF4-FFF2-40B4-BE49-F238E27FC236}">
                <a16:creationId xmlns:a16="http://schemas.microsoft.com/office/drawing/2014/main" id="{E70E84BF-1A37-C6C9-FF74-05F4ACF9DFB1}"/>
              </a:ext>
            </a:extLst>
          </p:cNvPr>
          <p:cNvSpPr txBox="1"/>
          <p:nvPr/>
        </p:nvSpPr>
        <p:spPr>
          <a:xfrm>
            <a:off x="516534" y="259251"/>
            <a:ext cx="6044249" cy="388875"/>
          </a:xfrm>
          <a:prstGeom prst="rect">
            <a:avLst/>
          </a:prstGeom>
          <a:noFill/>
        </p:spPr>
        <p:txBody>
          <a:bodyPr wrap="square" lIns="120000" tIns="120000" rIns="120000" bIns="120000" rtlCol="0" anchor="ctr">
            <a:noAutofit/>
          </a:bodyPr>
          <a:lstStyle/>
          <a:p>
            <a:pPr defTabSz="609630">
              <a:spcBef>
                <a:spcPct val="0"/>
              </a:spcBef>
              <a:defRPr/>
            </a:pPr>
            <a:r>
              <a:rPr lang="en-GB" sz="3200" b="1" dirty="0">
                <a:solidFill>
                  <a:schemeClr val="tx2"/>
                </a:solidFill>
                <a:latin typeface="Arial"/>
                <a:ea typeface="+mj-ea"/>
                <a:cs typeface="+mj-cs"/>
              </a:rPr>
              <a:t>Changing embedded habits</a:t>
            </a:r>
          </a:p>
        </p:txBody>
      </p:sp>
      <p:grpSp>
        <p:nvGrpSpPr>
          <p:cNvPr id="3" name="Group 44">
            <a:extLst>
              <a:ext uri="{FF2B5EF4-FFF2-40B4-BE49-F238E27FC236}">
                <a16:creationId xmlns:a16="http://schemas.microsoft.com/office/drawing/2014/main" id="{297CC393-16DA-1B9C-C570-C19A8C897CC8}"/>
              </a:ext>
            </a:extLst>
          </p:cNvPr>
          <p:cNvGrpSpPr/>
          <p:nvPr/>
        </p:nvGrpSpPr>
        <p:grpSpPr>
          <a:xfrm>
            <a:off x="2346832" y="1303342"/>
            <a:ext cx="8602133" cy="4694813"/>
            <a:chOff x="1337046" y="1257206"/>
            <a:chExt cx="6691727" cy="4694813"/>
          </a:xfrm>
        </p:grpSpPr>
        <p:grpSp>
          <p:nvGrpSpPr>
            <p:cNvPr id="5" name="Group 39">
              <a:extLst>
                <a:ext uri="{FF2B5EF4-FFF2-40B4-BE49-F238E27FC236}">
                  <a16:creationId xmlns:a16="http://schemas.microsoft.com/office/drawing/2014/main" id="{CDE3BBED-CDCA-5FAC-85CA-97B0A9BC07DE}"/>
                </a:ext>
              </a:extLst>
            </p:cNvPr>
            <p:cNvGrpSpPr/>
            <p:nvPr/>
          </p:nvGrpSpPr>
          <p:grpSpPr>
            <a:xfrm>
              <a:off x="5506651" y="1257206"/>
              <a:ext cx="2522122" cy="837146"/>
              <a:chOff x="5182988" y="1759927"/>
              <a:chExt cx="2522122" cy="837146"/>
            </a:xfrm>
          </p:grpSpPr>
          <p:sp>
            <p:nvSpPr>
              <p:cNvPr id="18" name="Freeform: Shape 17">
                <a:extLst>
                  <a:ext uri="{FF2B5EF4-FFF2-40B4-BE49-F238E27FC236}">
                    <a16:creationId xmlns:a16="http://schemas.microsoft.com/office/drawing/2014/main" id="{3631AB89-4303-00C9-B46E-62D2FF850C7A}"/>
                  </a:ext>
                </a:extLst>
              </p:cNvPr>
              <p:cNvSpPr/>
              <p:nvPr/>
            </p:nvSpPr>
            <p:spPr>
              <a:xfrm>
                <a:off x="5813302" y="1931112"/>
                <a:ext cx="1891808" cy="484142"/>
              </a:xfrm>
              <a:custGeom>
                <a:avLst/>
                <a:gdLst>
                  <a:gd name="connsiteX0" fmla="*/ 0 w 1805298"/>
                  <a:gd name="connsiteY0" fmla="*/ 80692 h 484142"/>
                  <a:gd name="connsiteX1" fmla="*/ 80692 w 1805298"/>
                  <a:gd name="connsiteY1" fmla="*/ 0 h 484142"/>
                  <a:gd name="connsiteX2" fmla="*/ 1724606 w 1805298"/>
                  <a:gd name="connsiteY2" fmla="*/ 0 h 484142"/>
                  <a:gd name="connsiteX3" fmla="*/ 1805298 w 1805298"/>
                  <a:gd name="connsiteY3" fmla="*/ 80692 h 484142"/>
                  <a:gd name="connsiteX4" fmla="*/ 1805298 w 1805298"/>
                  <a:gd name="connsiteY4" fmla="*/ 403450 h 484142"/>
                  <a:gd name="connsiteX5" fmla="*/ 1724606 w 1805298"/>
                  <a:gd name="connsiteY5" fmla="*/ 484142 h 484142"/>
                  <a:gd name="connsiteX6" fmla="*/ 80692 w 1805298"/>
                  <a:gd name="connsiteY6" fmla="*/ 484142 h 484142"/>
                  <a:gd name="connsiteX7" fmla="*/ 0 w 1805298"/>
                  <a:gd name="connsiteY7" fmla="*/ 403450 h 484142"/>
                  <a:gd name="connsiteX8" fmla="*/ 0 w 1805298"/>
                  <a:gd name="connsiteY8" fmla="*/ 80692 h 48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5298" h="484142">
                    <a:moveTo>
                      <a:pt x="0" y="80692"/>
                    </a:moveTo>
                    <a:cubicBezTo>
                      <a:pt x="0" y="36127"/>
                      <a:pt x="36127" y="0"/>
                      <a:pt x="80692" y="0"/>
                    </a:cubicBezTo>
                    <a:lnTo>
                      <a:pt x="1724606" y="0"/>
                    </a:lnTo>
                    <a:cubicBezTo>
                      <a:pt x="1769171" y="0"/>
                      <a:pt x="1805298" y="36127"/>
                      <a:pt x="1805298" y="80692"/>
                    </a:cubicBezTo>
                    <a:lnTo>
                      <a:pt x="1805298" y="403450"/>
                    </a:lnTo>
                    <a:cubicBezTo>
                      <a:pt x="1805298" y="448015"/>
                      <a:pt x="1769171" y="484142"/>
                      <a:pt x="1724606" y="484142"/>
                    </a:cubicBezTo>
                    <a:lnTo>
                      <a:pt x="80692" y="484142"/>
                    </a:lnTo>
                    <a:cubicBezTo>
                      <a:pt x="36127" y="484142"/>
                      <a:pt x="0" y="448015"/>
                      <a:pt x="0" y="403450"/>
                    </a:cubicBezTo>
                    <a:lnTo>
                      <a:pt x="0" y="80692"/>
                    </a:lnTo>
                    <a:close/>
                  </a:path>
                </a:pathLst>
              </a:custGeom>
              <a:solidFill>
                <a:schemeClr val="accent6">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5755" tIns="69354" rIns="69354" bIns="69354" numCol="1" spcCol="1270" anchor="ctr" anchorCtr="0">
                <a:noAutofit/>
              </a:bodyPr>
              <a:lstStyle/>
              <a:p>
                <a:pPr defTabSz="533427">
                  <a:lnSpc>
                    <a:spcPct val="90000"/>
                  </a:lnSpc>
                  <a:spcBef>
                    <a:spcPct val="0"/>
                  </a:spcBef>
                  <a:spcAft>
                    <a:spcPct val="35000"/>
                  </a:spcAft>
                </a:pPr>
                <a:r>
                  <a:rPr lang="en-US" sz="1400" b="1"/>
                  <a:t>Behave differently</a:t>
                </a:r>
              </a:p>
            </p:txBody>
          </p:sp>
          <p:sp>
            <p:nvSpPr>
              <p:cNvPr id="19" name="Oval 18">
                <a:extLst>
                  <a:ext uri="{FF2B5EF4-FFF2-40B4-BE49-F238E27FC236}">
                    <a16:creationId xmlns:a16="http://schemas.microsoft.com/office/drawing/2014/main" id="{A0766A50-ED67-E241-0253-21BE58A1F3AD}"/>
                  </a:ext>
                </a:extLst>
              </p:cNvPr>
              <p:cNvSpPr/>
              <p:nvPr/>
            </p:nvSpPr>
            <p:spPr>
              <a:xfrm>
                <a:off x="5182988" y="1759927"/>
                <a:ext cx="837116" cy="837146"/>
              </a:xfrm>
              <a:prstGeom prst="ellipse">
                <a:avLst/>
              </a:prstGeom>
              <a:blipFill>
                <a:blip r:embed="rId3" cstate="screen">
                  <a:extLst>
                    <a:ext uri="{28A0092B-C50C-407E-A947-70E740481C1C}">
                      <a14:useLocalDpi xmlns:a14="http://schemas.microsoft.com/office/drawing/2010/main"/>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sz="1200"/>
              </a:p>
            </p:txBody>
          </p:sp>
        </p:grpSp>
        <p:grpSp>
          <p:nvGrpSpPr>
            <p:cNvPr id="8" name="Group 41">
              <a:extLst>
                <a:ext uri="{FF2B5EF4-FFF2-40B4-BE49-F238E27FC236}">
                  <a16:creationId xmlns:a16="http://schemas.microsoft.com/office/drawing/2014/main" id="{007D6E4D-705E-0ECC-3688-0318B9FFE534}"/>
                </a:ext>
              </a:extLst>
            </p:cNvPr>
            <p:cNvGrpSpPr/>
            <p:nvPr/>
          </p:nvGrpSpPr>
          <p:grpSpPr>
            <a:xfrm>
              <a:off x="1337046" y="5114873"/>
              <a:ext cx="2592369" cy="837146"/>
              <a:chOff x="2425531" y="4308955"/>
              <a:chExt cx="2592369" cy="837146"/>
            </a:xfrm>
          </p:grpSpPr>
          <p:sp>
            <p:nvSpPr>
              <p:cNvPr id="16" name="Freeform: Shape 15">
                <a:extLst>
                  <a:ext uri="{FF2B5EF4-FFF2-40B4-BE49-F238E27FC236}">
                    <a16:creationId xmlns:a16="http://schemas.microsoft.com/office/drawing/2014/main" id="{1D2F1834-04D7-31B1-251B-76F05D731654}"/>
                  </a:ext>
                </a:extLst>
              </p:cNvPr>
              <p:cNvSpPr/>
              <p:nvPr/>
            </p:nvSpPr>
            <p:spPr>
              <a:xfrm>
                <a:off x="3126092" y="4485457"/>
                <a:ext cx="1891808" cy="484142"/>
              </a:xfrm>
              <a:custGeom>
                <a:avLst/>
                <a:gdLst>
                  <a:gd name="connsiteX0" fmla="*/ 0 w 1805298"/>
                  <a:gd name="connsiteY0" fmla="*/ 80692 h 484142"/>
                  <a:gd name="connsiteX1" fmla="*/ 80692 w 1805298"/>
                  <a:gd name="connsiteY1" fmla="*/ 0 h 484142"/>
                  <a:gd name="connsiteX2" fmla="*/ 1724606 w 1805298"/>
                  <a:gd name="connsiteY2" fmla="*/ 0 h 484142"/>
                  <a:gd name="connsiteX3" fmla="*/ 1805298 w 1805298"/>
                  <a:gd name="connsiteY3" fmla="*/ 80692 h 484142"/>
                  <a:gd name="connsiteX4" fmla="*/ 1805298 w 1805298"/>
                  <a:gd name="connsiteY4" fmla="*/ 403450 h 484142"/>
                  <a:gd name="connsiteX5" fmla="*/ 1724606 w 1805298"/>
                  <a:gd name="connsiteY5" fmla="*/ 484142 h 484142"/>
                  <a:gd name="connsiteX6" fmla="*/ 80692 w 1805298"/>
                  <a:gd name="connsiteY6" fmla="*/ 484142 h 484142"/>
                  <a:gd name="connsiteX7" fmla="*/ 0 w 1805298"/>
                  <a:gd name="connsiteY7" fmla="*/ 403450 h 484142"/>
                  <a:gd name="connsiteX8" fmla="*/ 0 w 1805298"/>
                  <a:gd name="connsiteY8" fmla="*/ 80692 h 48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5298" h="484142">
                    <a:moveTo>
                      <a:pt x="0" y="80692"/>
                    </a:moveTo>
                    <a:cubicBezTo>
                      <a:pt x="0" y="36127"/>
                      <a:pt x="36127" y="0"/>
                      <a:pt x="80692" y="0"/>
                    </a:cubicBezTo>
                    <a:lnTo>
                      <a:pt x="1724606" y="0"/>
                    </a:lnTo>
                    <a:cubicBezTo>
                      <a:pt x="1769171" y="0"/>
                      <a:pt x="1805298" y="36127"/>
                      <a:pt x="1805298" y="80692"/>
                    </a:cubicBezTo>
                    <a:lnTo>
                      <a:pt x="1805298" y="403450"/>
                    </a:lnTo>
                    <a:cubicBezTo>
                      <a:pt x="1805298" y="448015"/>
                      <a:pt x="1769171" y="484142"/>
                      <a:pt x="1724606" y="484142"/>
                    </a:cubicBezTo>
                    <a:lnTo>
                      <a:pt x="80692" y="484142"/>
                    </a:lnTo>
                    <a:cubicBezTo>
                      <a:pt x="36127" y="484142"/>
                      <a:pt x="0" y="448015"/>
                      <a:pt x="0" y="403450"/>
                    </a:cubicBezTo>
                    <a:lnTo>
                      <a:pt x="0" y="80692"/>
                    </a:lnTo>
                    <a:close/>
                  </a:path>
                </a:pathLst>
              </a:custGeom>
              <a:solidFill>
                <a:schemeClr val="accent6">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5755" tIns="69354" rIns="69354" bIns="69354" numCol="1" spcCol="1270" anchor="ctr" anchorCtr="0">
                <a:noAutofit/>
              </a:bodyPr>
              <a:lstStyle/>
              <a:p>
                <a:pPr defTabSz="533427">
                  <a:lnSpc>
                    <a:spcPct val="90000"/>
                  </a:lnSpc>
                  <a:spcBef>
                    <a:spcPct val="0"/>
                  </a:spcBef>
                  <a:spcAft>
                    <a:spcPct val="35000"/>
                  </a:spcAft>
                </a:pPr>
                <a:r>
                  <a:rPr lang="en-US" sz="1400" b="1"/>
                  <a:t>HCP habit</a:t>
                </a:r>
              </a:p>
            </p:txBody>
          </p:sp>
          <p:sp>
            <p:nvSpPr>
              <p:cNvPr id="17" name="Oval 16">
                <a:extLst>
                  <a:ext uri="{FF2B5EF4-FFF2-40B4-BE49-F238E27FC236}">
                    <a16:creationId xmlns:a16="http://schemas.microsoft.com/office/drawing/2014/main" id="{88C12BD6-7BD6-B0E0-69A7-0116312B4071}"/>
                  </a:ext>
                </a:extLst>
              </p:cNvPr>
              <p:cNvSpPr/>
              <p:nvPr/>
            </p:nvSpPr>
            <p:spPr>
              <a:xfrm>
                <a:off x="2425531" y="4308955"/>
                <a:ext cx="837116" cy="837146"/>
              </a:xfrm>
              <a:prstGeom prst="ellipse">
                <a:avLst/>
              </a:prstGeom>
              <a:blipFill>
                <a:blip r:embed="rId4" cstate="screen">
                  <a:extLst>
                    <a:ext uri="{28A0092B-C50C-407E-A947-70E740481C1C}">
                      <a14:useLocalDpi xmlns:a14="http://schemas.microsoft.com/office/drawing/2010/main"/>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sz="1200"/>
              </a:p>
            </p:txBody>
          </p:sp>
        </p:grpSp>
        <p:cxnSp>
          <p:nvCxnSpPr>
            <p:cNvPr id="9" name="Straight Arrow Connector 8">
              <a:extLst>
                <a:ext uri="{FF2B5EF4-FFF2-40B4-BE49-F238E27FC236}">
                  <a16:creationId xmlns:a16="http://schemas.microsoft.com/office/drawing/2014/main" id="{EF133716-725F-CBC4-7ED9-1357A5D8945A}"/>
                </a:ext>
              </a:extLst>
            </p:cNvPr>
            <p:cNvCxnSpPr>
              <a:cxnSpLocks/>
            </p:cNvCxnSpPr>
            <p:nvPr/>
          </p:nvCxnSpPr>
          <p:spPr>
            <a:xfrm flipV="1">
              <a:off x="2726332" y="2216181"/>
              <a:ext cx="2962087" cy="2876814"/>
            </a:xfrm>
            <a:prstGeom prst="straightConnector1">
              <a:avLst/>
            </a:prstGeom>
            <a:ln>
              <a:prstDash val="sysDot"/>
              <a:tailEnd type="triangle"/>
            </a:ln>
            <a:effectLst/>
          </p:spPr>
          <p:style>
            <a:lnRef idx="3">
              <a:schemeClr val="accent1"/>
            </a:lnRef>
            <a:fillRef idx="0">
              <a:schemeClr val="accent1"/>
            </a:fillRef>
            <a:effectRef idx="2">
              <a:schemeClr val="accent1"/>
            </a:effectRef>
            <a:fontRef idx="minor">
              <a:schemeClr val="tx1"/>
            </a:fontRef>
          </p:style>
        </p:cxnSp>
        <p:grpSp>
          <p:nvGrpSpPr>
            <p:cNvPr id="10" name="Group 37">
              <a:extLst>
                <a:ext uri="{FF2B5EF4-FFF2-40B4-BE49-F238E27FC236}">
                  <a16:creationId xmlns:a16="http://schemas.microsoft.com/office/drawing/2014/main" id="{C0870BF8-4C68-4958-638F-19DDEF64C68A}"/>
                </a:ext>
              </a:extLst>
            </p:cNvPr>
            <p:cNvGrpSpPr/>
            <p:nvPr/>
          </p:nvGrpSpPr>
          <p:grpSpPr>
            <a:xfrm>
              <a:off x="2774116" y="3492793"/>
              <a:ext cx="2592422" cy="837146"/>
              <a:chOff x="1861737" y="2847967"/>
              <a:chExt cx="2592422" cy="837146"/>
            </a:xfrm>
          </p:grpSpPr>
          <p:sp>
            <p:nvSpPr>
              <p:cNvPr id="14" name="Freeform: Shape 13">
                <a:extLst>
                  <a:ext uri="{FF2B5EF4-FFF2-40B4-BE49-F238E27FC236}">
                    <a16:creationId xmlns:a16="http://schemas.microsoft.com/office/drawing/2014/main" id="{27F18D0F-7004-05A4-DFF7-8EBBCD1CE994}"/>
                  </a:ext>
                </a:extLst>
              </p:cNvPr>
              <p:cNvSpPr/>
              <p:nvPr/>
            </p:nvSpPr>
            <p:spPr>
              <a:xfrm>
                <a:off x="2562351" y="3024469"/>
                <a:ext cx="1891808" cy="484142"/>
              </a:xfrm>
              <a:custGeom>
                <a:avLst/>
                <a:gdLst>
                  <a:gd name="connsiteX0" fmla="*/ 0 w 1805298"/>
                  <a:gd name="connsiteY0" fmla="*/ 80692 h 484142"/>
                  <a:gd name="connsiteX1" fmla="*/ 80692 w 1805298"/>
                  <a:gd name="connsiteY1" fmla="*/ 0 h 484142"/>
                  <a:gd name="connsiteX2" fmla="*/ 1724606 w 1805298"/>
                  <a:gd name="connsiteY2" fmla="*/ 0 h 484142"/>
                  <a:gd name="connsiteX3" fmla="*/ 1805298 w 1805298"/>
                  <a:gd name="connsiteY3" fmla="*/ 80692 h 484142"/>
                  <a:gd name="connsiteX4" fmla="*/ 1805298 w 1805298"/>
                  <a:gd name="connsiteY4" fmla="*/ 403450 h 484142"/>
                  <a:gd name="connsiteX5" fmla="*/ 1724606 w 1805298"/>
                  <a:gd name="connsiteY5" fmla="*/ 484142 h 484142"/>
                  <a:gd name="connsiteX6" fmla="*/ 80692 w 1805298"/>
                  <a:gd name="connsiteY6" fmla="*/ 484142 h 484142"/>
                  <a:gd name="connsiteX7" fmla="*/ 0 w 1805298"/>
                  <a:gd name="connsiteY7" fmla="*/ 403450 h 484142"/>
                  <a:gd name="connsiteX8" fmla="*/ 0 w 1805298"/>
                  <a:gd name="connsiteY8" fmla="*/ 80692 h 48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5298" h="484142">
                    <a:moveTo>
                      <a:pt x="0" y="80692"/>
                    </a:moveTo>
                    <a:cubicBezTo>
                      <a:pt x="0" y="36127"/>
                      <a:pt x="36127" y="0"/>
                      <a:pt x="80692" y="0"/>
                    </a:cubicBezTo>
                    <a:lnTo>
                      <a:pt x="1724606" y="0"/>
                    </a:lnTo>
                    <a:cubicBezTo>
                      <a:pt x="1769171" y="0"/>
                      <a:pt x="1805298" y="36127"/>
                      <a:pt x="1805298" y="80692"/>
                    </a:cubicBezTo>
                    <a:lnTo>
                      <a:pt x="1805298" y="403450"/>
                    </a:lnTo>
                    <a:cubicBezTo>
                      <a:pt x="1805298" y="448015"/>
                      <a:pt x="1769171" y="484142"/>
                      <a:pt x="1724606" y="484142"/>
                    </a:cubicBezTo>
                    <a:lnTo>
                      <a:pt x="80692" y="484142"/>
                    </a:lnTo>
                    <a:cubicBezTo>
                      <a:pt x="36127" y="484142"/>
                      <a:pt x="0" y="448015"/>
                      <a:pt x="0" y="403450"/>
                    </a:cubicBezTo>
                    <a:lnTo>
                      <a:pt x="0" y="80692"/>
                    </a:lnTo>
                    <a:close/>
                  </a:path>
                </a:pathLst>
              </a:custGeom>
              <a:solidFill>
                <a:schemeClr val="accent6">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5755" tIns="69354" rIns="69354" bIns="69354" numCol="1" spcCol="1270" anchor="ctr" anchorCtr="0">
                <a:noAutofit/>
              </a:bodyPr>
              <a:lstStyle/>
              <a:p>
                <a:pPr algn="ctr" defTabSz="533427">
                  <a:lnSpc>
                    <a:spcPct val="90000"/>
                  </a:lnSpc>
                  <a:spcBef>
                    <a:spcPct val="0"/>
                  </a:spcBef>
                  <a:spcAft>
                    <a:spcPct val="35000"/>
                  </a:spcAft>
                </a:pPr>
                <a:r>
                  <a:rPr lang="en-US" sz="1400" b="1"/>
                  <a:t>See/Feel differently “Emotion”</a:t>
                </a:r>
              </a:p>
            </p:txBody>
          </p:sp>
          <p:sp>
            <p:nvSpPr>
              <p:cNvPr id="15" name="Oval 14">
                <a:extLst>
                  <a:ext uri="{FF2B5EF4-FFF2-40B4-BE49-F238E27FC236}">
                    <a16:creationId xmlns:a16="http://schemas.microsoft.com/office/drawing/2014/main" id="{267EB19C-7465-EB43-64EB-3317670E4754}"/>
                  </a:ext>
                </a:extLst>
              </p:cNvPr>
              <p:cNvSpPr/>
              <p:nvPr/>
            </p:nvSpPr>
            <p:spPr>
              <a:xfrm>
                <a:off x="1861737" y="2847967"/>
                <a:ext cx="837116" cy="837146"/>
              </a:xfrm>
              <a:prstGeom prst="ellipse">
                <a:avLst/>
              </a:prstGeom>
              <a:blipFill rotWithShape="1">
                <a:blip r:embed="rId5" cstate="screen">
                  <a:extLst>
                    <a:ext uri="{28A0092B-C50C-407E-A947-70E740481C1C}">
                      <a14:useLocalDpi xmlns:a14="http://schemas.microsoft.com/office/drawing/2010/main"/>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sz="1200"/>
              </a:p>
            </p:txBody>
          </p:sp>
        </p:grpSp>
        <p:grpSp>
          <p:nvGrpSpPr>
            <p:cNvPr id="11" name="Group 38">
              <a:extLst>
                <a:ext uri="{FF2B5EF4-FFF2-40B4-BE49-F238E27FC236}">
                  <a16:creationId xmlns:a16="http://schemas.microsoft.com/office/drawing/2014/main" id="{4AACAC8E-7930-2822-FF45-47DF1247EED3}"/>
                </a:ext>
              </a:extLst>
            </p:cNvPr>
            <p:cNvGrpSpPr/>
            <p:nvPr/>
          </p:nvGrpSpPr>
          <p:grpSpPr>
            <a:xfrm>
              <a:off x="3542236" y="2537824"/>
              <a:ext cx="2531146" cy="837146"/>
              <a:chOff x="5103098" y="3096602"/>
              <a:chExt cx="2531146" cy="837146"/>
            </a:xfrm>
          </p:grpSpPr>
          <p:sp>
            <p:nvSpPr>
              <p:cNvPr id="12" name="Freeform: Shape 11">
                <a:extLst>
                  <a:ext uri="{FF2B5EF4-FFF2-40B4-BE49-F238E27FC236}">
                    <a16:creationId xmlns:a16="http://schemas.microsoft.com/office/drawing/2014/main" id="{35351D5E-EC83-2082-22DA-6380F977B5E3}"/>
                  </a:ext>
                </a:extLst>
              </p:cNvPr>
              <p:cNvSpPr/>
              <p:nvPr/>
            </p:nvSpPr>
            <p:spPr>
              <a:xfrm>
                <a:off x="5742436" y="3273108"/>
                <a:ext cx="1891808" cy="484142"/>
              </a:xfrm>
              <a:custGeom>
                <a:avLst/>
                <a:gdLst>
                  <a:gd name="connsiteX0" fmla="*/ 0 w 1805298"/>
                  <a:gd name="connsiteY0" fmla="*/ 80692 h 484142"/>
                  <a:gd name="connsiteX1" fmla="*/ 80692 w 1805298"/>
                  <a:gd name="connsiteY1" fmla="*/ 0 h 484142"/>
                  <a:gd name="connsiteX2" fmla="*/ 1724606 w 1805298"/>
                  <a:gd name="connsiteY2" fmla="*/ 0 h 484142"/>
                  <a:gd name="connsiteX3" fmla="*/ 1805298 w 1805298"/>
                  <a:gd name="connsiteY3" fmla="*/ 80692 h 484142"/>
                  <a:gd name="connsiteX4" fmla="*/ 1805298 w 1805298"/>
                  <a:gd name="connsiteY4" fmla="*/ 403450 h 484142"/>
                  <a:gd name="connsiteX5" fmla="*/ 1724606 w 1805298"/>
                  <a:gd name="connsiteY5" fmla="*/ 484142 h 484142"/>
                  <a:gd name="connsiteX6" fmla="*/ 80692 w 1805298"/>
                  <a:gd name="connsiteY6" fmla="*/ 484142 h 484142"/>
                  <a:gd name="connsiteX7" fmla="*/ 0 w 1805298"/>
                  <a:gd name="connsiteY7" fmla="*/ 403450 h 484142"/>
                  <a:gd name="connsiteX8" fmla="*/ 0 w 1805298"/>
                  <a:gd name="connsiteY8" fmla="*/ 80692 h 48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5298" h="484142">
                    <a:moveTo>
                      <a:pt x="0" y="80692"/>
                    </a:moveTo>
                    <a:cubicBezTo>
                      <a:pt x="0" y="36127"/>
                      <a:pt x="36127" y="0"/>
                      <a:pt x="80692" y="0"/>
                    </a:cubicBezTo>
                    <a:lnTo>
                      <a:pt x="1724606" y="0"/>
                    </a:lnTo>
                    <a:cubicBezTo>
                      <a:pt x="1769171" y="0"/>
                      <a:pt x="1805298" y="36127"/>
                      <a:pt x="1805298" y="80692"/>
                    </a:cubicBezTo>
                    <a:lnTo>
                      <a:pt x="1805298" y="403450"/>
                    </a:lnTo>
                    <a:cubicBezTo>
                      <a:pt x="1805298" y="448015"/>
                      <a:pt x="1769171" y="484142"/>
                      <a:pt x="1724606" y="484142"/>
                    </a:cubicBezTo>
                    <a:lnTo>
                      <a:pt x="80692" y="484142"/>
                    </a:lnTo>
                    <a:cubicBezTo>
                      <a:pt x="36127" y="484142"/>
                      <a:pt x="0" y="448015"/>
                      <a:pt x="0" y="403450"/>
                    </a:cubicBezTo>
                    <a:lnTo>
                      <a:pt x="0" y="80692"/>
                    </a:lnTo>
                    <a:close/>
                  </a:path>
                </a:pathLst>
              </a:custGeom>
              <a:solidFill>
                <a:schemeClr val="accent6">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5755" tIns="69354" rIns="69354" bIns="69354" numCol="1" spcCol="1270" anchor="ctr" anchorCtr="0">
                <a:noAutofit/>
              </a:bodyPr>
              <a:lstStyle/>
              <a:p>
                <a:pPr defTabSz="533427">
                  <a:lnSpc>
                    <a:spcPct val="90000"/>
                  </a:lnSpc>
                  <a:spcBef>
                    <a:spcPct val="0"/>
                  </a:spcBef>
                  <a:spcAft>
                    <a:spcPct val="35000"/>
                  </a:spcAft>
                </a:pPr>
                <a:r>
                  <a:rPr lang="en-US" sz="1400" b="1"/>
                  <a:t>Science</a:t>
                </a:r>
              </a:p>
            </p:txBody>
          </p:sp>
          <p:sp>
            <p:nvSpPr>
              <p:cNvPr id="13" name="Oval 12">
                <a:extLst>
                  <a:ext uri="{FF2B5EF4-FFF2-40B4-BE49-F238E27FC236}">
                    <a16:creationId xmlns:a16="http://schemas.microsoft.com/office/drawing/2014/main" id="{A1E607CE-3691-7C05-297D-F73FEFD46CEE}"/>
                  </a:ext>
                </a:extLst>
              </p:cNvPr>
              <p:cNvSpPr/>
              <p:nvPr/>
            </p:nvSpPr>
            <p:spPr>
              <a:xfrm>
                <a:off x="5103098" y="3096602"/>
                <a:ext cx="837116" cy="837146"/>
              </a:xfrm>
              <a:prstGeom prst="ellipse">
                <a:avLst/>
              </a:prstGeom>
              <a:blipFill rotWithShape="1">
                <a:blip r:embed="rId6" cstate="screen">
                  <a:extLst>
                    <a:ext uri="{28A0092B-C50C-407E-A947-70E740481C1C}">
                      <a14:useLocalDpi xmlns:a14="http://schemas.microsoft.com/office/drawing/2010/main"/>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GB" sz="1200"/>
              </a:p>
            </p:txBody>
          </p:sp>
        </p:grpSp>
      </p:grpSp>
      <p:sp>
        <p:nvSpPr>
          <p:cNvPr id="20" name="Shape 19">
            <a:extLst>
              <a:ext uri="{FF2B5EF4-FFF2-40B4-BE49-F238E27FC236}">
                <a16:creationId xmlns:a16="http://schemas.microsoft.com/office/drawing/2014/main" id="{4F05AC41-798F-4EC2-E463-9F4A0DB86CFD}"/>
              </a:ext>
            </a:extLst>
          </p:cNvPr>
          <p:cNvSpPr/>
          <p:nvPr/>
        </p:nvSpPr>
        <p:spPr>
          <a:xfrm rot="20732667">
            <a:off x="1085292" y="1231568"/>
            <a:ext cx="5353038" cy="3274215"/>
          </a:xfrm>
          <a:prstGeom prst="swooshArrow">
            <a:avLst>
              <a:gd name="adj1" fmla="val 19515"/>
              <a:gd name="adj2" fmla="val 33379"/>
            </a:avLst>
          </a:prstGeom>
          <a:solidFill>
            <a:srgbClr val="FAD1A8"/>
          </a:solidFill>
        </p:spPr>
        <p:style>
          <a:lnRef idx="0">
            <a:schemeClr val="accent4">
              <a:hueOff val="0"/>
              <a:satOff val="0"/>
              <a:lumOff val="0"/>
              <a:alphaOff val="0"/>
            </a:schemeClr>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n-GB" sz="1200"/>
          </a:p>
        </p:txBody>
      </p:sp>
      <p:sp>
        <p:nvSpPr>
          <p:cNvPr id="21" name="TextBox 20">
            <a:extLst>
              <a:ext uri="{FF2B5EF4-FFF2-40B4-BE49-F238E27FC236}">
                <a16:creationId xmlns:a16="http://schemas.microsoft.com/office/drawing/2014/main" id="{F5F1D54C-CAAA-5755-C9CB-AA5EB331DEA0}"/>
              </a:ext>
            </a:extLst>
          </p:cNvPr>
          <p:cNvSpPr txBox="1"/>
          <p:nvPr/>
        </p:nvSpPr>
        <p:spPr>
          <a:xfrm>
            <a:off x="9434385" y="3244608"/>
            <a:ext cx="1091137" cy="359186"/>
          </a:xfrm>
          <a:prstGeom prst="rect">
            <a:avLst/>
          </a:prstGeom>
          <a:noFill/>
        </p:spPr>
        <p:txBody>
          <a:bodyPr wrap="square" lIns="120000" tIns="120000" rIns="120000" bIns="120000" rtlCol="0" anchor="ctr">
            <a:noAutofit/>
          </a:bodyPr>
          <a:lstStyle/>
          <a:p>
            <a:pPr>
              <a:spcBef>
                <a:spcPts val="200"/>
              </a:spcBef>
              <a:spcAft>
                <a:spcPts val="200"/>
              </a:spcAft>
              <a:buClr>
                <a:schemeClr val="tx2"/>
              </a:buClr>
              <a:buSzPct val="110000"/>
            </a:pPr>
            <a:r>
              <a:rPr lang="en-GB" sz="2133" b="1" dirty="0"/>
              <a:t>Trigger</a:t>
            </a:r>
          </a:p>
        </p:txBody>
      </p:sp>
      <p:sp>
        <p:nvSpPr>
          <p:cNvPr id="23" name="Rectangle: Rounded Corners 22">
            <a:extLst>
              <a:ext uri="{FF2B5EF4-FFF2-40B4-BE49-F238E27FC236}">
                <a16:creationId xmlns:a16="http://schemas.microsoft.com/office/drawing/2014/main" id="{027CD663-5856-5D90-FD99-04953A07BC59}"/>
              </a:ext>
            </a:extLst>
          </p:cNvPr>
          <p:cNvSpPr/>
          <p:nvPr/>
        </p:nvSpPr>
        <p:spPr>
          <a:xfrm>
            <a:off x="3942932" y="2407102"/>
            <a:ext cx="4955742" cy="2043796"/>
          </a:xfrm>
          <a:prstGeom prst="roundRect">
            <a:avLst/>
          </a:prstGeom>
          <a:noFill/>
        </p:spPr>
        <p:style>
          <a:lnRef idx="2">
            <a:schemeClr val="accent5"/>
          </a:lnRef>
          <a:fillRef idx="1">
            <a:schemeClr val="lt1"/>
          </a:fillRef>
          <a:effectRef idx="0">
            <a:schemeClr val="accent5"/>
          </a:effectRef>
          <a:fontRef idx="minor">
            <a:schemeClr val="dk1"/>
          </a:fontRef>
        </p:style>
        <p:txBody>
          <a:bodyPr rtlCol="0" anchor="ctr"/>
          <a:lstStyle/>
          <a:p>
            <a:pPr marL="342900" marR="0" indent="-342900" algn="ctr" defTabSz="914400" rtl="0" eaLnBrk="1" fontAlgn="auto" latinLnBrk="0" hangingPunct="1">
              <a:lnSpc>
                <a:spcPct val="107000"/>
              </a:lnSpc>
              <a:spcBef>
                <a:spcPts val="0"/>
              </a:spcBef>
              <a:spcAft>
                <a:spcPts val="800"/>
              </a:spcAft>
              <a:buClrTx/>
              <a:buSzTx/>
              <a:buFont typeface="Wingdings" panose="05000000000000000000" pitchFamily="2" charset="2"/>
              <a:buChar char="Ø"/>
              <a:tabLst/>
            </a:pPr>
            <a:endParaRPr kumimoji="0" lang="en-GB" sz="3600" b="1" i="0" u="none" strike="noStrike" kern="1200" cap="none" spc="0" normalizeH="0" baseline="0" noProof="0">
              <a:ln>
                <a:noFill/>
              </a:ln>
              <a:solidFill>
                <a:sysClr val="windowText" lastClr="000000"/>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24" name="Arrow: Left 23">
            <a:extLst>
              <a:ext uri="{FF2B5EF4-FFF2-40B4-BE49-F238E27FC236}">
                <a16:creationId xmlns:a16="http://schemas.microsoft.com/office/drawing/2014/main" id="{4094F484-FE9D-0AC8-4F86-83420C0320C9}"/>
              </a:ext>
            </a:extLst>
          </p:cNvPr>
          <p:cNvSpPr/>
          <p:nvPr/>
        </p:nvSpPr>
        <p:spPr bwMode="auto">
          <a:xfrm>
            <a:off x="8960100" y="3301343"/>
            <a:ext cx="474285" cy="359186"/>
          </a:xfrm>
          <a:prstGeom prst="leftArrow">
            <a:avLst/>
          </a:prstGeom>
          <a:solidFill>
            <a:srgbClr val="FAD1A8"/>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eaLnBrk="0" fontAlgn="auto" hangingPunct="0">
              <a:spcBef>
                <a:spcPts val="300"/>
              </a:spcBef>
              <a:spcAft>
                <a:spcPts val="300"/>
              </a:spcAft>
              <a:buClr>
                <a:schemeClr val="tx2"/>
              </a:buClr>
              <a:buSzPct val="110000"/>
            </a:pPr>
            <a:endParaRPr lang="en-GB" sz="1600" kern="0" dirty="0" err="1">
              <a:solidFill>
                <a:srgbClr val="FAD1A8"/>
              </a:solidFill>
            </a:endParaRPr>
          </a:p>
        </p:txBody>
      </p:sp>
      <p:sp>
        <p:nvSpPr>
          <p:cNvPr id="4" name="Slide Number Placeholder 3">
            <a:extLst>
              <a:ext uri="{FF2B5EF4-FFF2-40B4-BE49-F238E27FC236}">
                <a16:creationId xmlns:a16="http://schemas.microsoft.com/office/drawing/2014/main" id="{68F75B7B-43D3-1515-EAA4-A34ED729866F}"/>
              </a:ext>
            </a:extLst>
          </p:cNvPr>
          <p:cNvSpPr>
            <a:spLocks noGrp="1"/>
          </p:cNvSpPr>
          <p:nvPr>
            <p:ph type="sldNum" sz="quarter" idx="11"/>
          </p:nvPr>
        </p:nvSpPr>
        <p:spPr/>
        <p:txBody>
          <a:bodyPr/>
          <a:lstStyle/>
          <a:p>
            <a:fld id="{9F9F533D-B52E-4A2F-BF72-0ADD2D94BD75}" type="slidenum">
              <a:rPr lang="en-GB" smtClean="0"/>
              <a:pPr/>
              <a:t>2</a:t>
            </a:fld>
            <a:endParaRPr lang="en-GB"/>
          </a:p>
        </p:txBody>
      </p:sp>
    </p:spTree>
    <p:extLst>
      <p:ext uri="{BB962C8B-B14F-4D97-AF65-F5344CB8AC3E}">
        <p14:creationId xmlns:p14="http://schemas.microsoft.com/office/powerpoint/2010/main" val="3842742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56B42-32FC-3CC0-839E-076AA6E526D7}"/>
            </a:ext>
          </a:extLst>
        </p:cNvPr>
        <p:cNvGrpSpPr/>
        <p:nvPr/>
      </p:nvGrpSpPr>
      <p:grpSpPr>
        <a:xfrm>
          <a:off x="0" y="0"/>
          <a:ext cx="0" cy="0"/>
          <a:chOff x="0" y="0"/>
          <a:chExt cx="0" cy="0"/>
        </a:xfrm>
      </p:grpSpPr>
      <p:sp>
        <p:nvSpPr>
          <p:cNvPr id="158" name="Slide Number Placeholder 2">
            <a:extLst>
              <a:ext uri="{FF2B5EF4-FFF2-40B4-BE49-F238E27FC236}">
                <a16:creationId xmlns:a16="http://schemas.microsoft.com/office/drawing/2014/main" id="{67A3AA6B-0CCF-0D4B-1AEF-09474FE03F59}"/>
              </a:ext>
            </a:extLst>
          </p:cNvPr>
          <p:cNvSpPr txBox="1">
            <a:spLocks/>
          </p:cNvSpPr>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377" rtl="0" eaLnBrk="1" fontAlgn="auto" latinLnBrk="0" hangingPunct="1">
              <a:lnSpc>
                <a:spcPct val="100000"/>
              </a:lnSpc>
              <a:spcBef>
                <a:spcPts val="0"/>
              </a:spcBef>
              <a:spcAft>
                <a:spcPts val="0"/>
              </a:spcAft>
              <a:buClrTx/>
              <a:buSzTx/>
              <a:buFontTx/>
              <a:buNone/>
              <a:tabLst/>
              <a:defRPr/>
            </a:pPr>
            <a:fld id="{9F9F533D-B52E-4A2F-BF72-0ADD2D94BD75}" type="slidenum">
              <a:rPr kumimoji="0" lang="en-GB" sz="800" b="0" i="0" u="none" strike="noStrike" kern="1200" cap="none" spc="0" normalizeH="0" baseline="0" noProof="0" smtClean="0">
                <a:ln>
                  <a:noFill/>
                </a:ln>
                <a:solidFill>
                  <a:srgbClr val="9A8B7D"/>
                </a:solidFill>
                <a:effectLst/>
                <a:uLnTx/>
                <a:uFillTx/>
                <a:latin typeface="Arial"/>
                <a:ea typeface="+mn-ea"/>
                <a:cs typeface="Arial"/>
              </a:rPr>
              <a:pPr marL="0" marR="0" lvl="0" indent="0" algn="r" defTabSz="914377"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9A8B7D"/>
              </a:solidFill>
              <a:effectLst/>
              <a:uLnTx/>
              <a:uFillTx/>
              <a:latin typeface="Arial"/>
              <a:ea typeface="+mn-ea"/>
              <a:cs typeface="Arial"/>
            </a:endParaRPr>
          </a:p>
        </p:txBody>
      </p:sp>
      <p:sp>
        <p:nvSpPr>
          <p:cNvPr id="2" name="TextBox 1">
            <a:extLst>
              <a:ext uri="{FF2B5EF4-FFF2-40B4-BE49-F238E27FC236}">
                <a16:creationId xmlns:a16="http://schemas.microsoft.com/office/drawing/2014/main" id="{3BE2A1F0-7480-6EE0-1DFB-3653FF0FE951}"/>
              </a:ext>
            </a:extLst>
          </p:cNvPr>
          <p:cNvSpPr txBox="1"/>
          <p:nvPr/>
        </p:nvSpPr>
        <p:spPr>
          <a:xfrm>
            <a:off x="516534" y="259251"/>
            <a:ext cx="6044249" cy="388875"/>
          </a:xfrm>
          <a:prstGeom prst="rect">
            <a:avLst/>
          </a:prstGeom>
          <a:noFill/>
        </p:spPr>
        <p:txBody>
          <a:bodyPr wrap="square" lIns="120000" tIns="120000" rIns="120000" bIns="120000" rtlCol="0" anchor="ctr">
            <a:noAutofit/>
          </a:bodyPr>
          <a:lstStyle/>
          <a:p>
            <a:pPr defTabSz="609630">
              <a:spcBef>
                <a:spcPct val="0"/>
              </a:spcBef>
              <a:defRPr/>
            </a:pPr>
            <a:r>
              <a:rPr lang="en-GB" sz="3200" dirty="0">
                <a:solidFill>
                  <a:schemeClr val="tx2"/>
                </a:solidFill>
                <a:latin typeface="Arial"/>
                <a:ea typeface="+mj-ea"/>
                <a:cs typeface="+mj-cs"/>
              </a:rPr>
              <a:t>How Change Happens!</a:t>
            </a:r>
          </a:p>
        </p:txBody>
      </p:sp>
      <p:sp>
        <p:nvSpPr>
          <p:cNvPr id="4" name="Rectangle: Top Corners Rounded 14">
            <a:extLst>
              <a:ext uri="{FF2B5EF4-FFF2-40B4-BE49-F238E27FC236}">
                <a16:creationId xmlns:a16="http://schemas.microsoft.com/office/drawing/2014/main" id="{EDF72FF0-620A-83D0-F0E3-773C67345095}"/>
              </a:ext>
            </a:extLst>
          </p:cNvPr>
          <p:cNvSpPr/>
          <p:nvPr/>
        </p:nvSpPr>
        <p:spPr>
          <a:xfrm>
            <a:off x="4423004" y="2002760"/>
            <a:ext cx="3383280" cy="3383280"/>
          </a:xfrm>
          <a:prstGeom prst="roundRect">
            <a:avLst/>
          </a:prstGeom>
          <a:gradFill flip="none" rotWithShape="1">
            <a:gsLst>
              <a:gs pos="0">
                <a:srgbClr val="2B4953"/>
              </a:gs>
              <a:gs pos="50000">
                <a:srgbClr val="183944"/>
              </a:gs>
              <a:gs pos="100000">
                <a:srgbClr val="062935"/>
              </a:gs>
            </a:gsLst>
            <a:path path="circle">
              <a:fillToRect l="50000" t="50000" r="50000" b="50000"/>
            </a:path>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defRPr/>
            </a:pPr>
            <a:r>
              <a:rPr lang="en-GB" sz="3200" b="1" dirty="0">
                <a:solidFill>
                  <a:schemeClr val="bg1"/>
                </a:solidFill>
                <a:latin typeface="Arial"/>
                <a:ea typeface="+mj-ea"/>
                <a:cs typeface="+mj-cs"/>
              </a:rPr>
              <a:t>Accumulative</a:t>
            </a:r>
            <a:endParaRPr lang="en-US" sz="3200" b="1" dirty="0">
              <a:solidFill>
                <a:schemeClr val="bg1"/>
              </a:solidFill>
              <a:latin typeface="Arial"/>
              <a:ea typeface="+mj-ea"/>
              <a:cs typeface="+mj-cs"/>
            </a:endParaRPr>
          </a:p>
        </p:txBody>
      </p:sp>
      <p:sp>
        <p:nvSpPr>
          <p:cNvPr id="6" name="Rectangle: Top Corners Rounded 14">
            <a:extLst>
              <a:ext uri="{FF2B5EF4-FFF2-40B4-BE49-F238E27FC236}">
                <a16:creationId xmlns:a16="http://schemas.microsoft.com/office/drawing/2014/main" id="{F94B38CA-A457-F8DC-6CFA-79364AA3FA71}"/>
              </a:ext>
            </a:extLst>
          </p:cNvPr>
          <p:cNvSpPr/>
          <p:nvPr/>
        </p:nvSpPr>
        <p:spPr>
          <a:xfrm>
            <a:off x="471976" y="2002760"/>
            <a:ext cx="3383280" cy="3383280"/>
          </a:xfrm>
          <a:prstGeom prst="roundRect">
            <a:avLst/>
          </a:prstGeom>
          <a:gradFill flip="none" rotWithShape="1">
            <a:gsLst>
              <a:gs pos="0">
                <a:srgbClr val="448DA6"/>
              </a:gs>
              <a:gs pos="50000">
                <a:srgbClr val="257A97"/>
              </a:gs>
              <a:gs pos="100000">
                <a:srgbClr val="066788"/>
              </a:gs>
            </a:gsLst>
            <a:path path="circle">
              <a:fillToRect l="50000" t="50000" r="50000" b="50000"/>
            </a:path>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defRPr/>
            </a:pPr>
            <a:r>
              <a:rPr lang="en-GB" dirty="0"/>
              <a:t> </a:t>
            </a:r>
            <a:r>
              <a:rPr lang="en-GB" sz="3200" b="1" dirty="0">
                <a:solidFill>
                  <a:schemeClr val="bg1"/>
                </a:solidFill>
                <a:latin typeface="Arial"/>
                <a:ea typeface="+mj-ea"/>
                <a:cs typeface="+mj-cs"/>
              </a:rPr>
              <a:t>Instantaneous</a:t>
            </a:r>
            <a:endParaRPr lang="en-US" sz="3200" b="1" dirty="0">
              <a:solidFill>
                <a:schemeClr val="bg1"/>
              </a:solidFill>
              <a:latin typeface="Arial"/>
              <a:ea typeface="+mj-ea"/>
              <a:cs typeface="+mj-cs"/>
            </a:endParaRPr>
          </a:p>
        </p:txBody>
      </p:sp>
      <p:sp>
        <p:nvSpPr>
          <p:cNvPr id="7" name="Rectangle: Top Corners Rounded 14">
            <a:extLst>
              <a:ext uri="{FF2B5EF4-FFF2-40B4-BE49-F238E27FC236}">
                <a16:creationId xmlns:a16="http://schemas.microsoft.com/office/drawing/2014/main" id="{B79ECF90-9D49-EF87-983A-AC056F479748}"/>
              </a:ext>
            </a:extLst>
          </p:cNvPr>
          <p:cNvSpPr/>
          <p:nvPr/>
        </p:nvSpPr>
        <p:spPr>
          <a:xfrm>
            <a:off x="8374032" y="2002760"/>
            <a:ext cx="3383280" cy="3383280"/>
          </a:xfrm>
          <a:prstGeom prst="roundRect">
            <a:avLst/>
          </a:prstGeom>
          <a:gradFill flip="none" rotWithShape="1">
            <a:gsLst>
              <a:gs pos="0">
                <a:srgbClr val="A5336D"/>
              </a:gs>
              <a:gs pos="50000">
                <a:srgbClr val="99195B"/>
              </a:gs>
              <a:gs pos="100000">
                <a:srgbClr val="8E0049"/>
              </a:gs>
            </a:gsLst>
            <a:path path="circle">
              <a:fillToRect l="50000" t="50000" r="50000" b="50000"/>
            </a:path>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defRPr/>
            </a:pPr>
            <a:r>
              <a:rPr lang="en-GB" sz="3200" b="1" dirty="0">
                <a:solidFill>
                  <a:schemeClr val="bg1"/>
                </a:solidFill>
                <a:latin typeface="Arial"/>
                <a:ea typeface="+mj-ea"/>
                <a:cs typeface="+mj-cs"/>
              </a:rPr>
              <a:t>Unconscious</a:t>
            </a:r>
            <a:endParaRPr lang="en-US" sz="3200" b="1" dirty="0">
              <a:solidFill>
                <a:schemeClr val="bg1"/>
              </a:solidFill>
              <a:latin typeface="Arial"/>
              <a:ea typeface="+mj-ea"/>
              <a:cs typeface="+mj-cs"/>
            </a:endParaRPr>
          </a:p>
        </p:txBody>
      </p:sp>
      <p:pic>
        <p:nvPicPr>
          <p:cNvPr id="22" name="Picture 6" descr="Discounted Trelegy Online - Insulin Outlet">
            <a:extLst>
              <a:ext uri="{FF2B5EF4-FFF2-40B4-BE49-F238E27FC236}">
                <a16:creationId xmlns:a16="http://schemas.microsoft.com/office/drawing/2014/main" id="{4A5750CE-BA5C-2931-79F5-1405C9EE20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877" b="17814"/>
          <a:stretch/>
        </p:blipFill>
        <p:spPr bwMode="auto">
          <a:xfrm>
            <a:off x="10426566" y="176830"/>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1C9D31DE-E5FB-BBD6-0154-096F4D686CBD}"/>
              </a:ext>
            </a:extLst>
          </p:cNvPr>
          <p:cNvSpPr>
            <a:spLocks noGrp="1"/>
          </p:cNvSpPr>
          <p:nvPr>
            <p:ph type="sldNum" sz="quarter" idx="11"/>
          </p:nvPr>
        </p:nvSpPr>
        <p:spPr/>
        <p:txBody>
          <a:bodyPr/>
          <a:lstStyle/>
          <a:p>
            <a:fld id="{9F9F533D-B52E-4A2F-BF72-0ADD2D94BD75}" type="slidenum">
              <a:rPr lang="en-GB" smtClean="0"/>
              <a:pPr/>
              <a:t>3</a:t>
            </a:fld>
            <a:endParaRPr lang="en-GB"/>
          </a:p>
        </p:txBody>
      </p:sp>
    </p:spTree>
    <p:extLst>
      <p:ext uri="{BB962C8B-B14F-4D97-AF65-F5344CB8AC3E}">
        <p14:creationId xmlns:p14="http://schemas.microsoft.com/office/powerpoint/2010/main" val="201973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9A330E2-20AF-FE9A-F988-2882C79FB371}"/>
              </a:ext>
            </a:extLst>
          </p:cNvPr>
          <p:cNvSpPr>
            <a:spLocks noGrp="1"/>
          </p:cNvSpPr>
          <p:nvPr>
            <p:ph type="body" sz="quarter" idx="13"/>
          </p:nvPr>
        </p:nvSpPr>
        <p:spPr>
          <a:xfrm>
            <a:off x="495076" y="5970910"/>
            <a:ext cx="3772124" cy="269875"/>
          </a:xfrm>
        </p:spPr>
        <p:txBody>
          <a:bodyPr/>
          <a:lstStyle/>
          <a:p>
            <a:r>
              <a:rPr lang="en-PH" sz="1000"/>
              <a:t>*Challenger  Performance Optimization  Inc. Research </a:t>
            </a:r>
          </a:p>
        </p:txBody>
      </p:sp>
      <p:sp>
        <p:nvSpPr>
          <p:cNvPr id="7" name="Title 1">
            <a:extLst>
              <a:ext uri="{FF2B5EF4-FFF2-40B4-BE49-F238E27FC236}">
                <a16:creationId xmlns:a16="http://schemas.microsoft.com/office/drawing/2014/main" id="{AF0CD04F-BCC3-A9A5-9100-1C322A789535}"/>
              </a:ext>
            </a:extLst>
          </p:cNvPr>
          <p:cNvSpPr txBox="1">
            <a:spLocks/>
          </p:cNvSpPr>
          <p:nvPr/>
        </p:nvSpPr>
        <p:spPr>
          <a:xfrm>
            <a:off x="495076" y="279072"/>
            <a:ext cx="6533243" cy="443198"/>
          </a:xfrm>
          <a:prstGeom prst="rect">
            <a:avLst/>
          </a:prstGeom>
        </p:spPr>
        <p:txBody>
          <a:bodyPr vert="horz" lIns="0" tIns="0" rIns="0" bIns="0" rtlCol="0" anchor="b" anchorCtr="0">
            <a:noAutofit/>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lang="en-US" sz="3200" b="0" dirty="0">
                <a:solidFill>
                  <a:srgbClr val="F36633"/>
                </a:solidFill>
                <a:latin typeface="Arial"/>
              </a:rPr>
              <a:t>Voice of the Customer*</a:t>
            </a:r>
          </a:p>
        </p:txBody>
      </p:sp>
      <p:sp>
        <p:nvSpPr>
          <p:cNvPr id="8" name="Rectangle 7">
            <a:extLst>
              <a:ext uri="{FF2B5EF4-FFF2-40B4-BE49-F238E27FC236}">
                <a16:creationId xmlns:a16="http://schemas.microsoft.com/office/drawing/2014/main" id="{4681FF4A-A0D7-2F7F-1125-D9FD437AAE6A}"/>
              </a:ext>
            </a:extLst>
          </p:cNvPr>
          <p:cNvSpPr/>
          <p:nvPr/>
        </p:nvSpPr>
        <p:spPr>
          <a:xfrm>
            <a:off x="432598" y="1479842"/>
            <a:ext cx="5505493" cy="4814138"/>
          </a:xfrm>
          <a:prstGeom prst="rect">
            <a:avLst/>
          </a:prstGeom>
          <a:noFill/>
        </p:spPr>
        <p:txBody>
          <a:bodyPr wrap="square" lIns="0" tIns="0" rIns="0" bIns="0">
            <a:spAutoFit/>
          </a:bodyPr>
          <a:lstStyle/>
          <a:p>
            <a:pPr marL="0" marR="0" lvl="0" indent="0" algn="l" defTabSz="1097280" rtl="0" eaLnBrk="1" fontAlgn="auto" latinLnBrk="0" hangingPunct="1">
              <a:lnSpc>
                <a:spcPct val="100000"/>
              </a:lnSpc>
              <a:spcBef>
                <a:spcPts val="0"/>
              </a:spcBef>
              <a:spcAft>
                <a:spcPts val="288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GSK Precision Light"/>
                <a:ea typeface="Times New Roman"/>
                <a:cs typeface="Times New Roman"/>
              </a:rPr>
              <a:t>I value sales professionals who…</a:t>
            </a:r>
          </a:p>
          <a:p>
            <a:pPr marL="1025525" marR="0" lvl="2" indent="-342900" algn="l" defTabSz="1097280" rtl="0" eaLnBrk="1" fontAlgn="auto" latinLnBrk="0" hangingPunct="1">
              <a:lnSpc>
                <a:spcPct val="100000"/>
              </a:lnSpc>
              <a:spcBef>
                <a:spcPts val="0"/>
              </a:spcBef>
              <a:spcAft>
                <a:spcPts val="2880"/>
              </a:spcAft>
              <a:buClrTx/>
              <a:buSzTx/>
              <a:buFont typeface="Wingdings" panose="05000000000000000000" pitchFamily="2" charset="2"/>
              <a:buChar char="ü"/>
              <a:tabLst/>
              <a:defRPr/>
            </a:pPr>
            <a:r>
              <a:rPr kumimoji="0" lang="en-US" sz="2400" b="0" i="0" u="none" strike="noStrike" kern="0" cap="none" spc="0" normalizeH="0" baseline="0" noProof="0" dirty="0">
                <a:ln>
                  <a:noFill/>
                </a:ln>
                <a:solidFill>
                  <a:srgbClr val="000000"/>
                </a:solidFill>
                <a:effectLst/>
                <a:uLnTx/>
                <a:uFillTx/>
                <a:latin typeface="GSK Precision Light"/>
                <a:ea typeface="Times New Roman"/>
                <a:cs typeface="Times New Roman"/>
              </a:rPr>
              <a:t>Offer me unique, valuable perspectives on my market</a:t>
            </a:r>
          </a:p>
          <a:p>
            <a:pPr marL="1025525" marR="0" lvl="2" indent="-342900" algn="l" defTabSz="1097280" rtl="0" eaLnBrk="1" fontAlgn="auto" latinLnBrk="0" hangingPunct="1">
              <a:lnSpc>
                <a:spcPct val="100000"/>
              </a:lnSpc>
              <a:spcBef>
                <a:spcPts val="0"/>
              </a:spcBef>
              <a:spcAft>
                <a:spcPts val="2880"/>
              </a:spcAft>
              <a:buClrTx/>
              <a:buSzTx/>
              <a:buFont typeface="Wingdings" panose="05000000000000000000" pitchFamily="2" charset="2"/>
              <a:buChar char="ü"/>
              <a:tabLst/>
              <a:defRPr/>
            </a:pPr>
            <a:r>
              <a:rPr kumimoji="0" lang="en-US" sz="2400" b="0" i="0" u="none" strike="noStrike" kern="0" cap="none" spc="0" normalizeH="0" baseline="0" noProof="0" dirty="0">
                <a:ln>
                  <a:noFill/>
                </a:ln>
                <a:solidFill>
                  <a:srgbClr val="000000"/>
                </a:solidFill>
                <a:effectLst/>
                <a:uLnTx/>
                <a:uFillTx/>
                <a:latin typeface="GSK Precision Light"/>
                <a:ea typeface="Times New Roman"/>
                <a:cs typeface="Times New Roman"/>
              </a:rPr>
              <a:t>Help me avoid potential risks</a:t>
            </a:r>
          </a:p>
          <a:p>
            <a:pPr marL="1025525" marR="0" lvl="2" indent="-342900" algn="l" defTabSz="1097280" rtl="0" eaLnBrk="1" fontAlgn="auto" latinLnBrk="0" hangingPunct="1">
              <a:lnSpc>
                <a:spcPct val="100000"/>
              </a:lnSpc>
              <a:spcBef>
                <a:spcPts val="0"/>
              </a:spcBef>
              <a:spcAft>
                <a:spcPts val="2880"/>
              </a:spcAft>
              <a:buClrTx/>
              <a:buSzTx/>
              <a:buFont typeface="Wingdings" panose="05000000000000000000" pitchFamily="2" charset="2"/>
              <a:buChar char="ü"/>
              <a:tabLst/>
              <a:defRPr/>
            </a:pPr>
            <a:r>
              <a:rPr kumimoji="0" lang="en-US" sz="2400" b="0" i="0" u="none" strike="noStrike" kern="0" cap="none" spc="0" normalizeH="0" baseline="0" noProof="0" dirty="0">
                <a:ln>
                  <a:noFill/>
                </a:ln>
                <a:solidFill>
                  <a:srgbClr val="000000"/>
                </a:solidFill>
                <a:effectLst/>
                <a:uLnTx/>
                <a:uFillTx/>
                <a:latin typeface="GSK Precision Light"/>
                <a:ea typeface="Times New Roman"/>
                <a:cs typeface="Times New Roman"/>
              </a:rPr>
              <a:t>Educate me on new issues and outcomes</a:t>
            </a:r>
          </a:p>
          <a:p>
            <a:pPr marL="1025525" lvl="2" indent="-342900" defTabSz="1097280">
              <a:spcAft>
                <a:spcPts val="2880"/>
              </a:spcAft>
              <a:buFont typeface="Wingdings" panose="05000000000000000000" pitchFamily="2" charset="2"/>
              <a:buChar char="ü"/>
              <a:defRPr/>
            </a:pPr>
            <a:r>
              <a:rPr lang="en-US" sz="2400" kern="0" dirty="0">
                <a:solidFill>
                  <a:srgbClr val="000000"/>
                </a:solidFill>
                <a:ea typeface="Times New Roman"/>
                <a:cs typeface="Times New Roman"/>
              </a:rPr>
              <a:t>Help me navigate alternatives</a:t>
            </a:r>
          </a:p>
          <a:p>
            <a:pPr marL="682625" marR="0" lvl="2" algn="l" defTabSz="1097280" rtl="0" eaLnBrk="1" fontAlgn="auto" latinLnBrk="0" hangingPunct="1">
              <a:lnSpc>
                <a:spcPct val="100000"/>
              </a:lnSpc>
              <a:spcBef>
                <a:spcPts val="0"/>
              </a:spcBef>
              <a:spcAft>
                <a:spcPts val="2880"/>
              </a:spcAft>
              <a:buClrTx/>
              <a:buSzTx/>
              <a:tabLst/>
              <a:defRPr/>
            </a:pPr>
            <a:endParaRPr kumimoji="0" lang="en-US" sz="2400" b="0" i="0" u="none" strike="noStrike" kern="0" cap="none" spc="0" normalizeH="0" baseline="0" noProof="0" dirty="0">
              <a:ln>
                <a:noFill/>
              </a:ln>
              <a:solidFill>
                <a:srgbClr val="000000"/>
              </a:solidFill>
              <a:effectLst/>
              <a:uLnTx/>
              <a:uFillTx/>
              <a:latin typeface="GSK Precision Light"/>
              <a:ea typeface="Times New Roman"/>
              <a:cs typeface="Times New Roman"/>
            </a:endParaRPr>
          </a:p>
        </p:txBody>
      </p:sp>
      <p:sp>
        <p:nvSpPr>
          <p:cNvPr id="9" name="Title 1">
            <a:extLst>
              <a:ext uri="{FF2B5EF4-FFF2-40B4-BE49-F238E27FC236}">
                <a16:creationId xmlns:a16="http://schemas.microsoft.com/office/drawing/2014/main" id="{7AC25E20-C6F5-FDED-4D83-BA1AD76A9EA5}"/>
              </a:ext>
            </a:extLst>
          </p:cNvPr>
          <p:cNvSpPr>
            <a:spLocks noGrp="1"/>
          </p:cNvSpPr>
          <p:nvPr>
            <p:ph type="title"/>
          </p:nvPr>
        </p:nvSpPr>
        <p:spPr>
          <a:xfrm>
            <a:off x="6757416" y="279072"/>
            <a:ext cx="4696968" cy="443198"/>
          </a:xfrm>
        </p:spPr>
        <p:txBody>
          <a:bodyPr/>
          <a:lstStyle/>
          <a:p>
            <a:pPr algn="ctr"/>
            <a:r>
              <a:rPr lang="en-US" sz="3200" b="0" dirty="0">
                <a:solidFill>
                  <a:srgbClr val="F36633"/>
                </a:solidFill>
                <a:latin typeface="Arial"/>
              </a:rPr>
              <a:t>How </a:t>
            </a:r>
            <a:r>
              <a:rPr lang="en-US" sz="3200" b="0" i="1" dirty="0">
                <a:solidFill>
                  <a:srgbClr val="F36633"/>
                </a:solidFill>
                <a:latin typeface="Arial"/>
              </a:rPr>
              <a:t>Challengers</a:t>
            </a:r>
            <a:r>
              <a:rPr lang="en-US" sz="3200" b="0" dirty="0">
                <a:solidFill>
                  <a:srgbClr val="F36633"/>
                </a:solidFill>
                <a:latin typeface="Arial"/>
              </a:rPr>
              <a:t> Win</a:t>
            </a:r>
          </a:p>
        </p:txBody>
      </p:sp>
      <p:pic>
        <p:nvPicPr>
          <p:cNvPr id="11" name="Picture 10">
            <a:extLst>
              <a:ext uri="{FF2B5EF4-FFF2-40B4-BE49-F238E27FC236}">
                <a16:creationId xmlns:a16="http://schemas.microsoft.com/office/drawing/2014/main" id="{81B33345-13C0-FF40-634D-753AD09F981B}"/>
              </a:ext>
            </a:extLst>
          </p:cNvPr>
          <p:cNvPicPr>
            <a:picLocks noChangeAspect="1"/>
          </p:cNvPicPr>
          <p:nvPr/>
        </p:nvPicPr>
        <p:blipFill>
          <a:blip r:embed="rId3"/>
          <a:srcRect/>
          <a:stretch/>
        </p:blipFill>
        <p:spPr>
          <a:xfrm>
            <a:off x="6900559" y="1193386"/>
            <a:ext cx="4234914" cy="4234914"/>
          </a:xfrm>
          <a:prstGeom prst="rect">
            <a:avLst/>
          </a:prstGeom>
        </p:spPr>
      </p:pic>
      <p:sp>
        <p:nvSpPr>
          <p:cNvPr id="12" name="TextBox 11">
            <a:extLst>
              <a:ext uri="{FF2B5EF4-FFF2-40B4-BE49-F238E27FC236}">
                <a16:creationId xmlns:a16="http://schemas.microsoft.com/office/drawing/2014/main" id="{49FEB6A9-C731-EAF7-B881-A62544FCE20A}"/>
              </a:ext>
            </a:extLst>
          </p:cNvPr>
          <p:cNvSpPr txBox="1"/>
          <p:nvPr/>
        </p:nvSpPr>
        <p:spPr>
          <a:xfrm>
            <a:off x="8068959" y="3347021"/>
            <a:ext cx="1905000"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SK Precision Light"/>
                <a:ea typeface="+mn-ea"/>
                <a:cs typeface="Arial"/>
              </a:rPr>
              <a:t>Constructive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SK Precision Light"/>
                <a:ea typeface="+mn-ea"/>
                <a:cs typeface="Arial"/>
              </a:rPr>
              <a:t>Tension</a:t>
            </a:r>
          </a:p>
        </p:txBody>
      </p:sp>
      <p:sp>
        <p:nvSpPr>
          <p:cNvPr id="13" name="TextBox 12">
            <a:extLst>
              <a:ext uri="{FF2B5EF4-FFF2-40B4-BE49-F238E27FC236}">
                <a16:creationId xmlns:a16="http://schemas.microsoft.com/office/drawing/2014/main" id="{A7795339-C9D2-251C-01CF-D3416FF2A5EC}"/>
              </a:ext>
            </a:extLst>
          </p:cNvPr>
          <p:cNvSpPr txBox="1"/>
          <p:nvPr/>
        </p:nvSpPr>
        <p:spPr>
          <a:xfrm>
            <a:off x="8073136" y="5057777"/>
            <a:ext cx="190500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SK Precision Light"/>
                <a:ea typeface="+mn-ea"/>
                <a:cs typeface="Arial"/>
              </a:rPr>
              <a:t>Tailor</a:t>
            </a:r>
          </a:p>
        </p:txBody>
      </p:sp>
      <p:sp>
        <p:nvSpPr>
          <p:cNvPr id="14" name="TextBox 13">
            <a:extLst>
              <a:ext uri="{FF2B5EF4-FFF2-40B4-BE49-F238E27FC236}">
                <a16:creationId xmlns:a16="http://schemas.microsoft.com/office/drawing/2014/main" id="{86512DAF-BFB8-2EB0-E83C-F6561E832779}"/>
              </a:ext>
            </a:extLst>
          </p:cNvPr>
          <p:cNvSpPr txBox="1"/>
          <p:nvPr/>
        </p:nvSpPr>
        <p:spPr>
          <a:xfrm>
            <a:off x="6757416" y="2749820"/>
            <a:ext cx="190500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SK Precision Light"/>
                <a:ea typeface="+mn-ea"/>
                <a:cs typeface="Arial"/>
              </a:rPr>
              <a:t>Teach</a:t>
            </a:r>
          </a:p>
        </p:txBody>
      </p:sp>
      <p:sp>
        <p:nvSpPr>
          <p:cNvPr id="15" name="TextBox 14">
            <a:extLst>
              <a:ext uri="{FF2B5EF4-FFF2-40B4-BE49-F238E27FC236}">
                <a16:creationId xmlns:a16="http://schemas.microsoft.com/office/drawing/2014/main" id="{58F2F638-F425-30EC-D221-8816A7659452}"/>
              </a:ext>
            </a:extLst>
          </p:cNvPr>
          <p:cNvSpPr txBox="1"/>
          <p:nvPr/>
        </p:nvSpPr>
        <p:spPr>
          <a:xfrm>
            <a:off x="9907016" y="3100799"/>
            <a:ext cx="1154063"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SK Precision Light"/>
                <a:ea typeface="+mn-ea"/>
                <a:cs typeface="Arial"/>
              </a:rPr>
              <a:t>Take Control</a:t>
            </a:r>
          </a:p>
        </p:txBody>
      </p:sp>
      <p:sp>
        <p:nvSpPr>
          <p:cNvPr id="18" name="Rectangle: Rounded Corners 8">
            <a:extLst>
              <a:ext uri="{FF2B5EF4-FFF2-40B4-BE49-F238E27FC236}">
                <a16:creationId xmlns:a16="http://schemas.microsoft.com/office/drawing/2014/main" id="{F1B0A0AC-564A-2202-1617-0734E9441461}"/>
              </a:ext>
            </a:extLst>
          </p:cNvPr>
          <p:cNvSpPr/>
          <p:nvPr/>
        </p:nvSpPr>
        <p:spPr>
          <a:xfrm>
            <a:off x="8484396" y="5754185"/>
            <a:ext cx="3615958" cy="973201"/>
          </a:xfrm>
          <a:prstGeom prst="roundRect">
            <a:avLst>
              <a:gd name="adj" fmla="val 7426"/>
            </a:avLst>
          </a:prstGeom>
          <a:solidFill>
            <a:srgbClr val="9F2563"/>
          </a:solidFill>
          <a:ln>
            <a:noFill/>
          </a:ln>
        </p:spPr>
        <p:style>
          <a:lnRef idx="2">
            <a:schemeClr val="accent1"/>
          </a:lnRef>
          <a:fillRef idx="1">
            <a:schemeClr val="lt1"/>
          </a:fillRef>
          <a:effectRef idx="0">
            <a:schemeClr val="accent1"/>
          </a:effectRef>
          <a:fontRef idx="minor">
            <a:schemeClr val="dk1"/>
          </a:fontRef>
        </p:style>
        <p:txBody>
          <a:bodyPr lIns="219456" tIns="219456" rIns="219456" bIns="219456"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raphik Regular" panose="020B0503030202060203" pitchFamily="34" charset="0"/>
                <a:ea typeface="+mn-ea"/>
                <a:cs typeface="Arial"/>
              </a:rPr>
              <a:t>Shift behavior to compel the customer to take action</a:t>
            </a:r>
          </a:p>
        </p:txBody>
      </p:sp>
      <p:pic>
        <p:nvPicPr>
          <p:cNvPr id="19" name="Picture 18">
            <a:extLst>
              <a:ext uri="{FF2B5EF4-FFF2-40B4-BE49-F238E27FC236}">
                <a16:creationId xmlns:a16="http://schemas.microsoft.com/office/drawing/2014/main" id="{C4130AF4-17C6-21C6-D091-4953E73BD492}"/>
              </a:ext>
            </a:extLst>
          </p:cNvPr>
          <p:cNvPicPr>
            <a:picLocks noChangeAspect="1"/>
          </p:cNvPicPr>
          <p:nvPr/>
        </p:nvPicPr>
        <p:blipFill>
          <a:blip r:embed="rId4"/>
          <a:srcRect/>
          <a:stretch/>
        </p:blipFill>
        <p:spPr>
          <a:xfrm>
            <a:off x="5638102" y="5757525"/>
            <a:ext cx="2739185" cy="975360"/>
          </a:xfrm>
          <a:prstGeom prst="rect">
            <a:avLst/>
          </a:prstGeom>
        </p:spPr>
      </p:pic>
      <p:sp>
        <p:nvSpPr>
          <p:cNvPr id="20" name="TextBox 19">
            <a:extLst>
              <a:ext uri="{FF2B5EF4-FFF2-40B4-BE49-F238E27FC236}">
                <a16:creationId xmlns:a16="http://schemas.microsoft.com/office/drawing/2014/main" id="{D3FD7498-86CF-8CC4-07DA-ABFD3CBF52C2}"/>
              </a:ext>
            </a:extLst>
          </p:cNvPr>
          <p:cNvSpPr txBox="1"/>
          <p:nvPr/>
        </p:nvSpPr>
        <p:spPr>
          <a:xfrm>
            <a:off x="6564688" y="5892032"/>
            <a:ext cx="1905000" cy="706347"/>
          </a:xfrm>
          <a:prstGeom prst="rect">
            <a:avLst/>
          </a:prstGeom>
          <a:noFill/>
        </p:spPr>
        <p:txBody>
          <a:bodyPr wrap="square" lIns="0" tIns="0" rIns="0" bIns="0" rtlCol="0">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mn-ea"/>
                <a:cs typeface="Arial"/>
              </a:rPr>
              <a:t>Build</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mn-ea"/>
                <a:cs typeface="Arial"/>
              </a:rPr>
              <a:t>Constructive Tension</a:t>
            </a:r>
          </a:p>
        </p:txBody>
      </p:sp>
      <p:sp>
        <p:nvSpPr>
          <p:cNvPr id="2" name="Slide Number Placeholder 1">
            <a:extLst>
              <a:ext uri="{FF2B5EF4-FFF2-40B4-BE49-F238E27FC236}">
                <a16:creationId xmlns:a16="http://schemas.microsoft.com/office/drawing/2014/main" id="{AE76A13A-C77E-538D-66CE-822B96755341}"/>
              </a:ext>
            </a:extLst>
          </p:cNvPr>
          <p:cNvSpPr>
            <a:spLocks noGrp="1"/>
          </p:cNvSpPr>
          <p:nvPr>
            <p:ph type="sldNum" sz="quarter" idx="11"/>
          </p:nvPr>
        </p:nvSpPr>
        <p:spPr/>
        <p:txBody>
          <a:bodyPr/>
          <a:lstStyle/>
          <a:p>
            <a:fld id="{9F9F533D-B52E-4A2F-BF72-0ADD2D94BD75}" type="slidenum">
              <a:rPr lang="en-GB" smtClean="0"/>
              <a:pPr/>
              <a:t>4</a:t>
            </a:fld>
            <a:endParaRPr lang="en-GB"/>
          </a:p>
        </p:txBody>
      </p:sp>
    </p:spTree>
    <p:extLst>
      <p:ext uri="{BB962C8B-B14F-4D97-AF65-F5344CB8AC3E}">
        <p14:creationId xmlns:p14="http://schemas.microsoft.com/office/powerpoint/2010/main" val="348120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par>
                          <p:cTn id="31" fill="hold">
                            <p:stCondLst>
                              <p:cond delay="1500"/>
                            </p:stCondLst>
                            <p:childTnLst>
                              <p:par>
                                <p:cTn id="32" presetID="10" presetClass="entr" presetSubtype="0" fill="hold" nodeType="after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4" grpId="0"/>
      <p:bldP spid="15" grpId="0"/>
      <p:bldP spid="18" grpId="0" animBg="1"/>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797507A-ECE4-D996-1E9E-88ADFD1766A3}"/>
              </a:ext>
            </a:extLst>
          </p:cNvPr>
          <p:cNvPicPr>
            <a:picLocks noChangeAspect="1"/>
          </p:cNvPicPr>
          <p:nvPr/>
        </p:nvPicPr>
        <p:blipFill>
          <a:blip r:embed="rId3"/>
          <a:srcRect l="29118" t="31635" r="26029" b="21263"/>
          <a:stretch>
            <a:fillRect/>
          </a:stretch>
        </p:blipFill>
        <p:spPr>
          <a:xfrm>
            <a:off x="1" y="709132"/>
            <a:ext cx="8390964" cy="5135856"/>
          </a:xfrm>
          <a:prstGeom prst="rect">
            <a:avLst/>
          </a:prstGeom>
        </p:spPr>
      </p:pic>
      <p:sp>
        <p:nvSpPr>
          <p:cNvPr id="158" name="Slide Number Placeholder 2">
            <a:extLst>
              <a:ext uri="{FF2B5EF4-FFF2-40B4-BE49-F238E27FC236}">
                <a16:creationId xmlns:a16="http://schemas.microsoft.com/office/drawing/2014/main" id="{85FAD3BB-ECBB-C99A-ED7B-E91A54CCCC72}"/>
              </a:ext>
            </a:extLst>
          </p:cNvPr>
          <p:cNvSpPr txBox="1">
            <a:spLocks/>
          </p:cNvSpPr>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377" rtl="0" eaLnBrk="1" fontAlgn="auto" latinLnBrk="0" hangingPunct="1">
              <a:lnSpc>
                <a:spcPct val="100000"/>
              </a:lnSpc>
              <a:spcBef>
                <a:spcPts val="0"/>
              </a:spcBef>
              <a:spcAft>
                <a:spcPts val="0"/>
              </a:spcAft>
              <a:buClrTx/>
              <a:buSzTx/>
              <a:buFontTx/>
              <a:buNone/>
              <a:tabLst/>
              <a:defRPr/>
            </a:pPr>
            <a:fld id="{9F9F533D-B52E-4A2F-BF72-0ADD2D94BD75}" type="slidenum">
              <a:rPr kumimoji="0" lang="en-GB" sz="800" b="0" i="0" u="none" strike="noStrike" kern="1200" cap="none" spc="0" normalizeH="0" baseline="0" noProof="0" smtClean="0">
                <a:ln>
                  <a:noFill/>
                </a:ln>
                <a:solidFill>
                  <a:srgbClr val="9A8B7D"/>
                </a:solidFill>
                <a:effectLst/>
                <a:uLnTx/>
                <a:uFillTx/>
                <a:latin typeface="Arial"/>
                <a:ea typeface="+mn-ea"/>
                <a:cs typeface="Arial"/>
              </a:rPr>
              <a:pPr marL="0" marR="0" lvl="0" indent="0" algn="r" defTabSz="914377"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9A8B7D"/>
              </a:solidFill>
              <a:effectLst/>
              <a:uLnTx/>
              <a:uFillTx/>
              <a:latin typeface="Arial"/>
              <a:ea typeface="+mn-ea"/>
              <a:cs typeface="Arial"/>
            </a:endParaRPr>
          </a:p>
        </p:txBody>
      </p:sp>
      <p:sp>
        <p:nvSpPr>
          <p:cNvPr id="204" name="Title 1">
            <a:extLst>
              <a:ext uri="{FF2B5EF4-FFF2-40B4-BE49-F238E27FC236}">
                <a16:creationId xmlns:a16="http://schemas.microsoft.com/office/drawing/2014/main" id="{084C64AF-FC07-9656-3106-83450496D304}"/>
              </a:ext>
            </a:extLst>
          </p:cNvPr>
          <p:cNvSpPr txBox="1">
            <a:spLocks/>
          </p:cNvSpPr>
          <p:nvPr/>
        </p:nvSpPr>
        <p:spPr>
          <a:xfrm>
            <a:off x="3400786" y="216689"/>
            <a:ext cx="4447884" cy="492443"/>
          </a:xfrm>
          <a:prstGeom prst="rect">
            <a:avLst/>
          </a:prstGeom>
        </p:spPr>
        <p:txBody>
          <a:bodyPr vert="horz" wrap="square" lIns="0" tIns="0" rIns="0" bIns="0" rtlCol="0" anchor="t" anchorCtr="0">
            <a:spAutoFit/>
          </a:bodyPr>
          <a:lstStyle>
            <a:lvl1pPr algn="l" defTabSz="1219170" rtl="0" eaLnBrk="1" latinLnBrk="0" hangingPunct="1">
              <a:lnSpc>
                <a:spcPct val="100000"/>
              </a:lnSpc>
              <a:spcBef>
                <a:spcPct val="0"/>
              </a:spcBef>
              <a:buNone/>
              <a:defRPr sz="2933" b="1" kern="1200">
                <a:solidFill>
                  <a:schemeClr val="bg2"/>
                </a:solidFill>
                <a:latin typeface="+mj-lt"/>
                <a:ea typeface="+mj-ea"/>
                <a:cs typeface="+mj-cs"/>
              </a:defRPr>
            </a:lvl1pPr>
          </a:lstStyle>
          <a:p>
            <a:pPr marL="0" marR="0" lvl="0" indent="0" algn="ctr" defTabSz="1219170" rtl="0" eaLnBrk="1" fontAlgn="auto" latinLnBrk="0" hangingPunct="1">
              <a:lnSpc>
                <a:spcPct val="10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F36633"/>
                </a:solidFill>
                <a:effectLst/>
                <a:uLnTx/>
                <a:uFillTx/>
                <a:latin typeface="Arial"/>
                <a:ea typeface="+mj-ea"/>
                <a:cs typeface="Arial"/>
              </a:rPr>
              <a:t>IMPACT Model</a:t>
            </a:r>
            <a:endParaRPr kumimoji="0" lang="en-US" sz="3200" b="1" i="0" u="none" strike="noStrike" kern="1200" cap="none" spc="0" normalizeH="0" baseline="0" noProof="0" dirty="0">
              <a:ln>
                <a:noFill/>
              </a:ln>
              <a:solidFill>
                <a:srgbClr val="F36633"/>
              </a:solidFill>
              <a:effectLst/>
              <a:uLnTx/>
              <a:uFillTx/>
              <a:latin typeface="Arial"/>
              <a:ea typeface="+mj-ea"/>
              <a:cs typeface="Arial"/>
            </a:endParaRPr>
          </a:p>
        </p:txBody>
      </p:sp>
      <p:sp>
        <p:nvSpPr>
          <p:cNvPr id="4" name="Plus Sign 3">
            <a:extLst>
              <a:ext uri="{FF2B5EF4-FFF2-40B4-BE49-F238E27FC236}">
                <a16:creationId xmlns:a16="http://schemas.microsoft.com/office/drawing/2014/main" id="{37C99128-11C2-2B39-015B-D8B77649DF62}"/>
              </a:ext>
            </a:extLst>
          </p:cNvPr>
          <p:cNvSpPr/>
          <p:nvPr/>
        </p:nvSpPr>
        <p:spPr bwMode="auto">
          <a:xfrm>
            <a:off x="7973122" y="2614760"/>
            <a:ext cx="1360449" cy="1243563"/>
          </a:xfrm>
          <a:prstGeom prst="mathPlus">
            <a:avLst/>
          </a:prstGeom>
          <a:solidFill>
            <a:schemeClr val="tx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eaLnBrk="0" fontAlgn="auto" hangingPunct="0">
              <a:spcBef>
                <a:spcPts val="300"/>
              </a:spcBef>
              <a:spcAft>
                <a:spcPts val="300"/>
              </a:spcAft>
              <a:buClr>
                <a:schemeClr val="tx2"/>
              </a:buClr>
              <a:buSzPct val="110000"/>
            </a:pPr>
            <a:endParaRPr lang="en-GB" sz="1600" kern="0" dirty="0" err="1">
              <a:solidFill>
                <a:schemeClr val="tx1"/>
              </a:solidFill>
            </a:endParaRPr>
          </a:p>
        </p:txBody>
      </p:sp>
      <p:sp>
        <p:nvSpPr>
          <p:cNvPr id="6" name="TextBox 5">
            <a:extLst>
              <a:ext uri="{FF2B5EF4-FFF2-40B4-BE49-F238E27FC236}">
                <a16:creationId xmlns:a16="http://schemas.microsoft.com/office/drawing/2014/main" id="{FA16FC6C-D73C-2397-BEE7-0921B6ADEF36}"/>
              </a:ext>
            </a:extLst>
          </p:cNvPr>
          <p:cNvSpPr txBox="1"/>
          <p:nvPr/>
        </p:nvSpPr>
        <p:spPr>
          <a:xfrm>
            <a:off x="9333571" y="2676895"/>
            <a:ext cx="2744129" cy="1200329"/>
          </a:xfrm>
          <a:prstGeom prst="rect">
            <a:avLst/>
          </a:prstGeom>
          <a:solidFill>
            <a:schemeClr val="bg1"/>
          </a:solidFill>
        </p:spPr>
        <p:txBody>
          <a:bodyPr wrap="square">
            <a:spAutoFit/>
          </a:bodyPr>
          <a:lstStyle/>
          <a:p>
            <a:r>
              <a:rPr lang="en-US" sz="3600" b="1" dirty="0">
                <a:solidFill>
                  <a:srgbClr val="FAD1A8"/>
                </a:solidFill>
                <a:effectLst>
                  <a:outerShdw blurRad="38100" dist="38100" dir="2700000" algn="tl">
                    <a:srgbClr val="000000">
                      <a:alpha val="43137"/>
                    </a:srgbClr>
                  </a:outerShdw>
                </a:effectLst>
                <a:latin typeface="Arial"/>
                <a:ea typeface="+mj-ea"/>
                <a:cs typeface="Arial"/>
              </a:rPr>
              <a:t>Challenger Rep</a:t>
            </a:r>
            <a:endParaRPr lang="en-GB" sz="3600" b="1" dirty="0">
              <a:solidFill>
                <a:srgbClr val="FAD1A8"/>
              </a:solidFill>
              <a:effectLst>
                <a:outerShdw blurRad="38100" dist="38100" dir="2700000" algn="tl">
                  <a:srgbClr val="000000">
                    <a:alpha val="43137"/>
                  </a:srgbClr>
                </a:outerShdw>
              </a:effectLst>
              <a:latin typeface="Arial"/>
              <a:ea typeface="+mj-ea"/>
              <a:cs typeface="Arial"/>
            </a:endParaRPr>
          </a:p>
        </p:txBody>
      </p:sp>
      <p:pic>
        <p:nvPicPr>
          <p:cNvPr id="2" name="Picture 6" descr="Discounted Trelegy Online - Insulin Outlet">
            <a:extLst>
              <a:ext uri="{FF2B5EF4-FFF2-40B4-BE49-F238E27FC236}">
                <a16:creationId xmlns:a16="http://schemas.microsoft.com/office/drawing/2014/main" id="{6D266013-672F-2C34-C16E-0C2F26F79F0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C415310F-10C9-AF06-D587-02AC40FBD42C}"/>
              </a:ext>
            </a:extLst>
          </p:cNvPr>
          <p:cNvSpPr>
            <a:spLocks noGrp="1"/>
          </p:cNvSpPr>
          <p:nvPr>
            <p:ph type="sldNum" sz="quarter" idx="11"/>
          </p:nvPr>
        </p:nvSpPr>
        <p:spPr/>
        <p:txBody>
          <a:bodyPr/>
          <a:lstStyle/>
          <a:p>
            <a:fld id="{9F9F533D-B52E-4A2F-BF72-0ADD2D94BD75}" type="slidenum">
              <a:rPr lang="en-GB" smtClean="0"/>
              <a:pPr/>
              <a:t>5</a:t>
            </a:fld>
            <a:endParaRPr lang="en-GB"/>
          </a:p>
        </p:txBody>
      </p:sp>
    </p:spTree>
    <p:extLst>
      <p:ext uri="{BB962C8B-B14F-4D97-AF65-F5344CB8AC3E}">
        <p14:creationId xmlns:p14="http://schemas.microsoft.com/office/powerpoint/2010/main" val="1324106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3F85796-BA30-A806-6776-97EFA0BB25DE}"/>
              </a:ext>
            </a:extLst>
          </p:cNvPr>
          <p:cNvGrpSpPr/>
          <p:nvPr/>
        </p:nvGrpSpPr>
        <p:grpSpPr>
          <a:xfrm>
            <a:off x="6568068" y="560640"/>
            <a:ext cx="4939992" cy="4876994"/>
            <a:chOff x="7783152" y="2023781"/>
            <a:chExt cx="3345882" cy="3112542"/>
          </a:xfrm>
          <a:gradFill flip="none" rotWithShape="1">
            <a:gsLst>
              <a:gs pos="0">
                <a:srgbClr val="419D7C">
                  <a:tint val="66000"/>
                  <a:satMod val="160000"/>
                </a:srgbClr>
              </a:gs>
              <a:gs pos="50000">
                <a:srgbClr val="419D7C">
                  <a:tint val="44500"/>
                  <a:satMod val="160000"/>
                </a:srgbClr>
              </a:gs>
              <a:gs pos="100000">
                <a:srgbClr val="419D7C">
                  <a:tint val="23500"/>
                  <a:satMod val="160000"/>
                </a:srgbClr>
              </a:gs>
            </a:gsLst>
            <a:lin ang="5400000" scaled="1"/>
            <a:tileRect/>
          </a:gradFill>
        </p:grpSpPr>
        <p:sp>
          <p:nvSpPr>
            <p:cNvPr id="24" name="Oval 23">
              <a:extLst>
                <a:ext uri="{FF2B5EF4-FFF2-40B4-BE49-F238E27FC236}">
                  <a16:creationId xmlns:a16="http://schemas.microsoft.com/office/drawing/2014/main" id="{BF8736EA-865C-E599-52CE-F80B4CAB8559}"/>
                </a:ext>
              </a:extLst>
            </p:cNvPr>
            <p:cNvSpPr/>
            <p:nvPr/>
          </p:nvSpPr>
          <p:spPr bwMode="auto">
            <a:xfrm>
              <a:off x="7783152" y="2023781"/>
              <a:ext cx="3345882" cy="3112542"/>
            </a:xfrm>
            <a:prstGeom prst="ellipse">
              <a:avLst/>
            </a:prstGeom>
            <a:grp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endParaRPr>
            </a:p>
          </p:txBody>
        </p:sp>
        <p:sp>
          <p:nvSpPr>
            <p:cNvPr id="23" name="Oval 22">
              <a:extLst>
                <a:ext uri="{FF2B5EF4-FFF2-40B4-BE49-F238E27FC236}">
                  <a16:creationId xmlns:a16="http://schemas.microsoft.com/office/drawing/2014/main" id="{6AADC15E-8620-9B62-F350-7E5E84C0F09E}"/>
                </a:ext>
              </a:extLst>
            </p:cNvPr>
            <p:cNvSpPr/>
            <p:nvPr/>
          </p:nvSpPr>
          <p:spPr bwMode="auto">
            <a:xfrm>
              <a:off x="7945558" y="2103261"/>
              <a:ext cx="3072413" cy="2953581"/>
            </a:xfrm>
            <a:prstGeom prst="ellipse">
              <a:avLst/>
            </a:prstGeom>
            <a:solidFill>
              <a:srgbClr val="419D7C"/>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endParaRPr>
            </a:p>
          </p:txBody>
        </p:sp>
      </p:grpSp>
      <p:sp>
        <p:nvSpPr>
          <p:cNvPr id="18" name="Title 3">
            <a:extLst>
              <a:ext uri="{FF2B5EF4-FFF2-40B4-BE49-F238E27FC236}">
                <a16:creationId xmlns:a16="http://schemas.microsoft.com/office/drawing/2014/main" id="{EB13B37C-4DAE-60F8-CF92-7F753894D98E}"/>
              </a:ext>
            </a:extLst>
          </p:cNvPr>
          <p:cNvSpPr>
            <a:spLocks noGrp="1"/>
          </p:cNvSpPr>
          <p:nvPr>
            <p:ph type="ctrTitle" idx="4294967295"/>
          </p:nvPr>
        </p:nvSpPr>
        <p:spPr>
          <a:xfrm>
            <a:off x="585335" y="2170743"/>
            <a:ext cx="5251585" cy="1628845"/>
          </a:xfrm>
        </p:spPr>
        <p:txBody>
          <a:bodyPr vert="horz" wrap="square" lIns="0" tIns="45720" rIns="91440" bIns="45720" rtlCol="0" anchor="b" anchorCtr="0">
            <a:normAutofit/>
          </a:bodyPr>
          <a:lstStyle/>
          <a:p>
            <a:pPr algn="ctr">
              <a:lnSpc>
                <a:spcPct val="90000"/>
              </a:lnSpc>
            </a:pPr>
            <a:r>
              <a:rPr lang="en-GB" sz="3600" b="0" kern="0" dirty="0">
                <a:solidFill>
                  <a:schemeClr val="tx1"/>
                </a:solidFill>
                <a:ea typeface="+mn-ea"/>
              </a:rPr>
              <a:t>“By failing to prepare </a:t>
            </a:r>
            <a:br>
              <a:rPr lang="en-GB" sz="3600" b="0" kern="0" dirty="0">
                <a:solidFill>
                  <a:schemeClr val="tx1"/>
                </a:solidFill>
                <a:ea typeface="+mn-ea"/>
              </a:rPr>
            </a:br>
            <a:r>
              <a:rPr lang="en-GB" sz="3600" b="0" kern="0" dirty="0">
                <a:solidFill>
                  <a:schemeClr val="tx1"/>
                </a:solidFill>
                <a:ea typeface="+mn-ea"/>
              </a:rPr>
              <a:t>you are preparing to fail.”</a:t>
            </a:r>
          </a:p>
        </p:txBody>
      </p:sp>
      <p:sp>
        <p:nvSpPr>
          <p:cNvPr id="17" name="Rectangle 16">
            <a:extLst>
              <a:ext uri="{FF2B5EF4-FFF2-40B4-BE49-F238E27FC236}">
                <a16:creationId xmlns:a16="http://schemas.microsoft.com/office/drawing/2014/main" id="{FED62606-3C4C-12D5-F530-31BC697CB3B7}"/>
              </a:ext>
            </a:extLst>
          </p:cNvPr>
          <p:cNvSpPr/>
          <p:nvPr/>
        </p:nvSpPr>
        <p:spPr>
          <a:xfrm>
            <a:off x="2215384" y="4853817"/>
            <a:ext cx="3735985" cy="583817"/>
          </a:xfrm>
          <a:prstGeom prst="rect">
            <a:avLst/>
          </a:prstGeom>
          <a:solidFill>
            <a:srgbClr val="419D7C"/>
          </a:solidFill>
          <a:effectLst>
            <a:outerShdw blurRad="127000" dist="63500" dir="2700000" algn="tl" rotWithShape="0">
              <a:prstClr val="black">
                <a:alpha val="40000"/>
              </a:prstClr>
            </a:outerShdw>
          </a:effectLst>
        </p:spPr>
        <p:txBody>
          <a:bodyPr vert="horz" lIns="180000" tIns="180000" rIns="180000" bIns="180000" rtlCol="0" anchor="ctr">
            <a:normAutofit fontScale="92500" lnSpcReduction="20000"/>
          </a:bodyPr>
          <a:lstStyle/>
          <a:p>
            <a:pPr marL="0" marR="0" lvl="0" indent="0" algn="r" defTabSz="914400" rtl="0" eaLnBrk="1" fontAlgn="auto" latinLnBrk="0" hangingPunct="1">
              <a:lnSpc>
                <a:spcPct val="90000"/>
              </a:lnSpc>
              <a:spcBef>
                <a:spcPts val="1000"/>
              </a:spcBef>
              <a:spcAft>
                <a:spcPts val="0"/>
              </a:spcAft>
              <a:buClrTx/>
              <a:buSzTx/>
              <a:buFontTx/>
              <a:buNone/>
              <a:tabLst/>
              <a:defRPr/>
            </a:pPr>
            <a:r>
              <a:rPr kumimoji="0" lang="en-GB" sz="2000" b="0" i="0" u="none" strike="noStrike" kern="1200" cap="none" spc="0" normalizeH="0" baseline="0" noProof="0">
                <a:ln>
                  <a:noFill/>
                </a:ln>
                <a:solidFill>
                  <a:srgbClr val="FFFFFF"/>
                </a:solidFill>
                <a:effectLst/>
                <a:uLnTx/>
                <a:uFillTx/>
                <a:latin typeface="Arial"/>
                <a:ea typeface="+mn-ea"/>
                <a:cs typeface="+mn-cs"/>
              </a:rPr>
              <a:t>Benjamin Franklin</a:t>
            </a:r>
          </a:p>
        </p:txBody>
      </p:sp>
      <p:pic>
        <p:nvPicPr>
          <p:cNvPr id="7" name="Graphic 6">
            <a:extLst>
              <a:ext uri="{FF2B5EF4-FFF2-40B4-BE49-F238E27FC236}">
                <a16:creationId xmlns:a16="http://schemas.microsoft.com/office/drawing/2014/main" id="{B8A64F16-5D8F-B094-7C99-D2BFAA536CBD}"/>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72" t="25173" r="16016" b="28870"/>
          <a:stretch/>
        </p:blipFill>
        <p:spPr>
          <a:xfrm>
            <a:off x="5874539" y="6006638"/>
            <a:ext cx="1586940" cy="585704"/>
          </a:xfrm>
          <a:prstGeom prst="rect">
            <a:avLst/>
          </a:prstGeom>
        </p:spPr>
      </p:pic>
      <p:pic>
        <p:nvPicPr>
          <p:cNvPr id="2" name="Picture 2">
            <a:extLst>
              <a:ext uri="{FF2B5EF4-FFF2-40B4-BE49-F238E27FC236}">
                <a16:creationId xmlns:a16="http://schemas.microsoft.com/office/drawing/2014/main" id="{564ABAA4-30F1-070A-DBCD-A8B83F464A2C}"/>
              </a:ext>
            </a:extLst>
          </p:cNvPr>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a:stretch/>
        </p:blipFill>
        <p:spPr bwMode="auto">
          <a:xfrm>
            <a:off x="6920423" y="850020"/>
            <a:ext cx="4257578" cy="4270290"/>
          </a:xfrm>
          <a:prstGeom prst="ellipse">
            <a:avLst/>
          </a:prstGeom>
          <a:noFill/>
          <a:extLst>
            <a:ext uri="{909E8E84-426E-40DD-AFC4-6F175D3DCCD1}">
              <a14:hiddenFill xmlns:a14="http://schemas.microsoft.com/office/drawing/2010/main">
                <a:solidFill>
                  <a:srgbClr val="FFFFFF"/>
                </a:solidFill>
              </a14:hiddenFill>
            </a:ext>
          </a:extLst>
        </p:spPr>
      </p:pic>
      <p:pic>
        <p:nvPicPr>
          <p:cNvPr id="1282" name="Graphic 1281" descr="Sling outline">
            <a:extLst>
              <a:ext uri="{FF2B5EF4-FFF2-40B4-BE49-F238E27FC236}">
                <a16:creationId xmlns:a16="http://schemas.microsoft.com/office/drawing/2014/main" id="{7CE3A938-5D4B-11B2-69C2-EF0376704A23}"/>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2261980" y="1666875"/>
            <a:ext cx="548640" cy="548640"/>
          </a:xfrm>
          <a:prstGeom prst="rect">
            <a:avLst/>
          </a:prstGeom>
        </p:spPr>
      </p:pic>
      <p:sp>
        <p:nvSpPr>
          <p:cNvPr id="4" name="Slide Number Placeholder 3">
            <a:extLst>
              <a:ext uri="{FF2B5EF4-FFF2-40B4-BE49-F238E27FC236}">
                <a16:creationId xmlns:a16="http://schemas.microsoft.com/office/drawing/2014/main" id="{BEF086D9-AEFD-F694-6090-1FF5A6A118C1}"/>
              </a:ext>
            </a:extLst>
          </p:cNvPr>
          <p:cNvSpPr>
            <a:spLocks noGrp="1"/>
          </p:cNvSpPr>
          <p:nvPr>
            <p:ph type="sldNum" sz="quarter" idx="12"/>
          </p:nvPr>
        </p:nvSpPr>
        <p:spPr>
          <a:xfrm flipH="1">
            <a:off x="508340" y="6293224"/>
            <a:ext cx="334342" cy="276141"/>
          </a:xfrm>
        </p:spPr>
        <p:txBody>
          <a:bodyPr/>
          <a:lstStyle/>
          <a:p>
            <a:pPr marL="0" marR="0" lvl="0" indent="0" defTabSz="914400" rtl="0" eaLnBrk="1" fontAlgn="auto" latinLnBrk="0" hangingPunct="1">
              <a:lnSpc>
                <a:spcPct val="100000"/>
              </a:lnSpc>
              <a:spcBef>
                <a:spcPts val="0"/>
              </a:spcBef>
              <a:spcAft>
                <a:spcPts val="0"/>
              </a:spcAft>
              <a:buClrTx/>
              <a:buSzTx/>
              <a:buFontTx/>
              <a:buNone/>
              <a:tabLst/>
              <a:defRPr/>
            </a:pPr>
            <a:fld id="{4B9B3B01-9C27-4D4B-B55E-30DD78B743D4}" type="slidenum">
              <a:rPr kumimoji="0" lang="en-US" sz="1000" b="0" i="0" u="none" strike="noStrike" kern="1200" cap="none" spc="0" normalizeH="0" baseline="0" noProof="0" smtClean="0">
                <a:ln>
                  <a:noFill/>
                </a:ln>
                <a:solidFill>
                  <a:srgbClr val="000000"/>
                </a:solidFill>
                <a:effectLst/>
                <a:uLnTx/>
                <a:uFillTx/>
                <a:latin typeface="Arial"/>
                <a:ea typeface="+mn-ea"/>
              </a:rPr>
              <a:pPr marL="0" marR="0" lvl="0" indent="0"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000000"/>
              </a:solidFill>
              <a:effectLst/>
              <a:uLnTx/>
              <a:uFillTx/>
              <a:latin typeface="Arial"/>
              <a:ea typeface="+mn-ea"/>
            </a:endParaRPr>
          </a:p>
        </p:txBody>
      </p:sp>
      <p:pic>
        <p:nvPicPr>
          <p:cNvPr id="3" name="Picture 6" descr="Discounted Trelegy Online - Insulin Outlet">
            <a:extLst>
              <a:ext uri="{FF2B5EF4-FFF2-40B4-BE49-F238E27FC236}">
                <a16:creationId xmlns:a16="http://schemas.microsoft.com/office/drawing/2014/main" id="{D38793BF-CAA2-D33E-65A2-CAE722486BE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9034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CA193C-E6BB-5FFC-A7C2-69180E92260B}"/>
              </a:ext>
            </a:extLst>
          </p:cNvPr>
          <p:cNvSpPr>
            <a:spLocks noGrp="1"/>
          </p:cNvSpPr>
          <p:nvPr>
            <p:ph type="sldNum" sz="quarter" idx="11"/>
          </p:nvPr>
        </p:nvSpPr>
        <p:spPr/>
        <p:txBody>
          <a:bodyPr/>
          <a:lstStyle/>
          <a:p>
            <a:fld id="{9F9F533D-B52E-4A2F-BF72-0ADD2D94BD75}" type="slidenum">
              <a:rPr lang="en-GB" smtClean="0"/>
              <a:pPr/>
              <a:t>7</a:t>
            </a:fld>
            <a:endParaRPr lang="en-GB"/>
          </a:p>
        </p:txBody>
      </p:sp>
      <p:grpSp>
        <p:nvGrpSpPr>
          <p:cNvPr id="7" name="Group 6">
            <a:extLst>
              <a:ext uri="{FF2B5EF4-FFF2-40B4-BE49-F238E27FC236}">
                <a16:creationId xmlns:a16="http://schemas.microsoft.com/office/drawing/2014/main" id="{E381DD1A-70FC-EB25-BD34-38D0B099F7EE}"/>
              </a:ext>
            </a:extLst>
          </p:cNvPr>
          <p:cNvGrpSpPr/>
          <p:nvPr/>
        </p:nvGrpSpPr>
        <p:grpSpPr>
          <a:xfrm>
            <a:off x="2632733" y="399442"/>
            <a:ext cx="5405543" cy="920136"/>
            <a:chOff x="4130997" y="3596949"/>
            <a:chExt cx="8108315" cy="1380204"/>
          </a:xfrm>
        </p:grpSpPr>
        <p:grpSp>
          <p:nvGrpSpPr>
            <p:cNvPr id="8" name="Group 7">
              <a:extLst>
                <a:ext uri="{FF2B5EF4-FFF2-40B4-BE49-F238E27FC236}">
                  <a16:creationId xmlns:a16="http://schemas.microsoft.com/office/drawing/2014/main" id="{F2BA8F2A-EBF4-BD0E-84B2-5DA55DFCA9C0}"/>
                </a:ext>
              </a:extLst>
            </p:cNvPr>
            <p:cNvGrpSpPr/>
            <p:nvPr/>
          </p:nvGrpSpPr>
          <p:grpSpPr>
            <a:xfrm>
              <a:off x="4130997" y="3596949"/>
              <a:ext cx="8108315" cy="1380204"/>
              <a:chOff x="9830433" y="4087779"/>
              <a:chExt cx="8108315" cy="1380204"/>
            </a:xfrm>
          </p:grpSpPr>
          <p:sp>
            <p:nvSpPr>
              <p:cNvPr id="10" name="Rectangle: Rounded Corners 9">
                <a:extLst>
                  <a:ext uri="{FF2B5EF4-FFF2-40B4-BE49-F238E27FC236}">
                    <a16:creationId xmlns:a16="http://schemas.microsoft.com/office/drawing/2014/main" id="{E68DCE8D-7664-2D2A-61E9-4E42B4AE2B33}"/>
                  </a:ext>
                </a:extLst>
              </p:cNvPr>
              <p:cNvSpPr/>
              <p:nvPr/>
            </p:nvSpPr>
            <p:spPr bwMode="auto">
              <a:xfrm>
                <a:off x="10128905" y="4217841"/>
                <a:ext cx="7809843" cy="1097617"/>
              </a:xfrm>
              <a:prstGeom prst="roundRect">
                <a:avLst>
                  <a:gd name="adj" fmla="val 50000"/>
                </a:avLst>
              </a:prstGeom>
              <a:solidFill>
                <a:schemeClr val="bg1">
                  <a:lumMod val="95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1" name="Chord 10">
                <a:extLst>
                  <a:ext uri="{FF2B5EF4-FFF2-40B4-BE49-F238E27FC236}">
                    <a16:creationId xmlns:a16="http://schemas.microsoft.com/office/drawing/2014/main" id="{C0468906-D1B7-601A-DE4E-6DB4A89B3204}"/>
                  </a:ext>
                </a:extLst>
              </p:cNvPr>
              <p:cNvSpPr/>
              <p:nvPr/>
            </p:nvSpPr>
            <p:spPr bwMode="auto">
              <a:xfrm rot="10800000">
                <a:off x="16907367" y="4298422"/>
                <a:ext cx="959347" cy="957839"/>
              </a:xfrm>
              <a:prstGeom prst="chord">
                <a:avLst>
                  <a:gd name="adj1" fmla="val 5507204"/>
                  <a:gd name="adj2" fmla="val 16200000"/>
                </a:avLst>
              </a:prstGeom>
              <a:solidFill>
                <a:srgbClr val="2C8B8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grpSp>
            <p:nvGrpSpPr>
              <p:cNvPr id="12" name="Group 11">
                <a:extLst>
                  <a:ext uri="{FF2B5EF4-FFF2-40B4-BE49-F238E27FC236}">
                    <a16:creationId xmlns:a16="http://schemas.microsoft.com/office/drawing/2014/main" id="{FFBE1840-0B3F-103A-5020-F89108382903}"/>
                  </a:ext>
                </a:extLst>
              </p:cNvPr>
              <p:cNvGrpSpPr/>
              <p:nvPr/>
            </p:nvGrpSpPr>
            <p:grpSpPr>
              <a:xfrm>
                <a:off x="9830433" y="4087779"/>
                <a:ext cx="1308045" cy="1380204"/>
                <a:chOff x="6869141" y="6939666"/>
                <a:chExt cx="1308045" cy="1380204"/>
              </a:xfrm>
            </p:grpSpPr>
            <p:sp>
              <p:nvSpPr>
                <p:cNvPr id="13" name="Oval 12">
                  <a:extLst>
                    <a:ext uri="{FF2B5EF4-FFF2-40B4-BE49-F238E27FC236}">
                      <a16:creationId xmlns:a16="http://schemas.microsoft.com/office/drawing/2014/main" id="{621A4EA4-2777-A524-C649-721DB22966E7}"/>
                    </a:ext>
                  </a:extLst>
                </p:cNvPr>
                <p:cNvSpPr/>
                <p:nvPr/>
              </p:nvSpPr>
              <p:spPr bwMode="auto">
                <a:xfrm rot="830393">
                  <a:off x="6960506" y="7036071"/>
                  <a:ext cx="1125317" cy="1187396"/>
                </a:xfrm>
                <a:prstGeom prst="ellipse">
                  <a:avLst/>
                </a:prstGeom>
                <a:solidFill>
                  <a:srgbClr val="2C8B8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4" name="Oval 13">
                  <a:extLst>
                    <a:ext uri="{FF2B5EF4-FFF2-40B4-BE49-F238E27FC236}">
                      <a16:creationId xmlns:a16="http://schemas.microsoft.com/office/drawing/2014/main" id="{C55C4423-AD98-53C9-9007-EB51A1EC1BA5}"/>
                    </a:ext>
                  </a:extLst>
                </p:cNvPr>
                <p:cNvSpPr/>
                <p:nvPr/>
              </p:nvSpPr>
              <p:spPr bwMode="auto">
                <a:xfrm rot="830393">
                  <a:off x="6869141" y="6939666"/>
                  <a:ext cx="1308045" cy="1380204"/>
                </a:xfrm>
                <a:prstGeom prst="ellipse">
                  <a:avLst/>
                </a:prstGeom>
                <a:noFill/>
                <a:ln w="76200">
                  <a:solidFill>
                    <a:srgbClr val="77B98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a:solidFill>
                      <a:schemeClr val="tx1"/>
                    </a:solidFill>
                  </a:endParaRPr>
                </a:p>
              </p:txBody>
            </p:sp>
            <p:sp>
              <p:nvSpPr>
                <p:cNvPr id="15" name="Freeform 19">
                  <a:extLst>
                    <a:ext uri="{FF2B5EF4-FFF2-40B4-BE49-F238E27FC236}">
                      <a16:creationId xmlns:a16="http://schemas.microsoft.com/office/drawing/2014/main" id="{2D85D73C-FAD9-97EB-FC0E-3980DDB54087}"/>
                    </a:ext>
                  </a:extLst>
                </p:cNvPr>
                <p:cNvSpPr/>
                <p:nvPr/>
              </p:nvSpPr>
              <p:spPr>
                <a:xfrm>
                  <a:off x="7040535" y="7295668"/>
                  <a:ext cx="965255" cy="606904"/>
                </a:xfrm>
                <a:custGeom>
                  <a:avLst/>
                  <a:gdLst/>
                  <a:ahLst/>
                  <a:cxnLst/>
                  <a:rect l="l" t="t" r="r" b="b"/>
                  <a:pathLst>
                    <a:path w="2388707" h="1501900">
                      <a:moveTo>
                        <a:pt x="0" y="0"/>
                      </a:moveTo>
                      <a:lnTo>
                        <a:pt x="2388707" y="0"/>
                      </a:lnTo>
                      <a:lnTo>
                        <a:pt x="2388707" y="1501899"/>
                      </a:lnTo>
                      <a:lnTo>
                        <a:pt x="0" y="1501899"/>
                      </a:lnTo>
                      <a:lnTo>
                        <a:pt x="0" y="0"/>
                      </a:lnTo>
                      <a:close/>
                    </a:path>
                  </a:pathLst>
                </a:custGeom>
                <a:blipFill>
                  <a:blip r:embed="rId2">
                    <a:extLst>
                      <a:ext uri="{96DAC541-7B7A-43D3-8B79-37D633B846F1}">
                        <asvg:svgBlip xmlns:asvg="http://schemas.microsoft.com/office/drawing/2016/SVG/main" r:embed="rId3"/>
                      </a:ext>
                    </a:extLst>
                  </a:blip>
                  <a:stretch>
                    <a:fillRect/>
                  </a:stretch>
                </a:blipFill>
                <a:effectLst>
                  <a:outerShdw blurRad="63500" sx="102000" sy="102000" algn="ctr" rotWithShape="0">
                    <a:prstClr val="black">
                      <a:alpha val="40000"/>
                    </a:prstClr>
                  </a:outerShdw>
                </a:effectLst>
              </p:spPr>
              <p:txBody>
                <a:bodyPr/>
                <a:lstStyle/>
                <a:p>
                  <a:endParaRPr lang="pt-BR" sz="1200"/>
                </a:p>
              </p:txBody>
            </p:sp>
          </p:grpSp>
        </p:grpSp>
        <p:sp>
          <p:nvSpPr>
            <p:cNvPr id="9" name="TextBox 8">
              <a:extLst>
                <a:ext uri="{FF2B5EF4-FFF2-40B4-BE49-F238E27FC236}">
                  <a16:creationId xmlns:a16="http://schemas.microsoft.com/office/drawing/2014/main" id="{59329A6F-8C32-4541-5116-9026EBF087A0}"/>
                </a:ext>
              </a:extLst>
            </p:cNvPr>
            <p:cNvSpPr txBox="1"/>
            <p:nvPr/>
          </p:nvSpPr>
          <p:spPr>
            <a:xfrm>
              <a:off x="6074141" y="4071651"/>
              <a:ext cx="4573746" cy="446951"/>
            </a:xfrm>
            <a:prstGeom prst="rect">
              <a:avLst/>
            </a:prstGeom>
          </p:spPr>
          <p:txBody>
            <a:bodyPr wrap="square" lIns="0" tIns="0" rIns="0" bIns="0" rtlCol="0" anchor="t">
              <a:spAutoFit/>
            </a:bodyPr>
            <a:lstStyle/>
            <a:p>
              <a:pPr algn="ctr" defTabSz="609630">
                <a:lnSpc>
                  <a:spcPts val="2552"/>
                </a:lnSpc>
                <a:spcBef>
                  <a:spcPct val="0"/>
                </a:spcBef>
                <a:defRPr/>
              </a:pPr>
              <a:r>
                <a:rPr lang="en-US" sz="1867" dirty="0">
                  <a:latin typeface="Barlow Bold"/>
                </a:rPr>
                <a:t>Understand HCP Perspective</a:t>
              </a:r>
            </a:p>
          </p:txBody>
        </p:sp>
      </p:grpSp>
      <p:sp>
        <p:nvSpPr>
          <p:cNvPr id="16" name="TextBox 15">
            <a:extLst>
              <a:ext uri="{FF2B5EF4-FFF2-40B4-BE49-F238E27FC236}">
                <a16:creationId xmlns:a16="http://schemas.microsoft.com/office/drawing/2014/main" id="{FFDB576C-4C2C-5C04-E454-C42C2557922F}"/>
              </a:ext>
            </a:extLst>
          </p:cNvPr>
          <p:cNvSpPr txBox="1"/>
          <p:nvPr/>
        </p:nvSpPr>
        <p:spPr>
          <a:xfrm>
            <a:off x="3480676" y="1289210"/>
            <a:ext cx="5051005" cy="1102021"/>
          </a:xfrm>
          <a:prstGeom prst="rect">
            <a:avLst/>
          </a:prstGeom>
          <a:noFill/>
        </p:spPr>
        <p:txBody>
          <a:bodyPr wrap="square" lIns="120000" tIns="120000" rIns="120000" bIns="120000" rtlCol="0">
            <a:noAutofit/>
          </a:bodyPr>
          <a:lstStyle/>
          <a:p>
            <a:pPr marL="228611" indent="-228611">
              <a:spcBef>
                <a:spcPts val="200"/>
              </a:spcBef>
              <a:spcAft>
                <a:spcPts val="200"/>
              </a:spcAft>
              <a:buClr>
                <a:srgbClr val="2C8B81"/>
              </a:buClr>
              <a:buSzPct val="110000"/>
              <a:buFont typeface="Wingdings" panose="05000000000000000000" pitchFamily="2" charset="2"/>
              <a:buChar char="Ø"/>
            </a:pPr>
            <a:r>
              <a:rPr lang="en-GB" sz="1600" dirty="0"/>
              <a:t>Understand HCP RX Habit.</a:t>
            </a:r>
          </a:p>
          <a:p>
            <a:pPr marL="228611" indent="-228611">
              <a:spcBef>
                <a:spcPts val="200"/>
              </a:spcBef>
              <a:spcAft>
                <a:spcPts val="200"/>
              </a:spcAft>
              <a:buClr>
                <a:srgbClr val="2C8B81"/>
              </a:buClr>
              <a:buSzPct val="110000"/>
              <a:buFont typeface="Wingdings" panose="05000000000000000000" pitchFamily="2" charset="2"/>
              <a:buChar char="Ø"/>
            </a:pPr>
            <a:r>
              <a:rPr lang="en-GB" sz="1600" dirty="0"/>
              <a:t>Understand HCP Behaviour.</a:t>
            </a:r>
          </a:p>
          <a:p>
            <a:pPr marL="228611" indent="-228611">
              <a:spcBef>
                <a:spcPts val="200"/>
              </a:spcBef>
              <a:spcAft>
                <a:spcPts val="200"/>
              </a:spcAft>
              <a:buClr>
                <a:srgbClr val="2C8B81"/>
              </a:buClr>
              <a:buSzPct val="110000"/>
              <a:buFont typeface="Wingdings" panose="05000000000000000000" pitchFamily="2" charset="2"/>
              <a:buChar char="Ø"/>
            </a:pPr>
            <a:r>
              <a:rPr lang="en-GB" sz="1600" dirty="0"/>
              <a:t>Understand HCP Customers.</a:t>
            </a:r>
          </a:p>
        </p:txBody>
      </p:sp>
      <p:grpSp>
        <p:nvGrpSpPr>
          <p:cNvPr id="17" name="Group 16">
            <a:extLst>
              <a:ext uri="{FF2B5EF4-FFF2-40B4-BE49-F238E27FC236}">
                <a16:creationId xmlns:a16="http://schemas.microsoft.com/office/drawing/2014/main" id="{1E0671E4-3520-E38A-00A8-8E99CBB25F6D}"/>
              </a:ext>
            </a:extLst>
          </p:cNvPr>
          <p:cNvGrpSpPr/>
          <p:nvPr/>
        </p:nvGrpSpPr>
        <p:grpSpPr>
          <a:xfrm>
            <a:off x="10695" y="10695"/>
            <a:ext cx="2201267" cy="6746801"/>
            <a:chOff x="1" y="-1"/>
            <a:chExt cx="3301900" cy="10287002"/>
          </a:xfrm>
        </p:grpSpPr>
        <p:sp>
          <p:nvSpPr>
            <p:cNvPr id="18" name="Isosceles Triangle 17">
              <a:extLst>
                <a:ext uri="{FF2B5EF4-FFF2-40B4-BE49-F238E27FC236}">
                  <a16:creationId xmlns:a16="http://schemas.microsoft.com/office/drawing/2014/main" id="{6A1DF80C-659E-4F7F-EF04-BF4BE71C67D2}"/>
                </a:ext>
              </a:extLst>
            </p:cNvPr>
            <p:cNvSpPr/>
            <p:nvPr/>
          </p:nvSpPr>
          <p:spPr>
            <a:xfrm rot="5400000">
              <a:off x="-3986259" y="3986259"/>
              <a:ext cx="10287002" cy="2314482"/>
            </a:xfrm>
            <a:prstGeom prst="triangle">
              <a:avLst>
                <a:gd name="adj" fmla="val 11143"/>
              </a:avLst>
            </a:prstGeom>
            <a:gradFill flip="none" rotWithShape="1">
              <a:gsLst>
                <a:gs pos="0">
                  <a:srgbClr val="77B982">
                    <a:shade val="30000"/>
                    <a:satMod val="115000"/>
                  </a:srgbClr>
                </a:gs>
                <a:gs pos="50000">
                  <a:srgbClr val="77B982">
                    <a:shade val="67500"/>
                    <a:satMod val="115000"/>
                  </a:srgbClr>
                </a:gs>
                <a:gs pos="100000">
                  <a:srgbClr val="77B982">
                    <a:shade val="100000"/>
                    <a:satMod val="115000"/>
                  </a:srgbClr>
                </a:gs>
              </a:gsLst>
              <a:lin ang="10800000" scaled="1"/>
              <a:tileRect/>
            </a:gradFill>
            <a:ln>
              <a:solidFill>
                <a:srgbClr val="78B984"/>
              </a:solidFill>
            </a:ln>
          </p:spPr>
          <p:style>
            <a:lnRef idx="2">
              <a:schemeClr val="accent5"/>
            </a:lnRef>
            <a:fillRef idx="1">
              <a:schemeClr val="lt1"/>
            </a:fillRef>
            <a:effectRef idx="0">
              <a:schemeClr val="accent5"/>
            </a:effectRef>
            <a:fontRef idx="minor">
              <a:schemeClr val="dk1"/>
            </a:fontRef>
          </p:style>
          <p:txBody>
            <a:bodyPr rtlCol="0" anchor="ctr"/>
            <a:lstStyle/>
            <a:p>
              <a:pPr marL="228611" indent="-228611" algn="ctr">
                <a:lnSpc>
                  <a:spcPct val="107000"/>
                </a:lnSpc>
                <a:spcAft>
                  <a:spcPts val="533"/>
                </a:spcAft>
                <a:buFont typeface="Wingdings" panose="05000000000000000000" pitchFamily="2" charset="2"/>
                <a:buChar char="Ø"/>
              </a:pPr>
              <a:endParaRPr lang="en-GB" sz="2400" b="1" dirty="0">
                <a:solidFill>
                  <a:sysClr val="windowText" lastClr="000000"/>
                </a:solidFill>
                <a:latin typeface="Calibri" panose="020F0502020204030204" pitchFamily="34" charset="0"/>
                <a:cs typeface="Arial" panose="020B0604020202020204" pitchFamily="34" charset="0"/>
              </a:endParaRPr>
            </a:p>
          </p:txBody>
        </p:sp>
        <p:grpSp>
          <p:nvGrpSpPr>
            <p:cNvPr id="19" name="Group 18">
              <a:extLst>
                <a:ext uri="{FF2B5EF4-FFF2-40B4-BE49-F238E27FC236}">
                  <a16:creationId xmlns:a16="http://schemas.microsoft.com/office/drawing/2014/main" id="{115B4BB3-BE48-D115-4B6D-9508A7223025}"/>
                </a:ext>
              </a:extLst>
            </p:cNvPr>
            <p:cNvGrpSpPr/>
            <p:nvPr/>
          </p:nvGrpSpPr>
          <p:grpSpPr>
            <a:xfrm>
              <a:off x="141992" y="1865250"/>
              <a:ext cx="3159909" cy="774457"/>
              <a:chOff x="413777" y="2550413"/>
              <a:chExt cx="3159909" cy="774457"/>
            </a:xfrm>
          </p:grpSpPr>
          <p:sp>
            <p:nvSpPr>
              <p:cNvPr id="23" name="Rectangle: Rounded Corners 1">
                <a:extLst>
                  <a:ext uri="{FF2B5EF4-FFF2-40B4-BE49-F238E27FC236}">
                    <a16:creationId xmlns:a16="http://schemas.microsoft.com/office/drawing/2014/main" id="{2E9FEC7A-8991-FA2F-D9B1-D871AFB3694B}"/>
                  </a:ext>
                </a:extLst>
              </p:cNvPr>
              <p:cNvSpPr/>
              <p:nvPr/>
            </p:nvSpPr>
            <p:spPr bwMode="auto">
              <a:xfrm>
                <a:off x="413777" y="2626874"/>
                <a:ext cx="3159909" cy="646331"/>
              </a:xfrm>
              <a:prstGeom prst="roundRect">
                <a:avLst>
                  <a:gd name="adj" fmla="val 50000"/>
                </a:avLst>
              </a:prstGeom>
              <a:solidFill>
                <a:srgbClr val="419D7C"/>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err="1">
                  <a:solidFill>
                    <a:schemeClr val="tx1"/>
                  </a:solidFill>
                </a:endParaRPr>
              </a:p>
            </p:txBody>
          </p:sp>
          <p:sp>
            <p:nvSpPr>
              <p:cNvPr id="24" name="TextBox 51">
                <a:extLst>
                  <a:ext uri="{FF2B5EF4-FFF2-40B4-BE49-F238E27FC236}">
                    <a16:creationId xmlns:a16="http://schemas.microsoft.com/office/drawing/2014/main" id="{763709FF-F3A2-3072-B3BA-B9E6FC9BB7E2}"/>
                  </a:ext>
                </a:extLst>
              </p:cNvPr>
              <p:cNvSpPr txBox="1"/>
              <p:nvPr/>
            </p:nvSpPr>
            <p:spPr>
              <a:xfrm>
                <a:off x="902942" y="2550413"/>
                <a:ext cx="2100314" cy="774457"/>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867" b="1" dirty="0">
                    <a:solidFill>
                      <a:schemeClr val="bg1"/>
                    </a:solidFill>
                    <a:effectLst>
                      <a:outerShdw blurRad="38100" dist="38100" dir="2700000" algn="tl">
                        <a:srgbClr val="000000">
                          <a:alpha val="43137"/>
                        </a:srgbClr>
                      </a:outerShdw>
                    </a:effectLst>
                    <a:latin typeface="Barlow Black" panose="00000A00000000000000" pitchFamily="2" charset="0"/>
                  </a:rPr>
                  <a:t>PREPARE</a:t>
                </a:r>
                <a:endParaRPr lang="pt-BR" sz="1600" b="1" dirty="0">
                  <a:solidFill>
                    <a:schemeClr val="bg1"/>
                  </a:solidFill>
                  <a:effectLst>
                    <a:outerShdw blurRad="38100" dist="38100" dir="2700000" algn="tl">
                      <a:srgbClr val="000000">
                        <a:alpha val="43137"/>
                      </a:srgbClr>
                    </a:outerShdw>
                  </a:effectLst>
                  <a:latin typeface="Barlow Black" panose="00000A00000000000000" pitchFamily="2" charset="0"/>
                </a:endParaRPr>
              </a:p>
            </p:txBody>
          </p:sp>
        </p:grpSp>
        <p:grpSp>
          <p:nvGrpSpPr>
            <p:cNvPr id="20" name="Group 19">
              <a:extLst>
                <a:ext uri="{FF2B5EF4-FFF2-40B4-BE49-F238E27FC236}">
                  <a16:creationId xmlns:a16="http://schemas.microsoft.com/office/drawing/2014/main" id="{3FB2F2C2-6522-9654-5593-37BF305A5F7D}"/>
                </a:ext>
              </a:extLst>
            </p:cNvPr>
            <p:cNvGrpSpPr/>
            <p:nvPr/>
          </p:nvGrpSpPr>
          <p:grpSpPr>
            <a:xfrm>
              <a:off x="358193" y="2958805"/>
              <a:ext cx="1030964" cy="1796487"/>
              <a:chOff x="447196" y="2009145"/>
              <a:chExt cx="1956291" cy="1796487"/>
            </a:xfrm>
          </p:grpSpPr>
          <p:sp>
            <p:nvSpPr>
              <p:cNvPr id="21" name="Freeform 15">
                <a:extLst>
                  <a:ext uri="{FF2B5EF4-FFF2-40B4-BE49-F238E27FC236}">
                    <a16:creationId xmlns:a16="http://schemas.microsoft.com/office/drawing/2014/main" id="{BF4A195D-0B1F-E797-697A-62F3F6CFF400}"/>
                  </a:ext>
                </a:extLst>
              </p:cNvPr>
              <p:cNvSpPr/>
              <p:nvPr/>
            </p:nvSpPr>
            <p:spPr>
              <a:xfrm>
                <a:off x="1226023" y="2009145"/>
                <a:ext cx="1177464" cy="1774620"/>
              </a:xfrm>
              <a:custGeom>
                <a:avLst/>
                <a:gdLst/>
                <a:ahLst/>
                <a:cxnLst/>
                <a:rect l="l" t="t" r="r" b="b"/>
                <a:pathLst>
                  <a:path w="2096607" h="2458708">
                    <a:moveTo>
                      <a:pt x="0" y="0"/>
                    </a:moveTo>
                    <a:lnTo>
                      <a:pt x="2096607" y="0"/>
                    </a:lnTo>
                    <a:lnTo>
                      <a:pt x="2096607" y="2458708"/>
                    </a:lnTo>
                    <a:lnTo>
                      <a:pt x="0" y="2458708"/>
                    </a:lnTo>
                    <a:lnTo>
                      <a:pt x="0" y="0"/>
                    </a:lnTo>
                    <a:close/>
                  </a:path>
                </a:pathLst>
              </a:custGeom>
              <a: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en-GB" sz="1200"/>
              </a:p>
            </p:txBody>
          </p:sp>
          <p:sp>
            <p:nvSpPr>
              <p:cNvPr id="22" name="Freeform 15">
                <a:extLst>
                  <a:ext uri="{FF2B5EF4-FFF2-40B4-BE49-F238E27FC236}">
                    <a16:creationId xmlns:a16="http://schemas.microsoft.com/office/drawing/2014/main" id="{A4551816-9A1A-8A93-DB08-EDABACC2FC2E}"/>
                  </a:ext>
                </a:extLst>
              </p:cNvPr>
              <p:cNvSpPr/>
              <p:nvPr/>
            </p:nvSpPr>
            <p:spPr>
              <a:xfrm>
                <a:off x="447196" y="2031012"/>
                <a:ext cx="1177464" cy="1774620"/>
              </a:xfrm>
              <a:custGeom>
                <a:avLst/>
                <a:gdLst/>
                <a:ahLst/>
                <a:cxnLst/>
                <a:rect l="l" t="t" r="r" b="b"/>
                <a:pathLst>
                  <a:path w="2096607" h="2458708">
                    <a:moveTo>
                      <a:pt x="0" y="0"/>
                    </a:moveTo>
                    <a:lnTo>
                      <a:pt x="2096607" y="0"/>
                    </a:lnTo>
                    <a:lnTo>
                      <a:pt x="2096607" y="2458708"/>
                    </a:lnTo>
                    <a:lnTo>
                      <a:pt x="0" y="2458708"/>
                    </a:lnTo>
                    <a:lnTo>
                      <a:pt x="0" y="0"/>
                    </a:lnTo>
                    <a:close/>
                  </a:path>
                </a:pathLst>
              </a:custGeom>
              <a: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en-GB" sz="1200"/>
              </a:p>
            </p:txBody>
          </p:sp>
        </p:grpSp>
      </p:grpSp>
      <p:grpSp>
        <p:nvGrpSpPr>
          <p:cNvPr id="25" name="Group 24">
            <a:extLst>
              <a:ext uri="{FF2B5EF4-FFF2-40B4-BE49-F238E27FC236}">
                <a16:creationId xmlns:a16="http://schemas.microsoft.com/office/drawing/2014/main" id="{3DED014A-F261-89B3-DB3B-3607D98AF7B9}"/>
              </a:ext>
            </a:extLst>
          </p:cNvPr>
          <p:cNvGrpSpPr/>
          <p:nvPr/>
        </p:nvGrpSpPr>
        <p:grpSpPr>
          <a:xfrm>
            <a:off x="1469748" y="3662893"/>
            <a:ext cx="5405543" cy="920136"/>
            <a:chOff x="1872518" y="4648324"/>
            <a:chExt cx="8108315" cy="1380204"/>
          </a:xfrm>
        </p:grpSpPr>
        <p:grpSp>
          <p:nvGrpSpPr>
            <p:cNvPr id="26" name="Group 25">
              <a:extLst>
                <a:ext uri="{FF2B5EF4-FFF2-40B4-BE49-F238E27FC236}">
                  <a16:creationId xmlns:a16="http://schemas.microsoft.com/office/drawing/2014/main" id="{7CF3EA63-2B7C-4B20-4709-835A14B9C056}"/>
                </a:ext>
              </a:extLst>
            </p:cNvPr>
            <p:cNvGrpSpPr/>
            <p:nvPr/>
          </p:nvGrpSpPr>
          <p:grpSpPr>
            <a:xfrm>
              <a:off x="1872518" y="4648324"/>
              <a:ext cx="8108315" cy="1380204"/>
              <a:chOff x="3329799" y="5419951"/>
              <a:chExt cx="8108315" cy="1380204"/>
            </a:xfrm>
          </p:grpSpPr>
          <p:grpSp>
            <p:nvGrpSpPr>
              <p:cNvPr id="28" name="Group 27">
                <a:extLst>
                  <a:ext uri="{FF2B5EF4-FFF2-40B4-BE49-F238E27FC236}">
                    <a16:creationId xmlns:a16="http://schemas.microsoft.com/office/drawing/2014/main" id="{DB30EBAB-E627-5089-1A0E-A1AC9D9E330A}"/>
                  </a:ext>
                </a:extLst>
              </p:cNvPr>
              <p:cNvGrpSpPr/>
              <p:nvPr/>
            </p:nvGrpSpPr>
            <p:grpSpPr>
              <a:xfrm>
                <a:off x="3329799" y="5419951"/>
                <a:ext cx="8108315" cy="1380204"/>
                <a:chOff x="9830433" y="4087779"/>
                <a:chExt cx="8108315" cy="1380204"/>
              </a:xfrm>
            </p:grpSpPr>
            <p:sp>
              <p:nvSpPr>
                <p:cNvPr id="30" name="Rectangle: Rounded Corners 29">
                  <a:extLst>
                    <a:ext uri="{FF2B5EF4-FFF2-40B4-BE49-F238E27FC236}">
                      <a16:creationId xmlns:a16="http://schemas.microsoft.com/office/drawing/2014/main" id="{304F4C40-EE96-73AA-87F6-775650356D7C}"/>
                    </a:ext>
                  </a:extLst>
                </p:cNvPr>
                <p:cNvSpPr/>
                <p:nvPr/>
              </p:nvSpPr>
              <p:spPr bwMode="auto">
                <a:xfrm>
                  <a:off x="10128905" y="4217841"/>
                  <a:ext cx="7809843" cy="1097617"/>
                </a:xfrm>
                <a:prstGeom prst="roundRect">
                  <a:avLst>
                    <a:gd name="adj" fmla="val 50000"/>
                  </a:avLst>
                </a:prstGeom>
                <a:solidFill>
                  <a:schemeClr val="bg1">
                    <a:lumMod val="95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31" name="Chord 30">
                  <a:extLst>
                    <a:ext uri="{FF2B5EF4-FFF2-40B4-BE49-F238E27FC236}">
                      <a16:creationId xmlns:a16="http://schemas.microsoft.com/office/drawing/2014/main" id="{86225448-855D-A02E-CB09-2908EAF1B979}"/>
                    </a:ext>
                  </a:extLst>
                </p:cNvPr>
                <p:cNvSpPr/>
                <p:nvPr/>
              </p:nvSpPr>
              <p:spPr bwMode="auto">
                <a:xfrm rot="10800000">
                  <a:off x="16907367" y="4298422"/>
                  <a:ext cx="959347" cy="957839"/>
                </a:xfrm>
                <a:prstGeom prst="chord">
                  <a:avLst>
                    <a:gd name="adj1" fmla="val 5507204"/>
                    <a:gd name="adj2" fmla="val 16200000"/>
                  </a:avLst>
                </a:prstGeom>
                <a:solidFill>
                  <a:srgbClr val="2C8B8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grpSp>
              <p:nvGrpSpPr>
                <p:cNvPr id="32" name="Group 31">
                  <a:extLst>
                    <a:ext uri="{FF2B5EF4-FFF2-40B4-BE49-F238E27FC236}">
                      <a16:creationId xmlns:a16="http://schemas.microsoft.com/office/drawing/2014/main" id="{ADF8AFCD-42D5-84CC-4320-897F5ED87B19}"/>
                    </a:ext>
                  </a:extLst>
                </p:cNvPr>
                <p:cNvGrpSpPr/>
                <p:nvPr/>
              </p:nvGrpSpPr>
              <p:grpSpPr>
                <a:xfrm>
                  <a:off x="9830433" y="4087779"/>
                  <a:ext cx="1308045" cy="1380204"/>
                  <a:chOff x="6869141" y="6939666"/>
                  <a:chExt cx="1308045" cy="1380204"/>
                </a:xfrm>
              </p:grpSpPr>
              <p:sp>
                <p:nvSpPr>
                  <p:cNvPr id="33" name="Oval 32">
                    <a:extLst>
                      <a:ext uri="{FF2B5EF4-FFF2-40B4-BE49-F238E27FC236}">
                        <a16:creationId xmlns:a16="http://schemas.microsoft.com/office/drawing/2014/main" id="{DD6317A4-8C0E-4CF8-2F21-1EDC6C1EB344}"/>
                      </a:ext>
                    </a:extLst>
                  </p:cNvPr>
                  <p:cNvSpPr/>
                  <p:nvPr/>
                </p:nvSpPr>
                <p:spPr bwMode="auto">
                  <a:xfrm rot="830393">
                    <a:off x="6960506" y="7036071"/>
                    <a:ext cx="1125317" cy="1187396"/>
                  </a:xfrm>
                  <a:prstGeom prst="ellipse">
                    <a:avLst/>
                  </a:prstGeom>
                  <a:solidFill>
                    <a:srgbClr val="2C8B8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dirty="0">
                      <a:solidFill>
                        <a:schemeClr val="tx1"/>
                      </a:solidFill>
                    </a:endParaRPr>
                  </a:p>
                </p:txBody>
              </p:sp>
              <p:sp>
                <p:nvSpPr>
                  <p:cNvPr id="34" name="Oval 33">
                    <a:extLst>
                      <a:ext uri="{FF2B5EF4-FFF2-40B4-BE49-F238E27FC236}">
                        <a16:creationId xmlns:a16="http://schemas.microsoft.com/office/drawing/2014/main" id="{F73670BA-D2FB-35CA-967E-CB30C7A0F624}"/>
                      </a:ext>
                    </a:extLst>
                  </p:cNvPr>
                  <p:cNvSpPr/>
                  <p:nvPr/>
                </p:nvSpPr>
                <p:spPr bwMode="auto">
                  <a:xfrm rot="830393">
                    <a:off x="6869141" y="6939666"/>
                    <a:ext cx="1308045" cy="1380204"/>
                  </a:xfrm>
                  <a:prstGeom prst="ellipse">
                    <a:avLst/>
                  </a:prstGeom>
                  <a:noFill/>
                  <a:ln w="76200">
                    <a:solidFill>
                      <a:srgbClr val="77B98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a:solidFill>
                        <a:schemeClr val="tx1"/>
                      </a:solidFill>
                    </a:endParaRPr>
                  </a:p>
                </p:txBody>
              </p:sp>
            </p:grpSp>
          </p:grpSp>
          <p:sp>
            <p:nvSpPr>
              <p:cNvPr id="29" name="TextBox 28">
                <a:extLst>
                  <a:ext uri="{FF2B5EF4-FFF2-40B4-BE49-F238E27FC236}">
                    <a16:creationId xmlns:a16="http://schemas.microsoft.com/office/drawing/2014/main" id="{BA4DE2B7-B028-4222-F53B-AAAE226BE2A8}"/>
                  </a:ext>
                </a:extLst>
              </p:cNvPr>
              <p:cNvSpPr txBox="1"/>
              <p:nvPr/>
            </p:nvSpPr>
            <p:spPr>
              <a:xfrm>
                <a:off x="4852416" y="5880171"/>
                <a:ext cx="5648451" cy="446951"/>
              </a:xfrm>
              <a:prstGeom prst="rect">
                <a:avLst/>
              </a:prstGeom>
            </p:spPr>
            <p:txBody>
              <a:bodyPr wrap="square" lIns="0" tIns="0" rIns="0" bIns="0" rtlCol="0" anchor="t">
                <a:spAutoFit/>
              </a:bodyPr>
              <a:lstStyle/>
              <a:p>
                <a:pPr algn="ctr" defTabSz="609630">
                  <a:lnSpc>
                    <a:spcPts val="2552"/>
                  </a:lnSpc>
                  <a:spcBef>
                    <a:spcPct val="0"/>
                  </a:spcBef>
                  <a:defRPr/>
                </a:pPr>
                <a:r>
                  <a:rPr lang="en-US" sz="1867" dirty="0">
                    <a:latin typeface="Barlow Bold"/>
                  </a:rPr>
                  <a:t>Set Commercial Objective</a:t>
                </a:r>
              </a:p>
            </p:txBody>
          </p:sp>
        </p:grpSp>
        <p:sp>
          <p:nvSpPr>
            <p:cNvPr id="27" name="Freeform 344">
              <a:extLst>
                <a:ext uri="{FF2B5EF4-FFF2-40B4-BE49-F238E27FC236}">
                  <a16:creationId xmlns:a16="http://schemas.microsoft.com/office/drawing/2014/main" id="{D9071F6E-5ED0-208A-54B1-C354531CA5A2}"/>
                </a:ext>
              </a:extLst>
            </p:cNvPr>
            <p:cNvSpPr>
              <a:spLocks noEditPoints="1"/>
            </p:cNvSpPr>
            <p:nvPr/>
          </p:nvSpPr>
          <p:spPr bwMode="auto">
            <a:xfrm>
              <a:off x="2032828" y="4896534"/>
              <a:ext cx="948762" cy="876447"/>
            </a:xfrm>
            <a:custGeom>
              <a:avLst/>
              <a:gdLst>
                <a:gd name="T0" fmla="*/ 49 w 92"/>
                <a:gd name="T1" fmla="*/ 56 h 87"/>
                <a:gd name="T2" fmla="*/ 38 w 92"/>
                <a:gd name="T3" fmla="*/ 49 h 87"/>
                <a:gd name="T4" fmla="*/ 31 w 92"/>
                <a:gd name="T5" fmla="*/ 49 h 87"/>
                <a:gd name="T6" fmla="*/ 49 w 92"/>
                <a:gd name="T7" fmla="*/ 62 h 87"/>
                <a:gd name="T8" fmla="*/ 68 w 92"/>
                <a:gd name="T9" fmla="*/ 43 h 87"/>
                <a:gd name="T10" fmla="*/ 49 w 92"/>
                <a:gd name="T11" fmla="*/ 24 h 87"/>
                <a:gd name="T12" fmla="*/ 31 w 92"/>
                <a:gd name="T13" fmla="*/ 38 h 87"/>
                <a:gd name="T14" fmla="*/ 38 w 92"/>
                <a:gd name="T15" fmla="*/ 38 h 87"/>
                <a:gd name="T16" fmla="*/ 49 w 92"/>
                <a:gd name="T17" fmla="*/ 31 h 87"/>
                <a:gd name="T18" fmla="*/ 61 w 92"/>
                <a:gd name="T19" fmla="*/ 43 h 87"/>
                <a:gd name="T20" fmla="*/ 49 w 92"/>
                <a:gd name="T21" fmla="*/ 56 h 87"/>
                <a:gd name="T22" fmla="*/ 49 w 92"/>
                <a:gd name="T23" fmla="*/ 0 h 87"/>
                <a:gd name="T24" fmla="*/ 6 w 92"/>
                <a:gd name="T25" fmla="*/ 38 h 87"/>
                <a:gd name="T26" fmla="*/ 10 w 92"/>
                <a:gd name="T27" fmla="*/ 38 h 87"/>
                <a:gd name="T28" fmla="*/ 49 w 92"/>
                <a:gd name="T29" fmla="*/ 4 h 87"/>
                <a:gd name="T30" fmla="*/ 89 w 92"/>
                <a:gd name="T31" fmla="*/ 43 h 87"/>
                <a:gd name="T32" fmla="*/ 49 w 92"/>
                <a:gd name="T33" fmla="*/ 83 h 87"/>
                <a:gd name="T34" fmla="*/ 10 w 92"/>
                <a:gd name="T35" fmla="*/ 49 h 87"/>
                <a:gd name="T36" fmla="*/ 6 w 92"/>
                <a:gd name="T37" fmla="*/ 49 h 87"/>
                <a:gd name="T38" fmla="*/ 49 w 92"/>
                <a:gd name="T39" fmla="*/ 87 h 87"/>
                <a:gd name="T40" fmla="*/ 92 w 92"/>
                <a:gd name="T41" fmla="*/ 43 h 87"/>
                <a:gd name="T42" fmla="*/ 49 w 92"/>
                <a:gd name="T43" fmla="*/ 0 h 87"/>
                <a:gd name="T44" fmla="*/ 17 w 92"/>
                <a:gd name="T45" fmla="*/ 49 h 87"/>
                <a:gd name="T46" fmla="*/ 49 w 92"/>
                <a:gd name="T47" fmla="*/ 76 h 87"/>
                <a:gd name="T48" fmla="*/ 82 w 92"/>
                <a:gd name="T49" fmla="*/ 43 h 87"/>
                <a:gd name="T50" fmla="*/ 49 w 92"/>
                <a:gd name="T51" fmla="*/ 11 h 87"/>
                <a:gd name="T52" fmla="*/ 17 w 92"/>
                <a:gd name="T53" fmla="*/ 38 h 87"/>
                <a:gd name="T54" fmla="*/ 24 w 92"/>
                <a:gd name="T55" fmla="*/ 38 h 87"/>
                <a:gd name="T56" fmla="*/ 49 w 92"/>
                <a:gd name="T57" fmla="*/ 18 h 87"/>
                <a:gd name="T58" fmla="*/ 75 w 92"/>
                <a:gd name="T59" fmla="*/ 43 h 87"/>
                <a:gd name="T60" fmla="*/ 49 w 92"/>
                <a:gd name="T61" fmla="*/ 69 h 87"/>
                <a:gd name="T62" fmla="*/ 24 w 92"/>
                <a:gd name="T63" fmla="*/ 49 h 87"/>
                <a:gd name="T64" fmla="*/ 17 w 92"/>
                <a:gd name="T65" fmla="*/ 49 h 87"/>
                <a:gd name="T66" fmla="*/ 46 w 92"/>
                <a:gd name="T67" fmla="*/ 48 h 87"/>
                <a:gd name="T68" fmla="*/ 46 w 92"/>
                <a:gd name="T69" fmla="*/ 50 h 87"/>
                <a:gd name="T70" fmla="*/ 47 w 92"/>
                <a:gd name="T71" fmla="*/ 51 h 87"/>
                <a:gd name="T72" fmla="*/ 48 w 92"/>
                <a:gd name="T73" fmla="*/ 50 h 87"/>
                <a:gd name="T74" fmla="*/ 54 w 92"/>
                <a:gd name="T75" fmla="*/ 45 h 87"/>
                <a:gd name="T76" fmla="*/ 54 w 92"/>
                <a:gd name="T77" fmla="*/ 43 h 87"/>
                <a:gd name="T78" fmla="*/ 54 w 92"/>
                <a:gd name="T79" fmla="*/ 42 h 87"/>
                <a:gd name="T80" fmla="*/ 48 w 92"/>
                <a:gd name="T81" fmla="*/ 37 h 87"/>
                <a:gd name="T82" fmla="*/ 46 w 92"/>
                <a:gd name="T83" fmla="*/ 37 h 87"/>
                <a:gd name="T84" fmla="*/ 46 w 92"/>
                <a:gd name="T85" fmla="*/ 39 h 87"/>
                <a:gd name="T86" fmla="*/ 49 w 92"/>
                <a:gd name="T87" fmla="*/ 42 h 87"/>
                <a:gd name="T88" fmla="*/ 2 w 92"/>
                <a:gd name="T89" fmla="*/ 42 h 87"/>
                <a:gd name="T90" fmla="*/ 0 w 92"/>
                <a:gd name="T91" fmla="*/ 43 h 87"/>
                <a:gd name="T92" fmla="*/ 2 w 92"/>
                <a:gd name="T93" fmla="*/ 45 h 87"/>
                <a:gd name="T94" fmla="*/ 49 w 92"/>
                <a:gd name="T95" fmla="*/ 45 h 87"/>
                <a:gd name="T96" fmla="*/ 46 w 92"/>
                <a:gd name="T97" fmla="*/ 4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2" h="87">
                  <a:moveTo>
                    <a:pt x="49" y="56"/>
                  </a:moveTo>
                  <a:cubicBezTo>
                    <a:pt x="44" y="56"/>
                    <a:pt x="40" y="53"/>
                    <a:pt x="38" y="49"/>
                  </a:cubicBezTo>
                  <a:cubicBezTo>
                    <a:pt x="31" y="49"/>
                    <a:pt x="31" y="49"/>
                    <a:pt x="31" y="49"/>
                  </a:cubicBezTo>
                  <a:cubicBezTo>
                    <a:pt x="33" y="57"/>
                    <a:pt x="41" y="62"/>
                    <a:pt x="49" y="62"/>
                  </a:cubicBezTo>
                  <a:cubicBezTo>
                    <a:pt x="60" y="62"/>
                    <a:pt x="68" y="54"/>
                    <a:pt x="68" y="43"/>
                  </a:cubicBezTo>
                  <a:cubicBezTo>
                    <a:pt x="68" y="33"/>
                    <a:pt x="60" y="24"/>
                    <a:pt x="49" y="24"/>
                  </a:cubicBezTo>
                  <a:cubicBezTo>
                    <a:pt x="41" y="24"/>
                    <a:pt x="33" y="30"/>
                    <a:pt x="31" y="38"/>
                  </a:cubicBezTo>
                  <a:cubicBezTo>
                    <a:pt x="38" y="38"/>
                    <a:pt x="38" y="38"/>
                    <a:pt x="38" y="38"/>
                  </a:cubicBezTo>
                  <a:cubicBezTo>
                    <a:pt x="40" y="34"/>
                    <a:pt x="44" y="31"/>
                    <a:pt x="49" y="31"/>
                  </a:cubicBezTo>
                  <a:cubicBezTo>
                    <a:pt x="56" y="31"/>
                    <a:pt x="61" y="37"/>
                    <a:pt x="61" y="43"/>
                  </a:cubicBezTo>
                  <a:cubicBezTo>
                    <a:pt x="61" y="50"/>
                    <a:pt x="56" y="56"/>
                    <a:pt x="49" y="56"/>
                  </a:cubicBezTo>
                  <a:moveTo>
                    <a:pt x="49" y="0"/>
                  </a:moveTo>
                  <a:cubicBezTo>
                    <a:pt x="27" y="0"/>
                    <a:pt x="9" y="17"/>
                    <a:pt x="6" y="38"/>
                  </a:cubicBezTo>
                  <a:cubicBezTo>
                    <a:pt x="10" y="38"/>
                    <a:pt x="10" y="38"/>
                    <a:pt x="10" y="38"/>
                  </a:cubicBezTo>
                  <a:cubicBezTo>
                    <a:pt x="12" y="19"/>
                    <a:pt x="29" y="4"/>
                    <a:pt x="49" y="4"/>
                  </a:cubicBezTo>
                  <a:cubicBezTo>
                    <a:pt x="71" y="4"/>
                    <a:pt x="89" y="22"/>
                    <a:pt x="89" y="43"/>
                  </a:cubicBezTo>
                  <a:cubicBezTo>
                    <a:pt x="89" y="65"/>
                    <a:pt x="71" y="83"/>
                    <a:pt x="49" y="83"/>
                  </a:cubicBezTo>
                  <a:cubicBezTo>
                    <a:pt x="29" y="83"/>
                    <a:pt x="12" y="68"/>
                    <a:pt x="10" y="49"/>
                  </a:cubicBezTo>
                  <a:cubicBezTo>
                    <a:pt x="6" y="49"/>
                    <a:pt x="6" y="49"/>
                    <a:pt x="6" y="49"/>
                  </a:cubicBezTo>
                  <a:cubicBezTo>
                    <a:pt x="9" y="70"/>
                    <a:pt x="27" y="87"/>
                    <a:pt x="49" y="87"/>
                  </a:cubicBezTo>
                  <a:cubicBezTo>
                    <a:pt x="73" y="87"/>
                    <a:pt x="92" y="67"/>
                    <a:pt x="92" y="43"/>
                  </a:cubicBezTo>
                  <a:cubicBezTo>
                    <a:pt x="92" y="20"/>
                    <a:pt x="73" y="0"/>
                    <a:pt x="49" y="0"/>
                  </a:cubicBezTo>
                  <a:moveTo>
                    <a:pt x="17" y="49"/>
                  </a:moveTo>
                  <a:cubicBezTo>
                    <a:pt x="19" y="64"/>
                    <a:pt x="33" y="76"/>
                    <a:pt x="49" y="76"/>
                  </a:cubicBezTo>
                  <a:cubicBezTo>
                    <a:pt x="67" y="76"/>
                    <a:pt x="82" y="62"/>
                    <a:pt x="82" y="43"/>
                  </a:cubicBezTo>
                  <a:cubicBezTo>
                    <a:pt x="82" y="25"/>
                    <a:pt x="67" y="11"/>
                    <a:pt x="49" y="11"/>
                  </a:cubicBezTo>
                  <a:cubicBezTo>
                    <a:pt x="33" y="11"/>
                    <a:pt x="19" y="23"/>
                    <a:pt x="17" y="38"/>
                  </a:cubicBezTo>
                  <a:cubicBezTo>
                    <a:pt x="24" y="38"/>
                    <a:pt x="24" y="38"/>
                    <a:pt x="24" y="38"/>
                  </a:cubicBezTo>
                  <a:cubicBezTo>
                    <a:pt x="26" y="26"/>
                    <a:pt x="37" y="18"/>
                    <a:pt x="49" y="18"/>
                  </a:cubicBezTo>
                  <a:cubicBezTo>
                    <a:pt x="64" y="18"/>
                    <a:pt x="75" y="29"/>
                    <a:pt x="75" y="43"/>
                  </a:cubicBezTo>
                  <a:cubicBezTo>
                    <a:pt x="75" y="58"/>
                    <a:pt x="64" y="69"/>
                    <a:pt x="49" y="69"/>
                  </a:cubicBezTo>
                  <a:cubicBezTo>
                    <a:pt x="37" y="69"/>
                    <a:pt x="26" y="60"/>
                    <a:pt x="24" y="49"/>
                  </a:cubicBezTo>
                  <a:lnTo>
                    <a:pt x="17" y="49"/>
                  </a:lnTo>
                  <a:close/>
                  <a:moveTo>
                    <a:pt x="46" y="48"/>
                  </a:moveTo>
                  <a:cubicBezTo>
                    <a:pt x="45" y="48"/>
                    <a:pt x="45" y="49"/>
                    <a:pt x="46" y="50"/>
                  </a:cubicBezTo>
                  <a:cubicBezTo>
                    <a:pt x="46" y="50"/>
                    <a:pt x="47" y="51"/>
                    <a:pt x="47" y="51"/>
                  </a:cubicBezTo>
                  <a:cubicBezTo>
                    <a:pt x="48" y="51"/>
                    <a:pt x="48" y="50"/>
                    <a:pt x="48" y="50"/>
                  </a:cubicBezTo>
                  <a:cubicBezTo>
                    <a:pt x="54" y="45"/>
                    <a:pt x="54" y="45"/>
                    <a:pt x="54" y="45"/>
                  </a:cubicBezTo>
                  <a:cubicBezTo>
                    <a:pt x="54" y="44"/>
                    <a:pt x="54" y="44"/>
                    <a:pt x="54" y="43"/>
                  </a:cubicBezTo>
                  <a:cubicBezTo>
                    <a:pt x="54" y="43"/>
                    <a:pt x="54" y="43"/>
                    <a:pt x="54" y="42"/>
                  </a:cubicBezTo>
                  <a:cubicBezTo>
                    <a:pt x="48" y="37"/>
                    <a:pt x="48" y="37"/>
                    <a:pt x="48" y="37"/>
                  </a:cubicBezTo>
                  <a:cubicBezTo>
                    <a:pt x="48" y="36"/>
                    <a:pt x="47" y="36"/>
                    <a:pt x="46" y="37"/>
                  </a:cubicBezTo>
                  <a:cubicBezTo>
                    <a:pt x="45" y="37"/>
                    <a:pt x="45" y="39"/>
                    <a:pt x="46" y="39"/>
                  </a:cubicBezTo>
                  <a:cubicBezTo>
                    <a:pt x="49" y="42"/>
                    <a:pt x="49" y="42"/>
                    <a:pt x="49" y="42"/>
                  </a:cubicBezTo>
                  <a:cubicBezTo>
                    <a:pt x="2" y="42"/>
                    <a:pt x="2" y="42"/>
                    <a:pt x="2" y="42"/>
                  </a:cubicBezTo>
                  <a:cubicBezTo>
                    <a:pt x="1" y="42"/>
                    <a:pt x="0" y="42"/>
                    <a:pt x="0" y="43"/>
                  </a:cubicBezTo>
                  <a:cubicBezTo>
                    <a:pt x="0" y="44"/>
                    <a:pt x="1" y="45"/>
                    <a:pt x="2" y="45"/>
                  </a:cubicBezTo>
                  <a:cubicBezTo>
                    <a:pt x="49" y="45"/>
                    <a:pt x="49" y="45"/>
                    <a:pt x="49" y="45"/>
                  </a:cubicBezTo>
                  <a:lnTo>
                    <a:pt x="46" y="48"/>
                  </a:lnTo>
                  <a:close/>
                </a:path>
              </a:pathLst>
            </a:custGeom>
            <a:solidFill>
              <a:schemeClr val="bg1"/>
            </a:solidFill>
            <a:ln>
              <a:noFill/>
            </a:ln>
          </p:spPr>
          <p:txBody>
            <a:bodyPr vert="horz" wrap="square" lIns="60960" tIns="30480" rIns="60960" bIns="30480" numCol="1" anchor="t" anchorCtr="0" compatLnSpc="1">
              <a:prstTxWarp prst="textNoShape">
                <a:avLst/>
              </a:prstTxWarp>
            </a:bodyPr>
            <a:lstStyle/>
            <a:p>
              <a:pPr defTabSz="609630">
                <a:defRPr/>
              </a:pPr>
              <a:endParaRPr lang="en-GB" sz="1200" kern="0">
                <a:solidFill>
                  <a:srgbClr val="544F40"/>
                </a:solidFill>
              </a:endParaRPr>
            </a:p>
          </p:txBody>
        </p:sp>
      </p:grpSp>
      <p:sp>
        <p:nvSpPr>
          <p:cNvPr id="35" name="TextBox 34">
            <a:extLst>
              <a:ext uri="{FF2B5EF4-FFF2-40B4-BE49-F238E27FC236}">
                <a16:creationId xmlns:a16="http://schemas.microsoft.com/office/drawing/2014/main" id="{D7EA0351-7245-49B5-52A2-EC4014CCFD5B}"/>
              </a:ext>
            </a:extLst>
          </p:cNvPr>
          <p:cNvSpPr txBox="1"/>
          <p:nvPr/>
        </p:nvSpPr>
        <p:spPr>
          <a:xfrm>
            <a:off x="1989238" y="4532475"/>
            <a:ext cx="4063621" cy="1422893"/>
          </a:xfrm>
          <a:prstGeom prst="rect">
            <a:avLst/>
          </a:prstGeom>
          <a:noFill/>
        </p:spPr>
        <p:txBody>
          <a:bodyPr wrap="square" lIns="120000" tIns="120000" rIns="120000" bIns="120000" rtlCol="0">
            <a:noAutofit/>
          </a:bodyPr>
          <a:lstStyle>
            <a:defPPr>
              <a:defRPr lang="en-US"/>
            </a:defPPr>
            <a:lvl1pPr marL="342900" indent="-342900">
              <a:spcBef>
                <a:spcPts val="300"/>
              </a:spcBef>
              <a:spcAft>
                <a:spcPts val="300"/>
              </a:spcAft>
              <a:buClr>
                <a:srgbClr val="2C8B81"/>
              </a:buClr>
              <a:buSzPct val="110000"/>
              <a:buFont typeface="Wingdings" panose="05000000000000000000" pitchFamily="2" charset="2"/>
              <a:buChar char="Ø"/>
              <a:defRPr sz="2400"/>
            </a:lvl1pPr>
          </a:lstStyle>
          <a:p>
            <a:r>
              <a:rPr lang="pt-BR" sz="1600" dirty="0">
                <a:solidFill>
                  <a:schemeClr val="accent6">
                    <a:lumMod val="75000"/>
                  </a:schemeClr>
                </a:solidFill>
              </a:rPr>
              <a:t>Link last call.</a:t>
            </a:r>
          </a:p>
          <a:p>
            <a:r>
              <a:rPr lang="pt-BR" sz="1600" dirty="0"/>
              <a:t>Identify appropriate Pt Profile.</a:t>
            </a:r>
          </a:p>
          <a:p>
            <a:r>
              <a:rPr lang="pt-BR" sz="1600" dirty="0"/>
              <a:t>Competitor.</a:t>
            </a:r>
          </a:p>
          <a:p>
            <a:r>
              <a:rPr lang="en-US" sz="1600" dirty="0"/>
              <a:t>Goals of the discussion</a:t>
            </a:r>
            <a:endParaRPr lang="pt-BR" sz="1600" dirty="0"/>
          </a:p>
          <a:p>
            <a:endParaRPr lang="pt-BR" sz="1600" dirty="0"/>
          </a:p>
        </p:txBody>
      </p:sp>
      <p:sp>
        <p:nvSpPr>
          <p:cNvPr id="36" name="Thought Bubble: Cloud 35">
            <a:extLst>
              <a:ext uri="{FF2B5EF4-FFF2-40B4-BE49-F238E27FC236}">
                <a16:creationId xmlns:a16="http://schemas.microsoft.com/office/drawing/2014/main" id="{48267CF3-7EBF-4FF1-9918-D22FD28D2FC5}"/>
              </a:ext>
            </a:extLst>
          </p:cNvPr>
          <p:cNvSpPr/>
          <p:nvPr/>
        </p:nvSpPr>
        <p:spPr>
          <a:xfrm>
            <a:off x="7376440" y="3429000"/>
            <a:ext cx="2576898" cy="2427026"/>
          </a:xfrm>
          <a:prstGeom prst="cloudCallout">
            <a:avLst>
              <a:gd name="adj1" fmla="val -56616"/>
              <a:gd name="adj2" fmla="val 52417"/>
            </a:avLst>
          </a:prstGeom>
          <a:solidFill>
            <a:srgbClr val="419D7C"/>
          </a:solidFill>
          <a:ln>
            <a:solidFill>
              <a:schemeClr val="bg1"/>
            </a:solidFill>
          </a:ln>
        </p:spPr>
        <p:style>
          <a:lnRef idx="2">
            <a:schemeClr val="accent5"/>
          </a:lnRef>
          <a:fillRef idx="1">
            <a:schemeClr val="lt1"/>
          </a:fillRef>
          <a:effectRef idx="0">
            <a:schemeClr val="accent5"/>
          </a:effectRef>
          <a:fontRef idx="minor">
            <a:schemeClr val="dk1"/>
          </a:fontRef>
        </p:style>
        <p:txBody>
          <a:bodyPr rtlCol="0" anchor="ctr"/>
          <a:lstStyle/>
          <a:p>
            <a:pPr algn="ctr" defTabSz="609630">
              <a:lnSpc>
                <a:spcPct val="107000"/>
              </a:lnSpc>
              <a:spcAft>
                <a:spcPts val="533"/>
              </a:spcAft>
            </a:pPr>
            <a:endParaRPr lang="en-GB" sz="2400" b="1" dirty="0">
              <a:solidFill>
                <a:sysClr val="windowText" lastClr="000000"/>
              </a:solidFill>
              <a:latin typeface="Calibri" panose="020F0502020204030204" pitchFamily="34" charset="0"/>
              <a:ea typeface="Calibri" panose="020F050202020403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FD957ECC-7F2F-0FA9-3E21-78670ABA7FE4}"/>
              </a:ext>
            </a:extLst>
          </p:cNvPr>
          <p:cNvSpPr txBox="1"/>
          <p:nvPr/>
        </p:nvSpPr>
        <p:spPr>
          <a:xfrm>
            <a:off x="7820205" y="4050410"/>
            <a:ext cx="2133133" cy="964130"/>
          </a:xfrm>
          <a:prstGeom prst="rect">
            <a:avLst/>
          </a:prstGeom>
          <a:noFill/>
        </p:spPr>
        <p:txBody>
          <a:bodyPr wrap="square" lIns="120000" tIns="120000" rIns="120000" bIns="120000" rtlCol="0">
            <a:noAutofit/>
          </a:bodyPr>
          <a:lstStyle/>
          <a:p>
            <a:pPr>
              <a:spcBef>
                <a:spcPts val="200"/>
              </a:spcBef>
              <a:spcAft>
                <a:spcPts val="200"/>
              </a:spcAft>
              <a:buClr>
                <a:schemeClr val="bg1"/>
              </a:buClr>
              <a:buSzPct val="110000"/>
            </a:pPr>
            <a:r>
              <a:rPr lang="en-GB" sz="1600" b="1" dirty="0">
                <a:solidFill>
                  <a:schemeClr val="bg1"/>
                </a:solidFill>
              </a:rPr>
              <a:t>My objective is to ……………………………………………..</a:t>
            </a:r>
          </a:p>
        </p:txBody>
      </p:sp>
      <p:pic>
        <p:nvPicPr>
          <p:cNvPr id="38" name="Picture 6" descr="Discounted Trelegy Online - Insulin Outlet">
            <a:extLst>
              <a:ext uri="{FF2B5EF4-FFF2-40B4-BE49-F238E27FC236}">
                <a16:creationId xmlns:a16="http://schemas.microsoft.com/office/drawing/2014/main" id="{DA133F97-8E8B-9514-118F-93676C3D9C5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913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BB394-101E-8DB4-93A6-9E9391822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5FD51-615A-ABB3-6D40-799F6F843EE5}"/>
              </a:ext>
            </a:extLst>
          </p:cNvPr>
          <p:cNvSpPr>
            <a:spLocks noGrp="1"/>
          </p:cNvSpPr>
          <p:nvPr>
            <p:ph type="title"/>
          </p:nvPr>
        </p:nvSpPr>
        <p:spPr>
          <a:xfrm>
            <a:off x="365126" y="146176"/>
            <a:ext cx="4870177" cy="452062"/>
          </a:xfrm>
        </p:spPr>
        <p:txBody>
          <a:bodyPr anchor="ctr">
            <a:normAutofit/>
          </a:bodyPr>
          <a:lstStyle/>
          <a:p>
            <a:pPr>
              <a:defRPr/>
            </a:pPr>
            <a:r>
              <a:rPr lang="en-GB" sz="2400" dirty="0">
                <a:solidFill>
                  <a:srgbClr val="F36633"/>
                </a:solidFill>
                <a:latin typeface="Arial"/>
              </a:rPr>
              <a:t>IMPACT Model + </a:t>
            </a:r>
            <a:r>
              <a:rPr lang="en-US" sz="2400" dirty="0">
                <a:solidFill>
                  <a:srgbClr val="FAD1A8"/>
                </a:solidFill>
                <a:effectLst>
                  <a:outerShdw blurRad="38100" dist="38100" dir="2700000" algn="tl">
                    <a:srgbClr val="000000">
                      <a:alpha val="43137"/>
                    </a:srgbClr>
                  </a:outerShdw>
                </a:effectLst>
                <a:latin typeface="Arial"/>
              </a:rPr>
              <a:t>Challenger Rep</a:t>
            </a:r>
            <a:endParaRPr lang="en-US" sz="2400" dirty="0">
              <a:solidFill>
                <a:srgbClr val="F36633"/>
              </a:solidFill>
              <a:latin typeface="Arial"/>
            </a:endParaRPr>
          </a:p>
        </p:txBody>
      </p:sp>
      <p:sp>
        <p:nvSpPr>
          <p:cNvPr id="3" name="Subtitle 2">
            <a:extLst>
              <a:ext uri="{FF2B5EF4-FFF2-40B4-BE49-F238E27FC236}">
                <a16:creationId xmlns:a16="http://schemas.microsoft.com/office/drawing/2014/main" id="{C3FE7F02-6F41-C4EB-80F6-C772BC0EAB85}"/>
              </a:ext>
            </a:extLst>
          </p:cNvPr>
          <p:cNvSpPr>
            <a:spLocks noGrp="1"/>
          </p:cNvSpPr>
          <p:nvPr>
            <p:ph type="subTitle" idx="1"/>
          </p:nvPr>
        </p:nvSpPr>
        <p:spPr>
          <a:xfrm>
            <a:off x="365125" y="598238"/>
            <a:ext cx="11460164" cy="352800"/>
          </a:xfrm>
        </p:spPr>
        <p:txBody>
          <a:bodyPr/>
          <a:lstStyle/>
          <a:p>
            <a:r>
              <a:rPr lang="en-US" sz="2000" b="1" dirty="0"/>
              <a:t>HCP Profile:</a:t>
            </a:r>
            <a:endParaRPr lang="en-US" sz="2000" dirty="0"/>
          </a:p>
        </p:txBody>
      </p:sp>
      <p:sp>
        <p:nvSpPr>
          <p:cNvPr id="25" name="Rectangle 24">
            <a:extLst>
              <a:ext uri="{FF2B5EF4-FFF2-40B4-BE49-F238E27FC236}">
                <a16:creationId xmlns:a16="http://schemas.microsoft.com/office/drawing/2014/main" id="{404A2893-EB17-5E75-6B5D-0B53A1A4293B}"/>
              </a:ext>
            </a:extLst>
          </p:cNvPr>
          <p:cNvSpPr/>
          <p:nvPr/>
        </p:nvSpPr>
        <p:spPr bwMode="auto">
          <a:xfrm>
            <a:off x="2185514" y="8878694"/>
            <a:ext cx="1549579" cy="4281473"/>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50" b="0" i="1" u="none" strike="noStrike" kern="0" cap="none" spc="0" normalizeH="0" baseline="0" noProof="0">
              <a:ln>
                <a:noFill/>
              </a:ln>
              <a:solidFill>
                <a:srgbClr val="000000"/>
              </a:solidFill>
              <a:effectLst/>
              <a:uLnTx/>
              <a:uFillTx/>
              <a:latin typeface="Arial"/>
              <a:ea typeface="+mn-ea"/>
              <a:cs typeface="Noto Sans"/>
            </a:endParaRPr>
          </a:p>
        </p:txBody>
      </p:sp>
      <p:pic>
        <p:nvPicPr>
          <p:cNvPr id="45" name="Picture 6" descr="Discounted Trelegy Online - Insulin Outlet">
            <a:extLst>
              <a:ext uri="{FF2B5EF4-FFF2-40B4-BE49-F238E27FC236}">
                <a16:creationId xmlns:a16="http://schemas.microsoft.com/office/drawing/2014/main" id="{FD17D20A-0B5B-CCE4-8F3C-72EFECEDF9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A7DDE370-1931-F0DC-02E9-592E505D2E54}"/>
              </a:ext>
            </a:extLst>
          </p:cNvPr>
          <p:cNvSpPr/>
          <p:nvPr/>
        </p:nvSpPr>
        <p:spPr bwMode="auto">
          <a:xfrm>
            <a:off x="9701560" y="2358276"/>
            <a:ext cx="2201513" cy="4377571"/>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33" name="Rectangle: Rounded Corners 32">
            <a:extLst>
              <a:ext uri="{FF2B5EF4-FFF2-40B4-BE49-F238E27FC236}">
                <a16:creationId xmlns:a16="http://schemas.microsoft.com/office/drawing/2014/main" id="{356D8D84-DF8A-B8E6-45C9-6D1F84C14F07}"/>
              </a:ext>
            </a:extLst>
          </p:cNvPr>
          <p:cNvSpPr/>
          <p:nvPr/>
        </p:nvSpPr>
        <p:spPr bwMode="auto">
          <a:xfrm>
            <a:off x="7213604" y="2379023"/>
            <a:ext cx="2309296" cy="4373904"/>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R="0" lvl="0" algn="l" defTabSz="1219170" rtl="0" eaLnBrk="0" fontAlgn="auto" latinLnBrk="0" hangingPunct="0">
              <a:lnSpc>
                <a:spcPct val="100000"/>
              </a:lnSpc>
              <a:spcBef>
                <a:spcPts val="300"/>
              </a:spcBef>
              <a:spcAft>
                <a:spcPts val="300"/>
              </a:spcAft>
              <a:buClr>
                <a:srgbClr val="494F53"/>
              </a:buClr>
              <a:buSzPct val="110000"/>
              <a:tabLst/>
              <a:defRPr/>
            </a:pPr>
            <a:endParaRPr kumimoji="0" lang="en-GB" sz="1600" b="0" i="0" u="none" strike="noStrike" kern="0" cap="none" spc="0" normalizeH="0" baseline="0" noProof="0" dirty="0">
              <a:ln>
                <a:noFill/>
              </a:ln>
              <a:solidFill>
                <a:srgbClr val="000000"/>
              </a:solidFill>
              <a:effectLst/>
              <a:uLnTx/>
              <a:uFillTx/>
              <a:latin typeface="Lato"/>
              <a:ea typeface="+mn-ea"/>
              <a:cs typeface="+mn-cs"/>
            </a:endParaRPr>
          </a:p>
        </p:txBody>
      </p:sp>
      <p:sp>
        <p:nvSpPr>
          <p:cNvPr id="34" name="Rectangle: Rounded Corners 33">
            <a:extLst>
              <a:ext uri="{FF2B5EF4-FFF2-40B4-BE49-F238E27FC236}">
                <a16:creationId xmlns:a16="http://schemas.microsoft.com/office/drawing/2014/main" id="{85A5ECF2-C832-D1E7-7A4D-37AD658789AD}"/>
              </a:ext>
            </a:extLst>
          </p:cNvPr>
          <p:cNvSpPr/>
          <p:nvPr/>
        </p:nvSpPr>
        <p:spPr bwMode="auto">
          <a:xfrm>
            <a:off x="4666919" y="2379022"/>
            <a:ext cx="2391445" cy="4383843"/>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R="0" lvl="0" algn="l" defTabSz="1219170" rtl="0" eaLnBrk="0" fontAlgn="auto" latinLnBrk="0" hangingPunct="0">
              <a:lnSpc>
                <a:spcPct val="100000"/>
              </a:lnSpc>
              <a:spcBef>
                <a:spcPts val="300"/>
              </a:spcBef>
              <a:spcAft>
                <a:spcPts val="300"/>
              </a:spcAft>
              <a:buClr>
                <a:srgbClr val="494F53"/>
              </a:buClr>
              <a:buSzPct val="110000"/>
              <a:tabLst/>
              <a:defRPr/>
            </a:pPr>
            <a:endParaRPr kumimoji="0" lang="en-GB" sz="1600" b="0" i="0" u="none" strike="noStrike" kern="0" cap="none" spc="0" normalizeH="0" baseline="0" noProof="0" dirty="0">
              <a:ln>
                <a:noFill/>
              </a:ln>
              <a:solidFill>
                <a:srgbClr val="000000"/>
              </a:solidFill>
              <a:effectLst/>
              <a:uLnTx/>
              <a:uFillTx/>
              <a:latin typeface="Lato"/>
              <a:ea typeface="+mn-ea"/>
              <a:cs typeface="+mn-cs"/>
            </a:endParaRPr>
          </a:p>
        </p:txBody>
      </p:sp>
      <p:sp>
        <p:nvSpPr>
          <p:cNvPr id="44" name="Rectangle: Rounded Corners 43">
            <a:extLst>
              <a:ext uri="{FF2B5EF4-FFF2-40B4-BE49-F238E27FC236}">
                <a16:creationId xmlns:a16="http://schemas.microsoft.com/office/drawing/2014/main" id="{E6F5208D-18F4-7A13-B62E-6BD73C0E6A75}"/>
              </a:ext>
            </a:extLst>
          </p:cNvPr>
          <p:cNvSpPr/>
          <p:nvPr/>
        </p:nvSpPr>
        <p:spPr bwMode="auto">
          <a:xfrm>
            <a:off x="2185514" y="2370793"/>
            <a:ext cx="2391445" cy="4417927"/>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46" name="Rectangle: Rounded Corners 45">
            <a:extLst>
              <a:ext uri="{FF2B5EF4-FFF2-40B4-BE49-F238E27FC236}">
                <a16:creationId xmlns:a16="http://schemas.microsoft.com/office/drawing/2014/main" id="{CBC4BEEE-94EA-E906-DADB-765306FEC206}"/>
              </a:ext>
            </a:extLst>
          </p:cNvPr>
          <p:cNvSpPr/>
          <p:nvPr/>
        </p:nvSpPr>
        <p:spPr bwMode="auto">
          <a:xfrm>
            <a:off x="333400" y="2358276"/>
            <a:ext cx="1734397" cy="4417927"/>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47" name="Rectangle: Rounded Corners 46">
            <a:extLst>
              <a:ext uri="{FF2B5EF4-FFF2-40B4-BE49-F238E27FC236}">
                <a16:creationId xmlns:a16="http://schemas.microsoft.com/office/drawing/2014/main" id="{650EE5BA-6596-2A24-3ECB-3A75D8BE53AE}"/>
              </a:ext>
            </a:extLst>
          </p:cNvPr>
          <p:cNvSpPr/>
          <p:nvPr/>
        </p:nvSpPr>
        <p:spPr bwMode="auto">
          <a:xfrm>
            <a:off x="358678" y="1050300"/>
            <a:ext cx="1654749" cy="1219049"/>
          </a:xfrm>
          <a:prstGeom prst="roundRect">
            <a:avLst/>
          </a:prstGeom>
          <a:gradFill flip="none" rotWithShape="1">
            <a:gsLst>
              <a:gs pos="0">
                <a:srgbClr val="419D7C">
                  <a:shade val="30000"/>
                  <a:satMod val="115000"/>
                </a:srgbClr>
              </a:gs>
              <a:gs pos="50000">
                <a:srgbClr val="419D7C">
                  <a:shade val="67500"/>
                  <a:satMod val="115000"/>
                </a:srgbClr>
              </a:gs>
              <a:gs pos="100000">
                <a:srgbClr val="419D7C">
                  <a:shade val="100000"/>
                  <a:satMod val="115000"/>
                </a:srgbClr>
              </a:gs>
            </a:gsLst>
            <a:lin ang="2700000" scaled="1"/>
            <a:tileRect/>
          </a:gradFill>
          <a:ln w="79375">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vert" wrap="square" lIns="36000" tIns="36000" rIns="36000" bIns="36000" numCol="1" spcCol="0" rtlCol="0" fromWordArt="0" anchor="ctr" anchorCtr="0" forceAA="0" compatLnSpc="1">
            <a:prstTxWarp prst="textNoShape">
              <a:avLst/>
            </a:prstTxWarp>
            <a:noAutofit/>
          </a:bodyPr>
          <a:lstStyle/>
          <a:p>
            <a:pPr algn="ctr" eaLnBrk="0" hangingPunct="0">
              <a:lnSpc>
                <a:spcPct val="90000"/>
              </a:lnSpc>
              <a:buClr>
                <a:srgbClr val="F36633"/>
              </a:buClr>
              <a:buSzPct val="110000"/>
            </a:pPr>
            <a:endParaRPr lang="en-US" sz="1400" kern="0" err="1">
              <a:solidFill>
                <a:prstClr val="white"/>
              </a:solidFill>
              <a:latin typeface="Arial"/>
            </a:endParaRPr>
          </a:p>
        </p:txBody>
      </p:sp>
      <p:sp>
        <p:nvSpPr>
          <p:cNvPr id="48" name="Rectangle: Rounded Corners 47">
            <a:extLst>
              <a:ext uri="{FF2B5EF4-FFF2-40B4-BE49-F238E27FC236}">
                <a16:creationId xmlns:a16="http://schemas.microsoft.com/office/drawing/2014/main" id="{06B30B7D-90A7-4655-18D1-34E418E437F4}"/>
              </a:ext>
            </a:extLst>
          </p:cNvPr>
          <p:cNvSpPr/>
          <p:nvPr/>
        </p:nvSpPr>
        <p:spPr bwMode="auto">
          <a:xfrm>
            <a:off x="2135736" y="1054982"/>
            <a:ext cx="2391446" cy="1201851"/>
          </a:xfrm>
          <a:prstGeom prst="round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49" name="Rectangle: Rounded Corners 48">
            <a:extLst>
              <a:ext uri="{FF2B5EF4-FFF2-40B4-BE49-F238E27FC236}">
                <a16:creationId xmlns:a16="http://schemas.microsoft.com/office/drawing/2014/main" id="{22A82915-FEB1-1A02-41F3-3A986873D6AC}"/>
              </a:ext>
            </a:extLst>
          </p:cNvPr>
          <p:cNvSpPr/>
          <p:nvPr/>
        </p:nvSpPr>
        <p:spPr bwMode="auto">
          <a:xfrm>
            <a:off x="4715406" y="1071432"/>
            <a:ext cx="2388771" cy="1197918"/>
          </a:xfrm>
          <a:prstGeom prst="roundRect">
            <a:avLst/>
          </a:prstGeom>
          <a:gradFill flip="none" rotWithShape="1">
            <a:gsLst>
              <a:gs pos="0">
                <a:srgbClr val="CC3399">
                  <a:shade val="30000"/>
                  <a:satMod val="115000"/>
                </a:srgbClr>
              </a:gs>
              <a:gs pos="50000">
                <a:srgbClr val="CC3399">
                  <a:shade val="67500"/>
                  <a:satMod val="115000"/>
                </a:srgbClr>
              </a:gs>
              <a:gs pos="100000">
                <a:srgbClr val="CC3399">
                  <a:shade val="100000"/>
                  <a:satMod val="115000"/>
                </a:srgbClr>
              </a:gs>
            </a:gsLst>
            <a:lin ang="2700000" scaled="1"/>
            <a:tileRect/>
          </a:gradFill>
          <a:ln>
            <a:noFill/>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50" name="Rectangle: Rounded Corners 49">
            <a:extLst>
              <a:ext uri="{FF2B5EF4-FFF2-40B4-BE49-F238E27FC236}">
                <a16:creationId xmlns:a16="http://schemas.microsoft.com/office/drawing/2014/main" id="{BCF416F0-6B9D-933C-4E9A-09CB31153893}"/>
              </a:ext>
            </a:extLst>
          </p:cNvPr>
          <p:cNvSpPr/>
          <p:nvPr/>
        </p:nvSpPr>
        <p:spPr bwMode="auto">
          <a:xfrm>
            <a:off x="7213605" y="1054982"/>
            <a:ext cx="2309296" cy="1205170"/>
          </a:xfrm>
          <a:prstGeom prst="roundRect">
            <a:avLst/>
          </a:prstGeom>
          <a:gradFill flip="none" rotWithShape="1">
            <a:gsLst>
              <a:gs pos="0">
                <a:srgbClr val="FF9900">
                  <a:shade val="30000"/>
                  <a:satMod val="115000"/>
                </a:srgbClr>
              </a:gs>
              <a:gs pos="50000">
                <a:srgbClr val="FF9900">
                  <a:shade val="67500"/>
                  <a:satMod val="115000"/>
                </a:srgbClr>
              </a:gs>
              <a:gs pos="100000">
                <a:srgbClr val="FF9900">
                  <a:shade val="100000"/>
                  <a:satMod val="115000"/>
                </a:srgb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2124" tIns="41061" rIns="82124" bIns="41061" anchor="ctr"/>
          <a:lstStyle/>
          <a:p>
            <a:pPr algn="ctr" defTabSz="814388">
              <a:lnSpc>
                <a:spcPct val="90000"/>
              </a:lnSpc>
            </a:pPr>
            <a:endParaRPr lang="en-US" sz="2400" dirty="0">
              <a:solidFill>
                <a:schemeClr val="tx1"/>
              </a:solidFill>
              <a:latin typeface="Arial" charset="0"/>
            </a:endParaRPr>
          </a:p>
        </p:txBody>
      </p:sp>
      <p:sp>
        <p:nvSpPr>
          <p:cNvPr id="53" name="Arrow: Left 52">
            <a:extLst>
              <a:ext uri="{FF2B5EF4-FFF2-40B4-BE49-F238E27FC236}">
                <a16:creationId xmlns:a16="http://schemas.microsoft.com/office/drawing/2014/main" id="{6CBC85DC-FDEB-53CE-EA3D-AEF93E26783A}"/>
              </a:ext>
            </a:extLst>
          </p:cNvPr>
          <p:cNvSpPr/>
          <p:nvPr/>
        </p:nvSpPr>
        <p:spPr bwMode="auto">
          <a:xfrm flipH="1">
            <a:off x="9741918" y="1080630"/>
            <a:ext cx="2201513" cy="1188720"/>
          </a:xfrm>
          <a:prstGeom prst="leftArrow">
            <a:avLst>
              <a:gd name="adj1" fmla="val 100000"/>
              <a:gd name="adj2" fmla="val 22500"/>
            </a:avLst>
          </a:prstGeom>
          <a:gradFill flip="none" rotWithShape="1">
            <a:gsLst>
              <a:gs pos="0">
                <a:srgbClr val="D34538">
                  <a:shade val="30000"/>
                  <a:satMod val="115000"/>
                </a:srgbClr>
              </a:gs>
              <a:gs pos="50000">
                <a:srgbClr val="D34538">
                  <a:shade val="67500"/>
                  <a:satMod val="115000"/>
                </a:srgbClr>
              </a:gs>
              <a:gs pos="100000">
                <a:srgbClr val="D34538">
                  <a:shade val="100000"/>
                  <a:satMod val="115000"/>
                </a:srgbClr>
              </a:gs>
            </a:gsLst>
            <a:lin ang="8100000" scaled="1"/>
            <a:tileRect/>
          </a:gradFill>
          <a:ln>
            <a:noFill/>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55" name="Rectangle 54">
            <a:extLst>
              <a:ext uri="{FF2B5EF4-FFF2-40B4-BE49-F238E27FC236}">
                <a16:creationId xmlns:a16="http://schemas.microsoft.com/office/drawing/2014/main" id="{5BB54B48-2B11-D490-2641-98016D48E5B5}"/>
              </a:ext>
            </a:extLst>
          </p:cNvPr>
          <p:cNvSpPr/>
          <p:nvPr/>
        </p:nvSpPr>
        <p:spPr bwMode="auto">
          <a:xfrm>
            <a:off x="2019260" y="2203169"/>
            <a:ext cx="1549579" cy="4532678"/>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50" b="0" i="1" u="none" strike="noStrike" kern="0" cap="none" spc="0" normalizeH="0" baseline="0" noProof="0">
              <a:ln>
                <a:noFill/>
              </a:ln>
              <a:solidFill>
                <a:srgbClr val="000000"/>
              </a:solidFill>
              <a:effectLst/>
              <a:uLnTx/>
              <a:uFillTx/>
              <a:latin typeface="Arial"/>
              <a:ea typeface="+mn-ea"/>
              <a:cs typeface="Noto Sans"/>
            </a:endParaRPr>
          </a:p>
        </p:txBody>
      </p:sp>
      <p:sp>
        <p:nvSpPr>
          <p:cNvPr id="56" name="Rectangle 55">
            <a:extLst>
              <a:ext uri="{FF2B5EF4-FFF2-40B4-BE49-F238E27FC236}">
                <a16:creationId xmlns:a16="http://schemas.microsoft.com/office/drawing/2014/main" id="{69C941EE-4D18-0632-F673-E46C05AD9834}"/>
              </a:ext>
            </a:extLst>
          </p:cNvPr>
          <p:cNvSpPr/>
          <p:nvPr/>
        </p:nvSpPr>
        <p:spPr bwMode="auto">
          <a:xfrm>
            <a:off x="3655839" y="2309706"/>
            <a:ext cx="1579465" cy="440111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100" b="0" i="1" u="none" strike="noStrike" kern="0" cap="none" spc="0" normalizeH="0" baseline="0" noProof="0">
              <a:ln>
                <a:noFill/>
              </a:ln>
              <a:solidFill>
                <a:srgbClr val="000000"/>
              </a:solidFill>
              <a:effectLst/>
              <a:uLnTx/>
              <a:uFillTx/>
              <a:latin typeface="Arial"/>
              <a:ea typeface="+mn-ea"/>
              <a:cs typeface="Noto Sans"/>
            </a:endParaRPr>
          </a:p>
        </p:txBody>
      </p:sp>
      <p:sp>
        <p:nvSpPr>
          <p:cNvPr id="57" name="TextBox 56">
            <a:extLst>
              <a:ext uri="{FF2B5EF4-FFF2-40B4-BE49-F238E27FC236}">
                <a16:creationId xmlns:a16="http://schemas.microsoft.com/office/drawing/2014/main" id="{FC13DAAC-46DF-F97D-152D-BDF8F82C920E}"/>
              </a:ext>
            </a:extLst>
          </p:cNvPr>
          <p:cNvSpPr txBox="1"/>
          <p:nvPr/>
        </p:nvSpPr>
        <p:spPr>
          <a:xfrm>
            <a:off x="333401" y="1774512"/>
            <a:ext cx="1644626"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PREPARE</a:t>
            </a:r>
          </a:p>
        </p:txBody>
      </p:sp>
      <p:sp>
        <p:nvSpPr>
          <p:cNvPr id="58" name="TextBox 57">
            <a:extLst>
              <a:ext uri="{FF2B5EF4-FFF2-40B4-BE49-F238E27FC236}">
                <a16:creationId xmlns:a16="http://schemas.microsoft.com/office/drawing/2014/main" id="{BC772B23-9BFE-657E-5FF4-7BB63DF04034}"/>
              </a:ext>
            </a:extLst>
          </p:cNvPr>
          <p:cNvSpPr txBox="1"/>
          <p:nvPr/>
        </p:nvSpPr>
        <p:spPr>
          <a:xfrm>
            <a:off x="2545045" y="1806411"/>
            <a:ext cx="1644626"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ENGAGE</a:t>
            </a:r>
          </a:p>
        </p:txBody>
      </p:sp>
      <p:sp>
        <p:nvSpPr>
          <p:cNvPr id="59" name="TextBox 58">
            <a:extLst>
              <a:ext uri="{FF2B5EF4-FFF2-40B4-BE49-F238E27FC236}">
                <a16:creationId xmlns:a16="http://schemas.microsoft.com/office/drawing/2014/main" id="{8A4FC53E-C47D-27FD-7205-7A9241FD62D2}"/>
              </a:ext>
            </a:extLst>
          </p:cNvPr>
          <p:cNvSpPr txBox="1"/>
          <p:nvPr/>
        </p:nvSpPr>
        <p:spPr>
          <a:xfrm>
            <a:off x="4923244" y="1688901"/>
            <a:ext cx="1878793"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CREATE OPPORTUNITY</a:t>
            </a:r>
          </a:p>
        </p:txBody>
      </p:sp>
      <p:sp>
        <p:nvSpPr>
          <p:cNvPr id="60" name="TextBox 59">
            <a:extLst>
              <a:ext uri="{FF2B5EF4-FFF2-40B4-BE49-F238E27FC236}">
                <a16:creationId xmlns:a16="http://schemas.microsoft.com/office/drawing/2014/main" id="{D67CAC8F-7106-2D4E-9353-D3BA7CF095EF}"/>
              </a:ext>
            </a:extLst>
          </p:cNvPr>
          <p:cNvSpPr txBox="1"/>
          <p:nvPr/>
        </p:nvSpPr>
        <p:spPr>
          <a:xfrm>
            <a:off x="10081385" y="1655497"/>
            <a:ext cx="1394550" cy="546287"/>
          </a:xfrm>
          <a:prstGeom prst="rect">
            <a:avLst/>
          </a:prstGeom>
          <a:noFill/>
        </p:spPr>
        <p:txBody>
          <a:bodyPr wrap="square" lIns="180000" tIns="180000" rIns="180000" bIns="180000" rtlCol="0" anchor="ctr">
            <a:noAutofit/>
          </a:bodyPr>
          <a:lstStyle/>
          <a:p>
            <a:pPr marL="0" marR="0" lvl="0" indent="0" algn="ctr" defTabSz="914400">
              <a:lnSpc>
                <a:spcPct val="100000"/>
              </a:lnSpc>
              <a:spcBef>
                <a:spcPts val="0"/>
              </a:spcBef>
              <a:spcAft>
                <a:spcPts val="0"/>
              </a:spcAft>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a:rPr>
              <a:t>CLOSE</a:t>
            </a:r>
            <a:r>
              <a:rPr lang="en-US" sz="1200" b="1" dirty="0">
                <a:solidFill>
                  <a:schemeClr val="bg1"/>
                </a:solidFill>
                <a:latin typeface="Arial"/>
                <a:cs typeface="Arial"/>
              </a:rPr>
              <a:t> WITH IMPACT GSO</a:t>
            </a:r>
            <a:endParaRPr lang="en-US" sz="1200" dirty="0">
              <a:solidFill>
                <a:schemeClr val="bg1"/>
              </a:solidFill>
              <a:latin typeface="Arial"/>
              <a:cs typeface="Arial"/>
            </a:endParaRPr>
          </a:p>
        </p:txBody>
      </p:sp>
      <p:sp>
        <p:nvSpPr>
          <p:cNvPr id="63" name="TextBox 62">
            <a:extLst>
              <a:ext uri="{FF2B5EF4-FFF2-40B4-BE49-F238E27FC236}">
                <a16:creationId xmlns:a16="http://schemas.microsoft.com/office/drawing/2014/main" id="{1D8470FA-E156-7E10-228C-F69C5AB4FEC1}"/>
              </a:ext>
            </a:extLst>
          </p:cNvPr>
          <p:cNvSpPr txBox="1"/>
          <p:nvPr/>
        </p:nvSpPr>
        <p:spPr>
          <a:xfrm>
            <a:off x="7402333" y="1742308"/>
            <a:ext cx="1878793" cy="382370"/>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INFLUENCE</a:t>
            </a:r>
          </a:p>
        </p:txBody>
      </p:sp>
      <p:sp>
        <p:nvSpPr>
          <p:cNvPr id="64" name="Rectangle 63">
            <a:extLst>
              <a:ext uri="{FF2B5EF4-FFF2-40B4-BE49-F238E27FC236}">
                <a16:creationId xmlns:a16="http://schemas.microsoft.com/office/drawing/2014/main" id="{69DA9B43-FEE8-74D4-3A24-87FED05BCDEE}"/>
              </a:ext>
            </a:extLst>
          </p:cNvPr>
          <p:cNvSpPr/>
          <p:nvPr/>
        </p:nvSpPr>
        <p:spPr bwMode="auto">
          <a:xfrm>
            <a:off x="380762" y="2296770"/>
            <a:ext cx="1560605" cy="44140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100" b="0" i="1" u="none" strike="noStrike" kern="0" cap="none" spc="0" normalizeH="0" baseline="0" noProof="0">
              <a:ln>
                <a:noFill/>
              </a:ln>
              <a:solidFill>
                <a:srgbClr val="000000"/>
              </a:solidFill>
              <a:effectLst/>
              <a:uLnTx/>
              <a:uFillTx/>
              <a:latin typeface="Arial"/>
              <a:ea typeface="+mn-ea"/>
              <a:cs typeface="Noto Sans"/>
            </a:endParaRPr>
          </a:p>
        </p:txBody>
      </p:sp>
      <p:sp>
        <p:nvSpPr>
          <p:cNvPr id="65" name="Rectangle 64">
            <a:extLst>
              <a:ext uri="{FF2B5EF4-FFF2-40B4-BE49-F238E27FC236}">
                <a16:creationId xmlns:a16="http://schemas.microsoft.com/office/drawing/2014/main" id="{F46D715A-AC07-F518-C7BB-14D168114686}"/>
              </a:ext>
            </a:extLst>
          </p:cNvPr>
          <p:cNvSpPr/>
          <p:nvPr/>
        </p:nvSpPr>
        <p:spPr bwMode="auto">
          <a:xfrm>
            <a:off x="7070133" y="2307682"/>
            <a:ext cx="1405769" cy="4483412"/>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00" b="0" i="1" u="none" strike="noStrike" kern="0" cap="none" spc="0" normalizeH="0" baseline="0" noProof="0">
              <a:ln>
                <a:noFill/>
              </a:ln>
              <a:solidFill>
                <a:srgbClr val="000000"/>
              </a:solidFill>
              <a:effectLst/>
              <a:uLnTx/>
              <a:uFillTx/>
              <a:latin typeface="Arial"/>
              <a:ea typeface="+mn-ea"/>
              <a:cs typeface="Noto Sans"/>
            </a:endParaRPr>
          </a:p>
        </p:txBody>
      </p:sp>
      <p:pic>
        <p:nvPicPr>
          <p:cNvPr id="68" name="Graphic 67" descr="Sling outline">
            <a:extLst>
              <a:ext uri="{FF2B5EF4-FFF2-40B4-BE49-F238E27FC236}">
                <a16:creationId xmlns:a16="http://schemas.microsoft.com/office/drawing/2014/main" id="{D4BCE23D-1385-34BF-9ECE-BDFC8E83F141}"/>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3102467" y="1076383"/>
            <a:ext cx="632626" cy="632624"/>
          </a:xfrm>
          <a:prstGeom prst="rect">
            <a:avLst/>
          </a:prstGeom>
        </p:spPr>
      </p:pic>
      <p:pic>
        <p:nvPicPr>
          <p:cNvPr id="69" name="Graphic 68" descr="Care outline">
            <a:extLst>
              <a:ext uri="{FF2B5EF4-FFF2-40B4-BE49-F238E27FC236}">
                <a16:creationId xmlns:a16="http://schemas.microsoft.com/office/drawing/2014/main" id="{CD469069-52AA-562D-4DBC-0A6C4FB90970}"/>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5588320" y="1054982"/>
            <a:ext cx="548640" cy="548640"/>
          </a:xfrm>
          <a:prstGeom prst="rect">
            <a:avLst/>
          </a:prstGeom>
        </p:spPr>
      </p:pic>
      <p:pic>
        <p:nvPicPr>
          <p:cNvPr id="72" name="Graphic 71" descr="Handshake outline">
            <a:extLst>
              <a:ext uri="{FF2B5EF4-FFF2-40B4-BE49-F238E27FC236}">
                <a16:creationId xmlns:a16="http://schemas.microsoft.com/office/drawing/2014/main" id="{5E4844AE-8D45-A8BA-8C81-9CC887E609A5}"/>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10371281" y="1092361"/>
            <a:ext cx="548640" cy="548640"/>
          </a:xfrm>
          <a:prstGeom prst="rect">
            <a:avLst/>
          </a:prstGeom>
        </p:spPr>
      </p:pic>
      <p:pic>
        <p:nvPicPr>
          <p:cNvPr id="79" name="Graphic 78" descr="Head with gears outline">
            <a:extLst>
              <a:ext uri="{FF2B5EF4-FFF2-40B4-BE49-F238E27FC236}">
                <a16:creationId xmlns:a16="http://schemas.microsoft.com/office/drawing/2014/main" id="{B0FC5FF1-00A2-E9A4-847C-6E327B72449D}"/>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07706" y="1054982"/>
            <a:ext cx="724564" cy="724564"/>
          </a:xfrm>
          <a:prstGeom prst="rect">
            <a:avLst/>
          </a:prstGeom>
        </p:spPr>
      </p:pic>
      <p:sp>
        <p:nvSpPr>
          <p:cNvPr id="80" name="Rectangle 79">
            <a:extLst>
              <a:ext uri="{FF2B5EF4-FFF2-40B4-BE49-F238E27FC236}">
                <a16:creationId xmlns:a16="http://schemas.microsoft.com/office/drawing/2014/main" id="{A3B037C8-9EF7-1937-E2C2-CD4850C4C513}"/>
              </a:ext>
            </a:extLst>
          </p:cNvPr>
          <p:cNvSpPr/>
          <p:nvPr/>
        </p:nvSpPr>
        <p:spPr bwMode="auto">
          <a:xfrm>
            <a:off x="8751167" y="2336916"/>
            <a:ext cx="1459104" cy="437390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950" b="0" i="1" u="none" strike="noStrike" kern="0" cap="none" spc="0" normalizeH="0" baseline="0" noProof="0">
              <a:ln>
                <a:noFill/>
              </a:ln>
              <a:solidFill>
                <a:srgbClr val="000000"/>
              </a:solidFill>
              <a:effectLst/>
              <a:uLnTx/>
              <a:uFillTx/>
              <a:latin typeface="Arial"/>
              <a:ea typeface="+mn-ea"/>
              <a:cs typeface="+mn-cs"/>
            </a:endParaRPr>
          </a:p>
        </p:txBody>
      </p:sp>
      <p:sp>
        <p:nvSpPr>
          <p:cNvPr id="81" name="Rectangle 80">
            <a:extLst>
              <a:ext uri="{FF2B5EF4-FFF2-40B4-BE49-F238E27FC236}">
                <a16:creationId xmlns:a16="http://schemas.microsoft.com/office/drawing/2014/main" id="{C1C84D69-24A4-74B4-A4EE-5BD0777CCC90}"/>
              </a:ext>
            </a:extLst>
          </p:cNvPr>
          <p:cNvSpPr/>
          <p:nvPr/>
        </p:nvSpPr>
        <p:spPr bwMode="auto">
          <a:xfrm>
            <a:off x="5398330" y="2336916"/>
            <a:ext cx="1459104" cy="437390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950" b="0" i="1" u="none" strike="noStrike" kern="0" cap="none" spc="0" normalizeH="0" baseline="0" noProof="0">
              <a:ln>
                <a:noFill/>
              </a:ln>
              <a:solidFill>
                <a:srgbClr val="000000"/>
              </a:solidFill>
              <a:effectLst/>
              <a:uLnTx/>
              <a:uFillTx/>
              <a:latin typeface="Arial"/>
              <a:ea typeface="+mn-ea"/>
              <a:cs typeface="+mn-cs"/>
            </a:endParaRPr>
          </a:p>
        </p:txBody>
      </p:sp>
      <p:sp>
        <p:nvSpPr>
          <p:cNvPr id="4" name="Lampada">
            <a:extLst>
              <a:ext uri="{FF2B5EF4-FFF2-40B4-BE49-F238E27FC236}">
                <a16:creationId xmlns:a16="http://schemas.microsoft.com/office/drawing/2014/main" id="{A5D50993-E18D-B4B0-EBEB-418359A3FE18}"/>
              </a:ext>
            </a:extLst>
          </p:cNvPr>
          <p:cNvSpPr/>
          <p:nvPr/>
        </p:nvSpPr>
        <p:spPr>
          <a:xfrm>
            <a:off x="8099459" y="1150840"/>
            <a:ext cx="537586" cy="567703"/>
          </a:xfrm>
          <a:custGeom>
            <a:avLst/>
            <a:gdLst/>
            <a:ahLst/>
            <a:cxnLst/>
            <a:rect l="l" t="t" r="r" b="b"/>
            <a:pathLst>
              <a:path w="1705013" h="1794750">
                <a:moveTo>
                  <a:pt x="0" y="0"/>
                </a:moveTo>
                <a:lnTo>
                  <a:pt x="1705013" y="0"/>
                </a:lnTo>
                <a:lnTo>
                  <a:pt x="1705013" y="1794750"/>
                </a:lnTo>
                <a:lnTo>
                  <a:pt x="0" y="1794750"/>
                </a:lnTo>
                <a:lnTo>
                  <a:pt x="0" y="0"/>
                </a:lnTo>
                <a:close/>
              </a:path>
            </a:pathLst>
          </a:custGeom>
          <a: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a:blipFill>
          <a:effectLst>
            <a:outerShdw blurRad="63500" sx="102000" sy="102000" algn="ctr" rotWithShape="0">
              <a:prstClr val="black">
                <a:alpha val="40000"/>
              </a:prstClr>
            </a:outerShdw>
          </a:effectLst>
        </p:spPr>
        <p:txBody>
          <a:bodyPr/>
          <a:lstStyle/>
          <a:p>
            <a:endParaRPr lang="en-GB"/>
          </a:p>
        </p:txBody>
      </p:sp>
    </p:spTree>
    <p:extLst>
      <p:ext uri="{BB962C8B-B14F-4D97-AF65-F5344CB8AC3E}">
        <p14:creationId xmlns:p14="http://schemas.microsoft.com/office/powerpoint/2010/main" val="230256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9DBA00-0657-E736-41EF-3F52B7070427}"/>
              </a:ext>
            </a:extLst>
          </p:cNvPr>
          <p:cNvSpPr>
            <a:spLocks noGrp="1"/>
          </p:cNvSpPr>
          <p:nvPr>
            <p:ph type="sldNum" sz="quarter" idx="11"/>
          </p:nvPr>
        </p:nvSpPr>
        <p:spPr/>
        <p:txBody>
          <a:bodyPr/>
          <a:lstStyle/>
          <a:p>
            <a:fld id="{9F9F533D-B52E-4A2F-BF72-0ADD2D94BD75}" type="slidenum">
              <a:rPr lang="en-GB" smtClean="0"/>
              <a:pPr/>
              <a:t>9</a:t>
            </a:fld>
            <a:endParaRPr lang="en-GB"/>
          </a:p>
        </p:txBody>
      </p:sp>
      <p:sp>
        <p:nvSpPr>
          <p:cNvPr id="65" name="Title 30">
            <a:extLst>
              <a:ext uri="{FF2B5EF4-FFF2-40B4-BE49-F238E27FC236}">
                <a16:creationId xmlns:a16="http://schemas.microsoft.com/office/drawing/2014/main" id="{EA7A79DF-3C9E-8100-0BB9-2E007188A9FA}"/>
              </a:ext>
            </a:extLst>
          </p:cNvPr>
          <p:cNvSpPr>
            <a:spLocks noGrp="1"/>
          </p:cNvSpPr>
          <p:nvPr>
            <p:ph type="title"/>
          </p:nvPr>
        </p:nvSpPr>
        <p:spPr>
          <a:xfrm>
            <a:off x="365126" y="242888"/>
            <a:ext cx="11460163" cy="430887"/>
          </a:xfrm>
        </p:spPr>
        <p:txBody>
          <a:bodyPr/>
          <a:lstStyle/>
          <a:p>
            <a:r>
              <a:rPr lang="en-US" sz="3200" dirty="0">
                <a:solidFill>
                  <a:srgbClr val="0070C0"/>
                </a:solidFill>
                <a:effectLst>
                  <a:outerShdw blurRad="38100" dist="38100" dir="2700000" algn="tl">
                    <a:srgbClr val="000000">
                      <a:alpha val="43137"/>
                    </a:srgbClr>
                  </a:outerShdw>
                </a:effectLst>
                <a:latin typeface="Barlow Black" panose="00000A00000000000000" pitchFamily="2" charset="0"/>
              </a:rPr>
              <a:t>Engage</a:t>
            </a:r>
            <a:endParaRPr lang="en-GB" sz="3200" dirty="0">
              <a:solidFill>
                <a:schemeClr val="tx1"/>
              </a:solidFill>
              <a:latin typeface="Barlow Bold"/>
              <a:ea typeface="+mn-ea"/>
              <a:cs typeface="+mn-cs"/>
            </a:endParaRPr>
          </a:p>
        </p:txBody>
      </p:sp>
      <p:sp>
        <p:nvSpPr>
          <p:cNvPr id="66" name="Block Arc 65">
            <a:extLst>
              <a:ext uri="{FF2B5EF4-FFF2-40B4-BE49-F238E27FC236}">
                <a16:creationId xmlns:a16="http://schemas.microsoft.com/office/drawing/2014/main" id="{27DCF576-7ECF-84DD-038C-E7AE5E2C844A}"/>
              </a:ext>
            </a:extLst>
          </p:cNvPr>
          <p:cNvSpPr/>
          <p:nvPr/>
        </p:nvSpPr>
        <p:spPr bwMode="auto">
          <a:xfrm rot="19417814">
            <a:off x="366321" y="1639930"/>
            <a:ext cx="3568804" cy="3508305"/>
          </a:xfrm>
          <a:prstGeom prst="blockArc">
            <a:avLst>
              <a:gd name="adj1" fmla="val 10063642"/>
              <a:gd name="adj2" fmla="val 15344001"/>
              <a:gd name="adj3" fmla="val 31295"/>
            </a:avLst>
          </a:prstGeom>
          <a:solidFill>
            <a:srgbClr val="C00000"/>
          </a:soli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dirty="0">
              <a:solidFill>
                <a:schemeClr val="tx1"/>
              </a:solidFill>
            </a:endParaRPr>
          </a:p>
        </p:txBody>
      </p:sp>
      <p:sp>
        <p:nvSpPr>
          <p:cNvPr id="67" name="Block Arc 66">
            <a:extLst>
              <a:ext uri="{FF2B5EF4-FFF2-40B4-BE49-F238E27FC236}">
                <a16:creationId xmlns:a16="http://schemas.microsoft.com/office/drawing/2014/main" id="{003A4504-4FDF-38F7-43A4-BE175B0040B2}"/>
              </a:ext>
            </a:extLst>
          </p:cNvPr>
          <p:cNvSpPr/>
          <p:nvPr/>
        </p:nvSpPr>
        <p:spPr bwMode="auto">
          <a:xfrm rot="13988599">
            <a:off x="343802" y="1663228"/>
            <a:ext cx="3568804" cy="3508305"/>
          </a:xfrm>
          <a:prstGeom prst="blockArc">
            <a:avLst>
              <a:gd name="adj1" fmla="val 10063642"/>
              <a:gd name="adj2" fmla="val 15489323"/>
              <a:gd name="adj3" fmla="val 31297"/>
            </a:avLst>
          </a:prstGeom>
          <a:gradFill>
            <a:gsLst>
              <a:gs pos="0">
                <a:srgbClr val="F57230"/>
              </a:gs>
              <a:gs pos="82000">
                <a:srgbClr val="F9A23F"/>
              </a:gs>
            </a:gsLst>
            <a:lin ang="5400000" scaled="1"/>
          </a:gra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a:solidFill>
                <a:schemeClr val="tx1"/>
              </a:solidFill>
            </a:endParaRPr>
          </a:p>
        </p:txBody>
      </p:sp>
      <p:sp>
        <p:nvSpPr>
          <p:cNvPr id="68" name="Block Arc 67">
            <a:extLst>
              <a:ext uri="{FF2B5EF4-FFF2-40B4-BE49-F238E27FC236}">
                <a16:creationId xmlns:a16="http://schemas.microsoft.com/office/drawing/2014/main" id="{8631D7B4-2AE2-505A-6246-9726DDE6E308}"/>
              </a:ext>
            </a:extLst>
          </p:cNvPr>
          <p:cNvSpPr/>
          <p:nvPr/>
        </p:nvSpPr>
        <p:spPr bwMode="auto">
          <a:xfrm rot="8628233">
            <a:off x="352787" y="1689612"/>
            <a:ext cx="3568804" cy="3508305"/>
          </a:xfrm>
          <a:prstGeom prst="blockArc">
            <a:avLst>
              <a:gd name="adj1" fmla="val 10063642"/>
              <a:gd name="adj2" fmla="val 15386513"/>
              <a:gd name="adj3" fmla="val 31228"/>
            </a:avLst>
          </a:prstGeom>
          <a:gradFill flip="none" rotWithShape="1">
            <a:gsLst>
              <a:gs pos="0">
                <a:srgbClr val="CA2181"/>
              </a:gs>
              <a:gs pos="82000">
                <a:srgbClr val="8B0D96"/>
              </a:gs>
            </a:gsLst>
            <a:lin ang="13500000" scaled="1"/>
            <a:tileRect/>
          </a:gra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a:solidFill>
                <a:schemeClr val="tx1"/>
              </a:solidFill>
            </a:endParaRPr>
          </a:p>
        </p:txBody>
      </p:sp>
      <p:sp>
        <p:nvSpPr>
          <p:cNvPr id="69" name="TextBox 68">
            <a:extLst>
              <a:ext uri="{FF2B5EF4-FFF2-40B4-BE49-F238E27FC236}">
                <a16:creationId xmlns:a16="http://schemas.microsoft.com/office/drawing/2014/main" id="{7438237C-AD90-1CC6-256E-E506BB605126}"/>
              </a:ext>
            </a:extLst>
          </p:cNvPr>
          <p:cNvSpPr txBox="1"/>
          <p:nvPr/>
        </p:nvSpPr>
        <p:spPr>
          <a:xfrm rot="5400000">
            <a:off x="2886812" y="3221592"/>
            <a:ext cx="1169533" cy="310497"/>
          </a:xfrm>
          <a:prstGeom prst="rect">
            <a:avLst/>
          </a:prstGeom>
          <a:noFill/>
        </p:spPr>
        <p:txBody>
          <a:bodyPr wrap="square">
            <a:prstTxWarp prst="textArchUp">
              <a:avLst/>
            </a:prstTxWarp>
            <a:spAutoFit/>
          </a:bodyPr>
          <a:lstStyle/>
          <a:p>
            <a:pPr algn="ctr">
              <a:lnSpc>
                <a:spcPts val="3472"/>
              </a:lnSpc>
              <a:spcBef>
                <a:spcPct val="0"/>
              </a:spcBef>
            </a:pPr>
            <a:r>
              <a:rPr lang="en-US" sz="1867">
                <a:solidFill>
                  <a:schemeClr val="bg1"/>
                </a:solidFill>
                <a:effectLst>
                  <a:outerShdw blurRad="38100" dist="38100" dir="2700000" algn="tl">
                    <a:srgbClr val="000000">
                      <a:alpha val="43137"/>
                    </a:srgbClr>
                  </a:outerShdw>
                </a:effectLst>
                <a:latin typeface="Barlow Black" panose="00000A00000000000000" pitchFamily="2" charset="0"/>
              </a:rPr>
              <a:t>CREATE OPPORTUNITY</a:t>
            </a:r>
          </a:p>
        </p:txBody>
      </p:sp>
      <p:sp>
        <p:nvSpPr>
          <p:cNvPr id="70" name="TextBox 69">
            <a:extLst>
              <a:ext uri="{FF2B5EF4-FFF2-40B4-BE49-F238E27FC236}">
                <a16:creationId xmlns:a16="http://schemas.microsoft.com/office/drawing/2014/main" id="{89EA07B6-1214-5AA6-A435-C3315B98653F}"/>
              </a:ext>
            </a:extLst>
          </p:cNvPr>
          <p:cNvSpPr txBox="1"/>
          <p:nvPr/>
        </p:nvSpPr>
        <p:spPr>
          <a:xfrm>
            <a:off x="1621137" y="4656406"/>
            <a:ext cx="1082706" cy="310497"/>
          </a:xfrm>
          <a:prstGeom prst="rect">
            <a:avLst/>
          </a:prstGeom>
          <a:noFill/>
        </p:spPr>
        <p:txBody>
          <a:bodyPr spcFirstLastPara="1" wrap="square" numCol="1">
            <a:prstTxWarp prst="textArchDown">
              <a:avLst/>
            </a:prstTxWarp>
            <a:spAutoFit/>
          </a:bodyPr>
          <a:lstStyle>
            <a:defPPr>
              <a:defRPr lang="en-US"/>
            </a:defPPr>
            <a:lvl1pPr algn="ctr">
              <a:lnSpc>
                <a:spcPts val="5207"/>
              </a:lnSpc>
              <a:spcBef>
                <a:spcPct val="0"/>
              </a:spcBef>
              <a:defRPr sz="2800">
                <a:solidFill>
                  <a:schemeClr val="bg1"/>
                </a:solidFill>
                <a:effectLst>
                  <a:outerShdw blurRad="38100" dist="38100" dir="2700000" algn="tl">
                    <a:srgbClr val="000000">
                      <a:alpha val="43137"/>
                    </a:srgbClr>
                  </a:outerShdw>
                </a:effectLst>
                <a:latin typeface="Barlow Black" panose="00000A00000000000000" pitchFamily="2" charset="0"/>
              </a:defRPr>
            </a:lvl1pPr>
          </a:lstStyle>
          <a:p>
            <a:r>
              <a:rPr lang="en-US" sz="1867"/>
              <a:t>INFLUENCE</a:t>
            </a:r>
          </a:p>
        </p:txBody>
      </p:sp>
      <p:sp>
        <p:nvSpPr>
          <p:cNvPr id="71" name="TextBox 70">
            <a:extLst>
              <a:ext uri="{FF2B5EF4-FFF2-40B4-BE49-F238E27FC236}">
                <a16:creationId xmlns:a16="http://schemas.microsoft.com/office/drawing/2014/main" id="{02C0E1DC-570E-D55B-35B4-7E667A63877A}"/>
              </a:ext>
            </a:extLst>
          </p:cNvPr>
          <p:cNvSpPr txBox="1"/>
          <p:nvPr/>
        </p:nvSpPr>
        <p:spPr>
          <a:xfrm rot="16200000">
            <a:off x="366522" y="3238834"/>
            <a:ext cx="887473" cy="310497"/>
          </a:xfrm>
          <a:prstGeom prst="rect">
            <a:avLst/>
          </a:prstGeom>
          <a:noFill/>
        </p:spPr>
        <p:txBody>
          <a:bodyPr spcFirstLastPara="1" wrap="square" numCol="1">
            <a:prstTxWarp prst="textArchUp">
              <a:avLst/>
            </a:prstTxWarp>
            <a:spAutoFit/>
          </a:bodyPr>
          <a:lstStyle>
            <a:defPPr>
              <a:defRPr lang="en-US"/>
            </a:defPPr>
            <a:lvl1pPr algn="ctr">
              <a:lnSpc>
                <a:spcPts val="5207"/>
              </a:lnSpc>
              <a:spcBef>
                <a:spcPct val="0"/>
              </a:spcBef>
              <a:defRPr sz="2800">
                <a:solidFill>
                  <a:schemeClr val="bg1"/>
                </a:solidFill>
                <a:effectLst>
                  <a:outerShdw blurRad="38100" dist="38100" dir="2700000" algn="tl">
                    <a:srgbClr val="000000">
                      <a:alpha val="43137"/>
                    </a:srgbClr>
                  </a:outerShdw>
                </a:effectLst>
                <a:latin typeface="Barlow Black" panose="00000A00000000000000" pitchFamily="2" charset="0"/>
              </a:defRPr>
            </a:lvl1pPr>
          </a:lstStyle>
          <a:p>
            <a:r>
              <a:rPr lang="en-US" sz="1867"/>
              <a:t>IMPACT GSO</a:t>
            </a:r>
          </a:p>
        </p:txBody>
      </p:sp>
      <p:sp>
        <p:nvSpPr>
          <p:cNvPr id="72" name="Freeform 28">
            <a:extLst>
              <a:ext uri="{FF2B5EF4-FFF2-40B4-BE49-F238E27FC236}">
                <a16:creationId xmlns:a16="http://schemas.microsoft.com/office/drawing/2014/main" id="{1DD899AA-2542-C063-6ABD-17827EA5BDC6}"/>
              </a:ext>
            </a:extLst>
          </p:cNvPr>
          <p:cNvSpPr/>
          <p:nvPr/>
        </p:nvSpPr>
        <p:spPr>
          <a:xfrm rot="5400000">
            <a:off x="3045698" y="3121457"/>
            <a:ext cx="494268" cy="602211"/>
          </a:xfrm>
          <a:custGeom>
            <a:avLst/>
            <a:gdLst/>
            <a:ahLst/>
            <a:cxnLst/>
            <a:rect l="l" t="t" r="r" b="b"/>
            <a:pathLst>
              <a:path w="1628900" h="1998651">
                <a:moveTo>
                  <a:pt x="0" y="0"/>
                </a:moveTo>
                <a:lnTo>
                  <a:pt x="1628900" y="0"/>
                </a:lnTo>
                <a:lnTo>
                  <a:pt x="1628900" y="1998651"/>
                </a:lnTo>
                <a:lnTo>
                  <a:pt x="0" y="1998651"/>
                </a:lnTo>
                <a:lnTo>
                  <a:pt x="0" y="0"/>
                </a:lnTo>
                <a:close/>
              </a:path>
            </a:pathLst>
          </a:custGeom>
          <a:blipFill>
            <a:blip r:embed="rId2">
              <a:extLst>
                <a:ext uri="{96DAC541-7B7A-43D3-8B79-37D633B846F1}">
                  <asvg:svgBlip xmlns:asvg="http://schemas.microsoft.com/office/drawing/2016/SVG/main" r:embed="rId3"/>
                </a:ext>
              </a:extLst>
            </a:blip>
            <a:stretch>
              <a:fillRect/>
            </a:stretch>
          </a:blipFill>
          <a:effectLst>
            <a:outerShdw blurRad="50800" dist="38100" dir="5400000" algn="t" rotWithShape="0">
              <a:prstClr val="black">
                <a:alpha val="40000"/>
              </a:prstClr>
            </a:outerShdw>
          </a:effectLst>
        </p:spPr>
        <p:txBody>
          <a:bodyPr/>
          <a:lstStyle/>
          <a:p>
            <a:endParaRPr lang="en-GB" sz="1200"/>
          </a:p>
        </p:txBody>
      </p:sp>
      <p:sp>
        <p:nvSpPr>
          <p:cNvPr id="73" name="Freeform 30">
            <a:extLst>
              <a:ext uri="{FF2B5EF4-FFF2-40B4-BE49-F238E27FC236}">
                <a16:creationId xmlns:a16="http://schemas.microsoft.com/office/drawing/2014/main" id="{3F4F19CA-4278-594B-8CA0-78F152B0144F}"/>
              </a:ext>
            </a:extLst>
          </p:cNvPr>
          <p:cNvSpPr/>
          <p:nvPr/>
        </p:nvSpPr>
        <p:spPr>
          <a:xfrm rot="15937599">
            <a:off x="760504" y="3202568"/>
            <a:ext cx="527238" cy="490691"/>
          </a:xfrm>
          <a:custGeom>
            <a:avLst/>
            <a:gdLst/>
            <a:ahLst/>
            <a:cxnLst/>
            <a:rect l="l" t="t" r="r" b="b"/>
            <a:pathLst>
              <a:path w="1989592" h="1851679">
                <a:moveTo>
                  <a:pt x="0" y="0"/>
                </a:moveTo>
                <a:lnTo>
                  <a:pt x="1989592" y="0"/>
                </a:lnTo>
                <a:lnTo>
                  <a:pt x="1989592" y="1851680"/>
                </a:lnTo>
                <a:lnTo>
                  <a:pt x="0" y="1851680"/>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5400000" algn="t" rotWithShape="0">
              <a:prstClr val="black">
                <a:alpha val="40000"/>
              </a:prstClr>
            </a:outerShdw>
          </a:effectLst>
        </p:spPr>
        <p:txBody>
          <a:bodyPr/>
          <a:lstStyle/>
          <a:p>
            <a:endParaRPr lang="en-GB" sz="1200"/>
          </a:p>
        </p:txBody>
      </p:sp>
      <p:sp>
        <p:nvSpPr>
          <p:cNvPr id="74" name="Freeform 7">
            <a:extLst>
              <a:ext uri="{FF2B5EF4-FFF2-40B4-BE49-F238E27FC236}">
                <a16:creationId xmlns:a16="http://schemas.microsoft.com/office/drawing/2014/main" id="{E6125C90-17B8-4DFC-5474-B1FF32B48614}"/>
              </a:ext>
            </a:extLst>
          </p:cNvPr>
          <p:cNvSpPr/>
          <p:nvPr/>
        </p:nvSpPr>
        <p:spPr>
          <a:xfrm>
            <a:off x="1911550" y="4267309"/>
            <a:ext cx="542643" cy="571203"/>
          </a:xfrm>
          <a:custGeom>
            <a:avLst/>
            <a:gdLst/>
            <a:ahLst/>
            <a:cxnLst/>
            <a:rect l="l" t="t" r="r" b="b"/>
            <a:pathLst>
              <a:path w="1705013" h="1794750">
                <a:moveTo>
                  <a:pt x="0" y="0"/>
                </a:moveTo>
                <a:lnTo>
                  <a:pt x="1705013" y="0"/>
                </a:lnTo>
                <a:lnTo>
                  <a:pt x="1705013" y="1794750"/>
                </a:lnTo>
                <a:lnTo>
                  <a:pt x="0" y="1794750"/>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63500" sx="102000" sy="102000" algn="ctr" rotWithShape="0">
              <a:prstClr val="black">
                <a:alpha val="40000"/>
              </a:prstClr>
            </a:outerShdw>
          </a:effectLst>
        </p:spPr>
        <p:txBody>
          <a:bodyPr/>
          <a:lstStyle/>
          <a:p>
            <a:endParaRPr lang="en-GB" sz="1200"/>
          </a:p>
        </p:txBody>
      </p:sp>
      <p:sp>
        <p:nvSpPr>
          <p:cNvPr id="75" name="Isosceles Triangle 74">
            <a:extLst>
              <a:ext uri="{FF2B5EF4-FFF2-40B4-BE49-F238E27FC236}">
                <a16:creationId xmlns:a16="http://schemas.microsoft.com/office/drawing/2014/main" id="{49E5173C-4F89-E093-6717-22FDE058238D}"/>
              </a:ext>
            </a:extLst>
          </p:cNvPr>
          <p:cNvSpPr/>
          <p:nvPr/>
        </p:nvSpPr>
        <p:spPr bwMode="auto">
          <a:xfrm rot="5400000">
            <a:off x="2521217" y="3234208"/>
            <a:ext cx="498642" cy="332205"/>
          </a:xfrm>
          <a:prstGeom prst="triangle">
            <a:avLst/>
          </a:prstGeom>
          <a:solidFill>
            <a:schemeClr val="tx1">
              <a:lumMod val="75000"/>
              <a:lumOff val="2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76" name="Isosceles Triangle 75">
            <a:extLst>
              <a:ext uri="{FF2B5EF4-FFF2-40B4-BE49-F238E27FC236}">
                <a16:creationId xmlns:a16="http://schemas.microsoft.com/office/drawing/2014/main" id="{6DCA71A1-D394-381B-F3F8-F7F1A82F2A8C}"/>
              </a:ext>
            </a:extLst>
          </p:cNvPr>
          <p:cNvSpPr/>
          <p:nvPr/>
        </p:nvSpPr>
        <p:spPr bwMode="auto">
          <a:xfrm rot="10800000">
            <a:off x="1901400" y="3849578"/>
            <a:ext cx="498642" cy="332205"/>
          </a:xfrm>
          <a:prstGeom prst="triangle">
            <a:avLst/>
          </a:prstGeom>
          <a:solidFill>
            <a:schemeClr val="tx1">
              <a:lumMod val="75000"/>
              <a:lumOff val="2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77" name="TextBox 76">
            <a:extLst>
              <a:ext uri="{FF2B5EF4-FFF2-40B4-BE49-F238E27FC236}">
                <a16:creationId xmlns:a16="http://schemas.microsoft.com/office/drawing/2014/main" id="{316BA355-967C-5048-5057-957570C8DFA0}"/>
              </a:ext>
            </a:extLst>
          </p:cNvPr>
          <p:cNvSpPr txBox="1"/>
          <p:nvPr/>
        </p:nvSpPr>
        <p:spPr>
          <a:xfrm rot="10800000">
            <a:off x="2045500" y="3856260"/>
            <a:ext cx="221318"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067" b="1">
                <a:solidFill>
                  <a:schemeClr val="bg1"/>
                </a:solidFill>
                <a:effectLst>
                  <a:outerShdw blurRad="38100" dist="38100" dir="2700000" algn="tl">
                    <a:srgbClr val="000000">
                      <a:alpha val="43137"/>
                    </a:srgbClr>
                  </a:outerShdw>
                </a:effectLst>
                <a:latin typeface="Barlow Black" panose="00000A00000000000000" pitchFamily="2" charset="0"/>
              </a:rPr>
              <a:t>3</a:t>
            </a:r>
            <a:endParaRPr lang="pt-BR" sz="933" b="1">
              <a:solidFill>
                <a:schemeClr val="bg1"/>
              </a:solidFill>
              <a:effectLst>
                <a:outerShdw blurRad="38100" dist="38100" dir="2700000" algn="tl">
                  <a:srgbClr val="000000">
                    <a:alpha val="43137"/>
                  </a:srgbClr>
                </a:outerShdw>
              </a:effectLst>
              <a:latin typeface="Barlow Black" panose="00000A00000000000000" pitchFamily="2" charset="0"/>
            </a:endParaRPr>
          </a:p>
        </p:txBody>
      </p:sp>
      <p:sp>
        <p:nvSpPr>
          <p:cNvPr id="78" name="Isosceles Triangle 77">
            <a:extLst>
              <a:ext uri="{FF2B5EF4-FFF2-40B4-BE49-F238E27FC236}">
                <a16:creationId xmlns:a16="http://schemas.microsoft.com/office/drawing/2014/main" id="{85232709-0875-D37F-BF0D-AE83AAE450C1}"/>
              </a:ext>
            </a:extLst>
          </p:cNvPr>
          <p:cNvSpPr/>
          <p:nvPr/>
        </p:nvSpPr>
        <p:spPr bwMode="auto">
          <a:xfrm rot="16200000">
            <a:off x="1277192" y="3227980"/>
            <a:ext cx="498642" cy="332205"/>
          </a:xfrm>
          <a:prstGeom prst="triangle">
            <a:avLst/>
          </a:prstGeom>
          <a:solidFill>
            <a:schemeClr val="tx1">
              <a:lumMod val="75000"/>
              <a:lumOff val="2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79" name="TextBox 78">
            <a:extLst>
              <a:ext uri="{FF2B5EF4-FFF2-40B4-BE49-F238E27FC236}">
                <a16:creationId xmlns:a16="http://schemas.microsoft.com/office/drawing/2014/main" id="{D1779543-1819-5664-05DF-17658556CDCF}"/>
              </a:ext>
            </a:extLst>
          </p:cNvPr>
          <p:cNvSpPr txBox="1"/>
          <p:nvPr/>
        </p:nvSpPr>
        <p:spPr>
          <a:xfrm rot="16200000">
            <a:off x="1394278" y="3218524"/>
            <a:ext cx="221318"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067" b="1">
                <a:solidFill>
                  <a:schemeClr val="bg1"/>
                </a:solidFill>
                <a:effectLst>
                  <a:outerShdw blurRad="38100" dist="38100" dir="2700000" algn="tl">
                    <a:srgbClr val="000000">
                      <a:alpha val="43137"/>
                    </a:srgbClr>
                  </a:outerShdw>
                </a:effectLst>
                <a:latin typeface="Barlow Black" panose="00000A00000000000000" pitchFamily="2" charset="0"/>
              </a:rPr>
              <a:t>4</a:t>
            </a:r>
            <a:endParaRPr lang="pt-BR" sz="933" b="1">
              <a:solidFill>
                <a:schemeClr val="bg1"/>
              </a:solidFill>
              <a:effectLst>
                <a:outerShdw blurRad="38100" dist="38100" dir="2700000" algn="tl">
                  <a:srgbClr val="000000">
                    <a:alpha val="43137"/>
                  </a:srgbClr>
                </a:outerShdw>
              </a:effectLst>
              <a:latin typeface="Barlow Black" panose="00000A00000000000000" pitchFamily="2" charset="0"/>
            </a:endParaRPr>
          </a:p>
        </p:txBody>
      </p:sp>
      <p:sp>
        <p:nvSpPr>
          <p:cNvPr id="80" name="TextBox 79">
            <a:extLst>
              <a:ext uri="{FF2B5EF4-FFF2-40B4-BE49-F238E27FC236}">
                <a16:creationId xmlns:a16="http://schemas.microsoft.com/office/drawing/2014/main" id="{9790AA05-F7CF-E574-EAA6-2AEA87A448C9}"/>
              </a:ext>
            </a:extLst>
          </p:cNvPr>
          <p:cNvSpPr txBox="1"/>
          <p:nvPr/>
        </p:nvSpPr>
        <p:spPr>
          <a:xfrm rot="5400000">
            <a:off x="2681454" y="3213876"/>
            <a:ext cx="221318"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067" b="1">
                <a:solidFill>
                  <a:schemeClr val="bg1"/>
                </a:solidFill>
                <a:effectLst>
                  <a:outerShdw blurRad="38100" dist="38100" dir="2700000" algn="tl">
                    <a:srgbClr val="000000">
                      <a:alpha val="43137"/>
                    </a:srgbClr>
                  </a:outerShdw>
                </a:effectLst>
                <a:latin typeface="Barlow Black" panose="00000A00000000000000" pitchFamily="2" charset="0"/>
              </a:rPr>
              <a:t>2</a:t>
            </a:r>
            <a:endParaRPr lang="pt-BR" sz="933" b="1">
              <a:solidFill>
                <a:schemeClr val="bg1"/>
              </a:solidFill>
              <a:effectLst>
                <a:outerShdw blurRad="38100" dist="38100" dir="2700000" algn="tl">
                  <a:srgbClr val="000000">
                    <a:alpha val="43137"/>
                  </a:srgbClr>
                </a:outerShdw>
              </a:effectLst>
              <a:latin typeface="Barlow Black" panose="00000A00000000000000" pitchFamily="2" charset="0"/>
            </a:endParaRPr>
          </a:p>
        </p:txBody>
      </p:sp>
      <p:sp>
        <p:nvSpPr>
          <p:cNvPr id="81" name="Oval 80">
            <a:extLst>
              <a:ext uri="{FF2B5EF4-FFF2-40B4-BE49-F238E27FC236}">
                <a16:creationId xmlns:a16="http://schemas.microsoft.com/office/drawing/2014/main" id="{18212AB2-05D4-62B9-E759-6645CC4FA2CC}"/>
              </a:ext>
            </a:extLst>
          </p:cNvPr>
          <p:cNvSpPr/>
          <p:nvPr/>
        </p:nvSpPr>
        <p:spPr bwMode="auto">
          <a:xfrm>
            <a:off x="177966" y="1636549"/>
            <a:ext cx="4066295" cy="4066295"/>
          </a:xfrm>
          <a:prstGeom prst="ellipse">
            <a:avLst/>
          </a:prstGeom>
          <a:solidFill>
            <a:schemeClr val="bg1">
              <a:alpha val="8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dirty="0">
              <a:solidFill>
                <a:schemeClr val="tx1"/>
              </a:solidFill>
            </a:endParaRPr>
          </a:p>
        </p:txBody>
      </p:sp>
      <p:sp>
        <p:nvSpPr>
          <p:cNvPr id="82" name="Block Arc 81">
            <a:extLst>
              <a:ext uri="{FF2B5EF4-FFF2-40B4-BE49-F238E27FC236}">
                <a16:creationId xmlns:a16="http://schemas.microsoft.com/office/drawing/2014/main" id="{61386073-69CA-8250-6C45-768A18F9834B}"/>
              </a:ext>
            </a:extLst>
          </p:cNvPr>
          <p:cNvSpPr/>
          <p:nvPr/>
        </p:nvSpPr>
        <p:spPr bwMode="auto">
          <a:xfrm rot="3272406">
            <a:off x="378088" y="1668410"/>
            <a:ext cx="3568804" cy="3508305"/>
          </a:xfrm>
          <a:prstGeom prst="blockArc">
            <a:avLst>
              <a:gd name="adj1" fmla="val 9925285"/>
              <a:gd name="adj2" fmla="val 15410585"/>
              <a:gd name="adj3" fmla="val 31333"/>
            </a:avLst>
          </a:prstGeom>
          <a:gradFill flip="none" rotWithShape="1">
            <a:gsLst>
              <a:gs pos="0">
                <a:srgbClr val="279DD8"/>
              </a:gs>
              <a:gs pos="82000">
                <a:srgbClr val="3057A4"/>
              </a:gs>
            </a:gsLst>
            <a:lin ang="2700000" scaled="1"/>
            <a:tileRect/>
          </a:gra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a:solidFill>
                <a:schemeClr val="tx1"/>
              </a:solidFill>
            </a:endParaRPr>
          </a:p>
        </p:txBody>
      </p:sp>
      <p:sp>
        <p:nvSpPr>
          <p:cNvPr id="83" name="TextBox 82">
            <a:extLst>
              <a:ext uri="{FF2B5EF4-FFF2-40B4-BE49-F238E27FC236}">
                <a16:creationId xmlns:a16="http://schemas.microsoft.com/office/drawing/2014/main" id="{13C674E4-9585-E138-6F43-770F4C3E7F9D}"/>
              </a:ext>
            </a:extLst>
          </p:cNvPr>
          <p:cNvSpPr txBox="1"/>
          <p:nvPr/>
        </p:nvSpPr>
        <p:spPr>
          <a:xfrm>
            <a:off x="1651680" y="1973584"/>
            <a:ext cx="887473" cy="310497"/>
          </a:xfrm>
          <a:prstGeom prst="rect">
            <a:avLst/>
          </a:prstGeom>
          <a:noFill/>
        </p:spPr>
        <p:txBody>
          <a:bodyPr spcFirstLastPara="1" wrap="square" numCol="1">
            <a:prstTxWarp prst="textArchUp">
              <a:avLst/>
            </a:prstTxWarp>
            <a:spAutoFit/>
          </a:bodyPr>
          <a:lstStyle>
            <a:defPPr>
              <a:defRPr lang="en-US"/>
            </a:defPPr>
            <a:lvl1pPr algn="ctr">
              <a:lnSpc>
                <a:spcPts val="5207"/>
              </a:lnSpc>
              <a:spcBef>
                <a:spcPct val="0"/>
              </a:spcBef>
              <a:defRPr sz="2800">
                <a:solidFill>
                  <a:schemeClr val="bg1"/>
                </a:solidFill>
                <a:effectLst>
                  <a:outerShdw blurRad="38100" dist="38100" dir="2700000" algn="tl">
                    <a:srgbClr val="000000">
                      <a:alpha val="43137"/>
                    </a:srgbClr>
                  </a:outerShdw>
                </a:effectLst>
                <a:latin typeface="Barlow Black" panose="00000A00000000000000" pitchFamily="2" charset="0"/>
              </a:defRPr>
            </a:lvl1pPr>
          </a:lstStyle>
          <a:p>
            <a:r>
              <a:rPr lang="en-US" sz="1600" dirty="0"/>
              <a:t>ENGAGE</a:t>
            </a:r>
          </a:p>
        </p:txBody>
      </p:sp>
      <p:sp>
        <p:nvSpPr>
          <p:cNvPr id="84" name="Rectangle: Rounded Corners 83">
            <a:extLst>
              <a:ext uri="{FF2B5EF4-FFF2-40B4-BE49-F238E27FC236}">
                <a16:creationId xmlns:a16="http://schemas.microsoft.com/office/drawing/2014/main" id="{7F52476B-4666-61A3-CF6F-5BB69BA9EE9D}"/>
              </a:ext>
            </a:extLst>
          </p:cNvPr>
          <p:cNvSpPr/>
          <p:nvPr/>
        </p:nvSpPr>
        <p:spPr bwMode="auto">
          <a:xfrm>
            <a:off x="1534268" y="2825805"/>
            <a:ext cx="1232906" cy="1193515"/>
          </a:xfrm>
          <a:prstGeom prst="roundRect">
            <a:avLst>
              <a:gd name="adj" fmla="val 50000"/>
            </a:avLst>
          </a:prstGeom>
          <a:solidFill>
            <a:schemeClr val="bg1">
              <a:lumMod val="65000"/>
            </a:schemeClr>
          </a:solidFill>
          <a:ln>
            <a:noFill/>
            <a:headEnd/>
            <a:tailEnd/>
          </a:ln>
          <a:effectLst>
            <a:outerShdw blurRad="50800" dist="38100" dir="2700000" algn="tl" rotWithShape="0">
              <a:prstClr val="black">
                <a:alpha val="40000"/>
              </a:prstClr>
            </a:outerShdw>
          </a:effectLst>
          <a:scene3d>
            <a:camera prst="orthographicFront"/>
            <a:lightRig rig="threePt" dir="t"/>
          </a:scene3d>
          <a:sp3d>
            <a:bevelT w="152400" h="44450" prst="angle"/>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87" name="Rectangle: Rounded Corners 86">
            <a:extLst>
              <a:ext uri="{FF2B5EF4-FFF2-40B4-BE49-F238E27FC236}">
                <a16:creationId xmlns:a16="http://schemas.microsoft.com/office/drawing/2014/main" id="{0158F12D-0E2F-662A-E867-B68BFA5EE99C}"/>
              </a:ext>
            </a:extLst>
          </p:cNvPr>
          <p:cNvSpPr/>
          <p:nvPr/>
        </p:nvSpPr>
        <p:spPr bwMode="auto">
          <a:xfrm>
            <a:off x="1614765" y="2902237"/>
            <a:ext cx="1071911" cy="1030287"/>
          </a:xfrm>
          <a:prstGeom prst="roundRect">
            <a:avLst>
              <a:gd name="adj" fmla="val 50000"/>
            </a:avLst>
          </a:prstGeom>
          <a:solidFill>
            <a:schemeClr val="bg1">
              <a:lumMod val="85000"/>
            </a:schemeClr>
          </a:solidFill>
          <a:ln>
            <a:noFill/>
            <a:headEnd/>
            <a:tailEnd/>
          </a:ln>
          <a:effectLst>
            <a:outerShdw blurRad="50800" dist="38100" dir="2700000" algn="tl" rotWithShape="0">
              <a:prstClr val="black">
                <a:alpha val="40000"/>
              </a:prstClr>
            </a:outerShdw>
          </a:effectLst>
          <a:scene3d>
            <a:camera prst="orthographicFront"/>
            <a:lightRig rig="threePt" dir="t"/>
          </a:scene3d>
          <a:sp3d>
            <a:bevelT w="152400" h="44450" prst="angle"/>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89" name="Arc 88">
            <a:extLst>
              <a:ext uri="{FF2B5EF4-FFF2-40B4-BE49-F238E27FC236}">
                <a16:creationId xmlns:a16="http://schemas.microsoft.com/office/drawing/2014/main" id="{75EE19DA-486F-D116-A0FF-69A7647B2B1B}"/>
              </a:ext>
            </a:extLst>
          </p:cNvPr>
          <p:cNvSpPr/>
          <p:nvPr/>
        </p:nvSpPr>
        <p:spPr>
          <a:xfrm rot="3628162">
            <a:off x="-230184" y="1257803"/>
            <a:ext cx="4495455" cy="4495455"/>
          </a:xfrm>
          <a:prstGeom prst="arc">
            <a:avLst>
              <a:gd name="adj1" fmla="val 13731286"/>
              <a:gd name="adj2" fmla="val 0"/>
            </a:avLst>
          </a:prstGeom>
          <a:ln w="34925" cap="sq">
            <a:solidFill>
              <a:srgbClr val="3479C2"/>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sz="1200"/>
          </a:p>
        </p:txBody>
      </p:sp>
      <p:sp>
        <p:nvSpPr>
          <p:cNvPr id="90" name="Oval 89">
            <a:extLst>
              <a:ext uri="{FF2B5EF4-FFF2-40B4-BE49-F238E27FC236}">
                <a16:creationId xmlns:a16="http://schemas.microsoft.com/office/drawing/2014/main" id="{4A5A47A4-E93E-D9A8-4FED-07F224F8129B}"/>
              </a:ext>
            </a:extLst>
          </p:cNvPr>
          <p:cNvSpPr/>
          <p:nvPr/>
        </p:nvSpPr>
        <p:spPr bwMode="auto">
          <a:xfrm rot="784839">
            <a:off x="3908788" y="2362200"/>
            <a:ext cx="248621" cy="248621"/>
          </a:xfrm>
          <a:prstGeom prst="ellipse">
            <a:avLst/>
          </a:prstGeom>
          <a:solidFill>
            <a:schemeClr val="bg1"/>
          </a:solidFill>
          <a:ln>
            <a:noFill/>
            <a:headEnd/>
            <a:tailEnd/>
          </a:ln>
          <a:effectLst>
            <a:outerShdw blurRad="25400" dist="50800" dir="3660000" algn="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91" name="Oval 90">
            <a:extLst>
              <a:ext uri="{FF2B5EF4-FFF2-40B4-BE49-F238E27FC236}">
                <a16:creationId xmlns:a16="http://schemas.microsoft.com/office/drawing/2014/main" id="{F2B19CC9-A56E-5E27-89D8-8C59E271D0E5}"/>
              </a:ext>
            </a:extLst>
          </p:cNvPr>
          <p:cNvSpPr/>
          <p:nvPr/>
        </p:nvSpPr>
        <p:spPr bwMode="auto">
          <a:xfrm>
            <a:off x="3972037" y="2413000"/>
            <a:ext cx="135277" cy="142740"/>
          </a:xfrm>
          <a:prstGeom prst="ellipse">
            <a:avLst/>
          </a:prstGeom>
          <a:solidFill>
            <a:srgbClr val="3479C2"/>
          </a:solidFill>
          <a:ln>
            <a:noFill/>
            <a:headEnd/>
            <a:tailEnd/>
          </a:ln>
          <a:effectLst>
            <a:innerShdw blurRad="63500" dist="50800" dir="162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cxnSp>
        <p:nvCxnSpPr>
          <p:cNvPr id="92" name="Straight Connector 91">
            <a:extLst>
              <a:ext uri="{FF2B5EF4-FFF2-40B4-BE49-F238E27FC236}">
                <a16:creationId xmlns:a16="http://schemas.microsoft.com/office/drawing/2014/main" id="{10E7CABB-3347-1B33-73B0-25AFC43AA460}"/>
              </a:ext>
            </a:extLst>
          </p:cNvPr>
          <p:cNvCxnSpPr>
            <a:cxnSpLocks/>
            <a:stCxn id="90" idx="7"/>
            <a:endCxn id="100" idx="3"/>
          </p:cNvCxnSpPr>
          <p:nvPr/>
        </p:nvCxnSpPr>
        <p:spPr>
          <a:xfrm flipV="1">
            <a:off x="4138612" y="2044855"/>
            <a:ext cx="514505" cy="375929"/>
          </a:xfrm>
          <a:prstGeom prst="line">
            <a:avLst/>
          </a:prstGeom>
          <a:ln w="34925" cap="sq">
            <a:solidFill>
              <a:srgbClr val="3479C2"/>
            </a:solidFill>
            <a:prstDash val="dash"/>
            <a:miter lim="800000"/>
          </a:ln>
        </p:spPr>
        <p:style>
          <a:lnRef idx="1">
            <a:schemeClr val="accent1"/>
          </a:lnRef>
          <a:fillRef idx="0">
            <a:schemeClr val="accent1"/>
          </a:fillRef>
          <a:effectRef idx="0">
            <a:schemeClr val="accent1"/>
          </a:effectRef>
          <a:fontRef idx="minor">
            <a:schemeClr val="tx1"/>
          </a:fontRef>
        </p:style>
      </p:cxnSp>
      <p:sp>
        <p:nvSpPr>
          <p:cNvPr id="93" name="Oval 92">
            <a:extLst>
              <a:ext uri="{FF2B5EF4-FFF2-40B4-BE49-F238E27FC236}">
                <a16:creationId xmlns:a16="http://schemas.microsoft.com/office/drawing/2014/main" id="{CD2E98B7-FE1B-024A-6CA1-D1AB1BCE3C06}"/>
              </a:ext>
            </a:extLst>
          </p:cNvPr>
          <p:cNvSpPr/>
          <p:nvPr/>
        </p:nvSpPr>
        <p:spPr bwMode="auto">
          <a:xfrm rot="2584945">
            <a:off x="4154352" y="3435277"/>
            <a:ext cx="248621" cy="248621"/>
          </a:xfrm>
          <a:prstGeom prst="ellipse">
            <a:avLst/>
          </a:prstGeom>
          <a:solidFill>
            <a:schemeClr val="bg1"/>
          </a:solidFill>
          <a:ln>
            <a:noFill/>
            <a:headEnd/>
            <a:tailEnd/>
          </a:ln>
          <a:effectLst>
            <a:outerShdw blurRad="25400" dist="50800" dir="3660000" algn="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94" name="Oval 93">
            <a:extLst>
              <a:ext uri="{FF2B5EF4-FFF2-40B4-BE49-F238E27FC236}">
                <a16:creationId xmlns:a16="http://schemas.microsoft.com/office/drawing/2014/main" id="{59D54835-F524-B71E-9B82-30B0B1A86681}"/>
              </a:ext>
            </a:extLst>
          </p:cNvPr>
          <p:cNvSpPr/>
          <p:nvPr/>
        </p:nvSpPr>
        <p:spPr bwMode="auto">
          <a:xfrm>
            <a:off x="4217601" y="3486077"/>
            <a:ext cx="135277" cy="142740"/>
          </a:xfrm>
          <a:prstGeom prst="ellipse">
            <a:avLst/>
          </a:prstGeom>
          <a:solidFill>
            <a:srgbClr val="3479C2"/>
          </a:solidFill>
          <a:ln>
            <a:noFill/>
            <a:headEnd/>
            <a:tailEnd/>
          </a:ln>
          <a:effectLst>
            <a:innerShdw blurRad="63500" dist="50800" dir="162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cxnSp>
        <p:nvCxnSpPr>
          <p:cNvPr id="95" name="Straight Connector 94">
            <a:extLst>
              <a:ext uri="{FF2B5EF4-FFF2-40B4-BE49-F238E27FC236}">
                <a16:creationId xmlns:a16="http://schemas.microsoft.com/office/drawing/2014/main" id="{5858F970-10EC-F06B-2EFE-161810CCB73A}"/>
              </a:ext>
            </a:extLst>
          </p:cNvPr>
          <p:cNvCxnSpPr>
            <a:cxnSpLocks/>
            <a:stCxn id="93" idx="7"/>
          </p:cNvCxnSpPr>
          <p:nvPr/>
        </p:nvCxnSpPr>
        <p:spPr>
          <a:xfrm>
            <a:off x="4402903" y="3555427"/>
            <a:ext cx="874808" cy="0"/>
          </a:xfrm>
          <a:prstGeom prst="line">
            <a:avLst/>
          </a:prstGeom>
          <a:ln w="34925" cap="sq">
            <a:solidFill>
              <a:srgbClr val="3479C2"/>
            </a:solidFill>
            <a:prstDash val="dash"/>
            <a:miter lim="800000"/>
          </a:ln>
        </p:spPr>
        <p:style>
          <a:lnRef idx="1">
            <a:schemeClr val="accent1"/>
          </a:lnRef>
          <a:fillRef idx="0">
            <a:schemeClr val="accent1"/>
          </a:fillRef>
          <a:effectRef idx="0">
            <a:schemeClr val="accent1"/>
          </a:effectRef>
          <a:fontRef idx="minor">
            <a:schemeClr val="tx1"/>
          </a:fontRef>
        </p:style>
      </p:cxnSp>
      <p:sp>
        <p:nvSpPr>
          <p:cNvPr id="98" name="Rectangle: Rounded Corners 97">
            <a:extLst>
              <a:ext uri="{FF2B5EF4-FFF2-40B4-BE49-F238E27FC236}">
                <a16:creationId xmlns:a16="http://schemas.microsoft.com/office/drawing/2014/main" id="{E8C36A5C-00E0-3ED6-6A3E-DAF0DEF428BB}"/>
              </a:ext>
            </a:extLst>
          </p:cNvPr>
          <p:cNvSpPr/>
          <p:nvPr/>
        </p:nvSpPr>
        <p:spPr bwMode="auto">
          <a:xfrm>
            <a:off x="4609013" y="1477974"/>
            <a:ext cx="4322224" cy="731745"/>
          </a:xfrm>
          <a:prstGeom prst="roundRect">
            <a:avLst>
              <a:gd name="adj" fmla="val 50000"/>
            </a:avLst>
          </a:prstGeom>
          <a:solidFill>
            <a:schemeClr val="bg1">
              <a:lumMod val="95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00" name="Oval 99">
            <a:extLst>
              <a:ext uri="{FF2B5EF4-FFF2-40B4-BE49-F238E27FC236}">
                <a16:creationId xmlns:a16="http://schemas.microsoft.com/office/drawing/2014/main" id="{00246941-781E-F365-9F77-A69D6EA0F891}"/>
              </a:ext>
            </a:extLst>
          </p:cNvPr>
          <p:cNvSpPr/>
          <p:nvPr/>
        </p:nvSpPr>
        <p:spPr bwMode="auto">
          <a:xfrm rot="830393">
            <a:off x="4602499" y="1440758"/>
            <a:ext cx="750211" cy="791597"/>
          </a:xfrm>
          <a:prstGeom prst="ellipse">
            <a:avLst/>
          </a:prstGeom>
          <a:solidFill>
            <a:srgbClr val="3479C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01" name="Oval 100">
            <a:extLst>
              <a:ext uri="{FF2B5EF4-FFF2-40B4-BE49-F238E27FC236}">
                <a16:creationId xmlns:a16="http://schemas.microsoft.com/office/drawing/2014/main" id="{3690ADAB-BC86-D854-D3BA-C09ABE9E48BF}"/>
              </a:ext>
            </a:extLst>
          </p:cNvPr>
          <p:cNvSpPr/>
          <p:nvPr/>
        </p:nvSpPr>
        <p:spPr bwMode="auto">
          <a:xfrm rot="830393">
            <a:off x="4541588" y="1376487"/>
            <a:ext cx="872030" cy="920136"/>
          </a:xfrm>
          <a:prstGeom prst="ellipse">
            <a:avLst/>
          </a:prstGeom>
          <a:noFill/>
          <a:ln w="76200">
            <a:solidFill>
              <a:srgbClr val="3479C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02" name="Chord 101">
            <a:extLst>
              <a:ext uri="{FF2B5EF4-FFF2-40B4-BE49-F238E27FC236}">
                <a16:creationId xmlns:a16="http://schemas.microsoft.com/office/drawing/2014/main" id="{C1AC6600-CB7B-D7CE-6055-145728A497B6}"/>
              </a:ext>
            </a:extLst>
          </p:cNvPr>
          <p:cNvSpPr/>
          <p:nvPr/>
        </p:nvSpPr>
        <p:spPr bwMode="auto">
          <a:xfrm rot="10800000">
            <a:off x="8184832" y="1524567"/>
            <a:ext cx="639565" cy="638559"/>
          </a:xfrm>
          <a:prstGeom prst="chord">
            <a:avLst>
              <a:gd name="adj1" fmla="val 5507204"/>
              <a:gd name="adj2" fmla="val 16200000"/>
            </a:avLst>
          </a:prstGeom>
          <a:gradFill>
            <a:gsLst>
              <a:gs pos="0">
                <a:srgbClr val="77CFFF"/>
              </a:gs>
              <a:gs pos="69000">
                <a:srgbClr val="345DA2"/>
              </a:gs>
            </a:gsLst>
            <a:lin ang="13500000" scaled="1"/>
          </a:gra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03" name="TextBox 28">
            <a:extLst>
              <a:ext uri="{FF2B5EF4-FFF2-40B4-BE49-F238E27FC236}">
                <a16:creationId xmlns:a16="http://schemas.microsoft.com/office/drawing/2014/main" id="{0EB300A0-B584-EC7F-A854-2E6AB328CDDA}"/>
              </a:ext>
            </a:extLst>
          </p:cNvPr>
          <p:cNvSpPr txBox="1"/>
          <p:nvPr/>
        </p:nvSpPr>
        <p:spPr>
          <a:xfrm>
            <a:off x="5436499" y="1682391"/>
            <a:ext cx="3049164" cy="296813"/>
          </a:xfrm>
          <a:prstGeom prst="rect">
            <a:avLst/>
          </a:prstGeom>
        </p:spPr>
        <p:txBody>
          <a:bodyPr wrap="square" lIns="0" tIns="0" rIns="0" bIns="0" rtlCol="0" anchor="t">
            <a:spAutoFit/>
          </a:bodyPr>
          <a:lstStyle/>
          <a:p>
            <a:pPr algn="ctr" defTabSz="609630">
              <a:lnSpc>
                <a:spcPts val="2552"/>
              </a:lnSpc>
              <a:spcBef>
                <a:spcPct val="0"/>
              </a:spcBef>
              <a:defRPr/>
            </a:pPr>
            <a:r>
              <a:rPr lang="en-US" sz="1823" dirty="0">
                <a:latin typeface="Barlow Bold"/>
              </a:rPr>
              <a:t>Rapport &amp; Link to the last Call</a:t>
            </a:r>
          </a:p>
        </p:txBody>
      </p:sp>
      <p:sp>
        <p:nvSpPr>
          <p:cNvPr id="104" name="Rectangle: Rounded Corners 103">
            <a:extLst>
              <a:ext uri="{FF2B5EF4-FFF2-40B4-BE49-F238E27FC236}">
                <a16:creationId xmlns:a16="http://schemas.microsoft.com/office/drawing/2014/main" id="{8751B9DF-7243-87DF-A980-0F6C3656FF44}"/>
              </a:ext>
            </a:extLst>
          </p:cNvPr>
          <p:cNvSpPr/>
          <p:nvPr/>
        </p:nvSpPr>
        <p:spPr bwMode="auto">
          <a:xfrm>
            <a:off x="5191254" y="3151933"/>
            <a:ext cx="4206746" cy="731745"/>
          </a:xfrm>
          <a:prstGeom prst="roundRect">
            <a:avLst>
              <a:gd name="adj" fmla="val 50000"/>
            </a:avLst>
          </a:prstGeom>
          <a:solidFill>
            <a:schemeClr val="bg1">
              <a:lumMod val="95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05" name="Oval 104">
            <a:extLst>
              <a:ext uri="{FF2B5EF4-FFF2-40B4-BE49-F238E27FC236}">
                <a16:creationId xmlns:a16="http://schemas.microsoft.com/office/drawing/2014/main" id="{0587FA3D-0B16-91C8-6103-CEE09C0D0984}"/>
              </a:ext>
            </a:extLst>
          </p:cNvPr>
          <p:cNvSpPr/>
          <p:nvPr/>
        </p:nvSpPr>
        <p:spPr bwMode="auto">
          <a:xfrm rot="830393">
            <a:off x="5184739" y="3114716"/>
            <a:ext cx="750211" cy="791597"/>
          </a:xfrm>
          <a:prstGeom prst="ellipse">
            <a:avLst/>
          </a:prstGeom>
          <a:solidFill>
            <a:srgbClr val="3479C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06" name="Oval 105">
            <a:extLst>
              <a:ext uri="{FF2B5EF4-FFF2-40B4-BE49-F238E27FC236}">
                <a16:creationId xmlns:a16="http://schemas.microsoft.com/office/drawing/2014/main" id="{28201EC7-4664-A49B-0CF6-DE9BD1C32648}"/>
              </a:ext>
            </a:extLst>
          </p:cNvPr>
          <p:cNvSpPr/>
          <p:nvPr/>
        </p:nvSpPr>
        <p:spPr bwMode="auto">
          <a:xfrm rot="830393">
            <a:off x="5123829" y="3050446"/>
            <a:ext cx="872030" cy="920136"/>
          </a:xfrm>
          <a:prstGeom prst="ellipse">
            <a:avLst/>
          </a:prstGeom>
          <a:noFill/>
          <a:ln w="76200">
            <a:solidFill>
              <a:srgbClr val="3479C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07" name="Chord 106">
            <a:extLst>
              <a:ext uri="{FF2B5EF4-FFF2-40B4-BE49-F238E27FC236}">
                <a16:creationId xmlns:a16="http://schemas.microsoft.com/office/drawing/2014/main" id="{E79DBC46-C44F-DE09-69CC-50FE35FC0B2B}"/>
              </a:ext>
            </a:extLst>
          </p:cNvPr>
          <p:cNvSpPr/>
          <p:nvPr/>
        </p:nvSpPr>
        <p:spPr bwMode="auto">
          <a:xfrm rot="10800000">
            <a:off x="8686796" y="3198525"/>
            <a:ext cx="639565" cy="638559"/>
          </a:xfrm>
          <a:prstGeom prst="chord">
            <a:avLst>
              <a:gd name="adj1" fmla="val 5507204"/>
              <a:gd name="adj2" fmla="val 16200000"/>
            </a:avLst>
          </a:prstGeom>
          <a:gradFill>
            <a:gsLst>
              <a:gs pos="0">
                <a:srgbClr val="77CFFF"/>
              </a:gs>
              <a:gs pos="69000">
                <a:srgbClr val="345DA2"/>
              </a:gs>
            </a:gsLst>
            <a:lin ang="13500000" scaled="1"/>
          </a:gra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08" name="TextBox 28">
            <a:extLst>
              <a:ext uri="{FF2B5EF4-FFF2-40B4-BE49-F238E27FC236}">
                <a16:creationId xmlns:a16="http://schemas.microsoft.com/office/drawing/2014/main" id="{E67FDCBD-C178-ED32-6928-BD41482C5A6F}"/>
              </a:ext>
            </a:extLst>
          </p:cNvPr>
          <p:cNvSpPr txBox="1"/>
          <p:nvPr/>
        </p:nvSpPr>
        <p:spPr>
          <a:xfrm>
            <a:off x="6173844" y="3237278"/>
            <a:ext cx="2543388" cy="561051"/>
          </a:xfrm>
          <a:prstGeom prst="rect">
            <a:avLst/>
          </a:prstGeom>
        </p:spPr>
        <p:txBody>
          <a:bodyPr wrap="square" lIns="0" tIns="0" rIns="0" bIns="0" rtlCol="0" anchor="t">
            <a:spAutoFit/>
          </a:bodyPr>
          <a:lstStyle/>
          <a:p>
            <a:pPr eaLnBrk="0" hangingPunct="0">
              <a:spcBef>
                <a:spcPts val="600"/>
              </a:spcBef>
              <a:spcAft>
                <a:spcPts val="300"/>
              </a:spcAft>
              <a:buClr>
                <a:srgbClr val="F36633"/>
              </a:buClr>
              <a:buSzPct val="110000"/>
              <a:defRPr/>
            </a:pPr>
            <a:r>
              <a:rPr lang="en-GB" sz="1823" dirty="0">
                <a:latin typeface="Barlow Bold"/>
              </a:rPr>
              <a:t>Align on the appropriate  the patient </a:t>
            </a:r>
          </a:p>
        </p:txBody>
      </p:sp>
      <p:sp>
        <p:nvSpPr>
          <p:cNvPr id="114" name="Freeform 19">
            <a:extLst>
              <a:ext uri="{FF2B5EF4-FFF2-40B4-BE49-F238E27FC236}">
                <a16:creationId xmlns:a16="http://schemas.microsoft.com/office/drawing/2014/main" id="{642C6D11-2CC2-38FE-E940-284FD81FA7EE}"/>
              </a:ext>
            </a:extLst>
          </p:cNvPr>
          <p:cNvSpPr/>
          <p:nvPr/>
        </p:nvSpPr>
        <p:spPr>
          <a:xfrm>
            <a:off x="5239796" y="3303228"/>
            <a:ext cx="643503" cy="404603"/>
          </a:xfrm>
          <a:custGeom>
            <a:avLst/>
            <a:gdLst/>
            <a:ahLst/>
            <a:cxnLst/>
            <a:rect l="l" t="t" r="r" b="b"/>
            <a:pathLst>
              <a:path w="2388707" h="1501900">
                <a:moveTo>
                  <a:pt x="0" y="0"/>
                </a:moveTo>
                <a:lnTo>
                  <a:pt x="2388707" y="0"/>
                </a:lnTo>
                <a:lnTo>
                  <a:pt x="2388707" y="1501899"/>
                </a:lnTo>
                <a:lnTo>
                  <a:pt x="0" y="1501899"/>
                </a:lnTo>
                <a:lnTo>
                  <a:pt x="0" y="0"/>
                </a:lnTo>
                <a:close/>
              </a:path>
            </a:pathLst>
          </a:custGeom>
          <a:blipFill>
            <a:blip r:embed="rId8">
              <a:extLst>
                <a:ext uri="{96DAC541-7B7A-43D3-8B79-37D633B846F1}">
                  <asvg:svgBlip xmlns:asvg="http://schemas.microsoft.com/office/drawing/2016/SVG/main" r:embed="rId9"/>
                </a:ext>
              </a:extLst>
            </a:blip>
            <a:stretch>
              <a:fillRect/>
            </a:stretch>
          </a:blipFill>
          <a:effectLst>
            <a:outerShdw blurRad="63500" sx="102000" sy="102000" algn="ctr" rotWithShape="0">
              <a:prstClr val="black">
                <a:alpha val="40000"/>
              </a:prstClr>
            </a:outerShdw>
          </a:effectLst>
        </p:spPr>
        <p:txBody>
          <a:bodyPr/>
          <a:lstStyle/>
          <a:p>
            <a:endParaRPr lang="pt-BR" sz="1200"/>
          </a:p>
        </p:txBody>
      </p:sp>
      <p:sp>
        <p:nvSpPr>
          <p:cNvPr id="115" name="Freeform 3">
            <a:extLst>
              <a:ext uri="{FF2B5EF4-FFF2-40B4-BE49-F238E27FC236}">
                <a16:creationId xmlns:a16="http://schemas.microsoft.com/office/drawing/2014/main" id="{324296FB-F306-A3AC-27EE-5629AA6C5E61}"/>
              </a:ext>
            </a:extLst>
          </p:cNvPr>
          <p:cNvSpPr/>
          <p:nvPr/>
        </p:nvSpPr>
        <p:spPr>
          <a:xfrm>
            <a:off x="1714141" y="2091123"/>
            <a:ext cx="659939" cy="434735"/>
          </a:xfrm>
          <a:custGeom>
            <a:avLst/>
            <a:gdLst/>
            <a:ahLst/>
            <a:cxnLst/>
            <a:rect l="l" t="t" r="r" b="b"/>
            <a:pathLst>
              <a:path w="2542677" h="1674988">
                <a:moveTo>
                  <a:pt x="0" y="0"/>
                </a:moveTo>
                <a:lnTo>
                  <a:pt x="2542677" y="0"/>
                </a:lnTo>
                <a:lnTo>
                  <a:pt x="2542677" y="1674988"/>
                </a:lnTo>
                <a:lnTo>
                  <a:pt x="0" y="1674988"/>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5400000" algn="t" rotWithShape="0">
              <a:prstClr val="black">
                <a:alpha val="40000"/>
              </a:prstClr>
            </a:outerShdw>
          </a:effectLst>
        </p:spPr>
        <p:txBody>
          <a:bodyPr/>
          <a:lstStyle/>
          <a:p>
            <a:endParaRPr lang="en-GB" sz="1200"/>
          </a:p>
        </p:txBody>
      </p:sp>
      <p:grpSp>
        <p:nvGrpSpPr>
          <p:cNvPr id="117" name="Group 116">
            <a:extLst>
              <a:ext uri="{FF2B5EF4-FFF2-40B4-BE49-F238E27FC236}">
                <a16:creationId xmlns:a16="http://schemas.microsoft.com/office/drawing/2014/main" id="{4B52E456-2153-7C34-D7C8-899D2B86705E}"/>
              </a:ext>
            </a:extLst>
          </p:cNvPr>
          <p:cNvGrpSpPr/>
          <p:nvPr/>
        </p:nvGrpSpPr>
        <p:grpSpPr>
          <a:xfrm>
            <a:off x="4661470" y="1531082"/>
            <a:ext cx="502221" cy="645485"/>
            <a:chOff x="1018987" y="906962"/>
            <a:chExt cx="2692972" cy="3461172"/>
          </a:xfrm>
          <a:effectLst>
            <a:outerShdw blurRad="50800" dist="38100" dir="2700000" algn="tl" rotWithShape="0">
              <a:prstClr val="black">
                <a:alpha val="40000"/>
              </a:prstClr>
            </a:outerShdw>
          </a:effectLst>
        </p:grpSpPr>
        <p:sp>
          <p:nvSpPr>
            <p:cNvPr id="118" name="Freeform 2">
              <a:extLst>
                <a:ext uri="{FF2B5EF4-FFF2-40B4-BE49-F238E27FC236}">
                  <a16:creationId xmlns:a16="http://schemas.microsoft.com/office/drawing/2014/main" id="{5E39D5C5-992F-5870-937F-81E13415C096}"/>
                </a:ext>
              </a:extLst>
            </p:cNvPr>
            <p:cNvSpPr/>
            <p:nvPr/>
          </p:nvSpPr>
          <p:spPr>
            <a:xfrm rot="3391419">
              <a:off x="458710" y="1467239"/>
              <a:ext cx="3461172" cy="2340618"/>
            </a:xfrm>
            <a:custGeom>
              <a:avLst/>
              <a:gdLst/>
              <a:ahLst/>
              <a:cxnLst/>
              <a:rect l="l" t="t" r="r" b="b"/>
              <a:pathLst>
                <a:path w="3461172" h="2340618">
                  <a:moveTo>
                    <a:pt x="0" y="0"/>
                  </a:moveTo>
                  <a:lnTo>
                    <a:pt x="3461172" y="0"/>
                  </a:lnTo>
                  <a:lnTo>
                    <a:pt x="3461172" y="2340617"/>
                  </a:lnTo>
                  <a:lnTo>
                    <a:pt x="0" y="234061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sz="1200"/>
            </a:p>
          </p:txBody>
        </p:sp>
        <p:sp>
          <p:nvSpPr>
            <p:cNvPr id="119" name="Freeform 3">
              <a:extLst>
                <a:ext uri="{FF2B5EF4-FFF2-40B4-BE49-F238E27FC236}">
                  <a16:creationId xmlns:a16="http://schemas.microsoft.com/office/drawing/2014/main" id="{338FE2B4-0E1D-0114-0C11-7432E06A8EB3}"/>
                </a:ext>
              </a:extLst>
            </p:cNvPr>
            <p:cNvSpPr/>
            <p:nvPr/>
          </p:nvSpPr>
          <p:spPr>
            <a:xfrm>
              <a:off x="1899872" y="1504888"/>
              <a:ext cx="1812087" cy="1812087"/>
            </a:xfrm>
            <a:custGeom>
              <a:avLst/>
              <a:gdLst/>
              <a:ahLst/>
              <a:cxnLst/>
              <a:rect l="l" t="t" r="r" b="b"/>
              <a:pathLst>
                <a:path w="1812087" h="1812087">
                  <a:moveTo>
                    <a:pt x="0" y="0"/>
                  </a:moveTo>
                  <a:lnTo>
                    <a:pt x="1812087" y="0"/>
                  </a:lnTo>
                  <a:lnTo>
                    <a:pt x="1812087" y="1812087"/>
                  </a:lnTo>
                  <a:lnTo>
                    <a:pt x="0" y="181208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GB" sz="1200"/>
            </a:p>
          </p:txBody>
        </p:sp>
      </p:grpSp>
      <p:grpSp>
        <p:nvGrpSpPr>
          <p:cNvPr id="120" name="Group 119">
            <a:extLst>
              <a:ext uri="{FF2B5EF4-FFF2-40B4-BE49-F238E27FC236}">
                <a16:creationId xmlns:a16="http://schemas.microsoft.com/office/drawing/2014/main" id="{85D509C0-A957-0022-A452-664667878567}"/>
              </a:ext>
            </a:extLst>
          </p:cNvPr>
          <p:cNvGrpSpPr/>
          <p:nvPr/>
        </p:nvGrpSpPr>
        <p:grpSpPr>
          <a:xfrm>
            <a:off x="10978241" y="3759515"/>
            <a:ext cx="2026603" cy="2026603"/>
            <a:chOff x="16294979" y="7923671"/>
            <a:chExt cx="3039904" cy="3039904"/>
          </a:xfrm>
        </p:grpSpPr>
        <p:sp>
          <p:nvSpPr>
            <p:cNvPr id="121" name="Oval 120">
              <a:extLst>
                <a:ext uri="{FF2B5EF4-FFF2-40B4-BE49-F238E27FC236}">
                  <a16:creationId xmlns:a16="http://schemas.microsoft.com/office/drawing/2014/main" id="{9F7F265C-8D26-D21A-9FA9-0239E73C2CFC}"/>
                </a:ext>
              </a:extLst>
            </p:cNvPr>
            <p:cNvSpPr/>
            <p:nvPr/>
          </p:nvSpPr>
          <p:spPr bwMode="auto">
            <a:xfrm>
              <a:off x="16294979" y="7923671"/>
              <a:ext cx="3039904" cy="3039904"/>
            </a:xfrm>
            <a:prstGeom prst="ellipse">
              <a:avLst/>
            </a:prstGeom>
            <a:solidFill>
              <a:srgbClr val="345DA2"/>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22" name="TextBox 121">
              <a:extLst>
                <a:ext uri="{FF2B5EF4-FFF2-40B4-BE49-F238E27FC236}">
                  <a16:creationId xmlns:a16="http://schemas.microsoft.com/office/drawing/2014/main" id="{4031E504-2731-1AFA-CAB5-74CEE01900C3}"/>
                </a:ext>
              </a:extLst>
            </p:cNvPr>
            <p:cNvSpPr txBox="1"/>
            <p:nvPr/>
          </p:nvSpPr>
          <p:spPr>
            <a:xfrm>
              <a:off x="16779802" y="8062852"/>
              <a:ext cx="2053806" cy="1667928"/>
            </a:xfrm>
            <a:prstGeom prst="rect">
              <a:avLst/>
            </a:prstGeom>
            <a:noFill/>
          </p:spPr>
          <p:txBody>
            <a:bodyPr wrap="square" lIns="120000" tIns="120000" rIns="120000" bIns="120000" rtlCol="0">
              <a:noAutofit/>
            </a:bodyPr>
            <a:lstStyle/>
            <a:p>
              <a:pPr>
                <a:spcBef>
                  <a:spcPts val="200"/>
                </a:spcBef>
                <a:spcAft>
                  <a:spcPts val="200"/>
                </a:spcAft>
                <a:buClr>
                  <a:schemeClr val="tx2"/>
                </a:buClr>
                <a:buSzPct val="110000"/>
              </a:pPr>
              <a:r>
                <a:rPr lang="pt-BR" sz="8400">
                  <a:solidFill>
                    <a:srgbClr val="345DA2"/>
                  </a:solidFill>
                  <a:latin typeface="Amasis MT Pro Black" panose="02040A04050005020304" pitchFamily="18" charset="0"/>
                </a:rPr>
                <a:t>1</a:t>
              </a:r>
            </a:p>
          </p:txBody>
        </p:sp>
      </p:grpSp>
      <p:sp>
        <p:nvSpPr>
          <p:cNvPr id="123" name="TextBox 122">
            <a:extLst>
              <a:ext uri="{FF2B5EF4-FFF2-40B4-BE49-F238E27FC236}">
                <a16:creationId xmlns:a16="http://schemas.microsoft.com/office/drawing/2014/main" id="{E6A44729-72C9-1954-4DFF-5BC49D4F7072}"/>
              </a:ext>
            </a:extLst>
          </p:cNvPr>
          <p:cNvSpPr txBox="1"/>
          <p:nvPr/>
        </p:nvSpPr>
        <p:spPr>
          <a:xfrm>
            <a:off x="1648410" y="2993079"/>
            <a:ext cx="981719"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333" b="1" dirty="0">
                <a:solidFill>
                  <a:srgbClr val="EB6E1D"/>
                </a:solidFill>
                <a:latin typeface="Barlow Black" panose="00000A00000000000000" pitchFamily="2" charset="0"/>
              </a:rPr>
              <a:t>IMPACT</a:t>
            </a:r>
          </a:p>
          <a:p>
            <a:pPr algn="ctr">
              <a:spcBef>
                <a:spcPts val="200"/>
              </a:spcBef>
              <a:spcAft>
                <a:spcPts val="200"/>
              </a:spcAft>
              <a:buClr>
                <a:schemeClr val="tx2"/>
              </a:buClr>
              <a:buSzPct val="110000"/>
            </a:pPr>
            <a:r>
              <a:rPr lang="pt-BR" sz="1200" b="1" dirty="0">
                <a:latin typeface="Barlow Black" panose="00000A00000000000000" pitchFamily="2" charset="0"/>
              </a:rPr>
              <a:t>SELLING MODEL</a:t>
            </a:r>
          </a:p>
        </p:txBody>
      </p:sp>
      <p:pic>
        <p:nvPicPr>
          <p:cNvPr id="124" name="Picture 6" descr="Discounted Trelegy Online - Insulin Outlet">
            <a:extLst>
              <a:ext uri="{FF2B5EF4-FFF2-40B4-BE49-F238E27FC236}">
                <a16:creationId xmlns:a16="http://schemas.microsoft.com/office/drawing/2014/main" id="{E8A98AE5-5D43-77E5-447C-A6AFBF285C18}"/>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769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heel(1)">
                                      <p:cBhvr>
                                        <p:cTn id="7" dur="20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9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92"/>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9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0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0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0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03"/>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1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94"/>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9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0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0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06"/>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07"/>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08"/>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90" grpId="0" animBg="1"/>
      <p:bldP spid="91" grpId="0" animBg="1"/>
      <p:bldP spid="93" grpId="0" animBg="1"/>
      <p:bldP spid="94" grpId="0" animBg="1"/>
      <p:bldP spid="98" grpId="0" animBg="1"/>
      <p:bldP spid="100" grpId="0" animBg="1"/>
      <p:bldP spid="101" grpId="0" animBg="1"/>
      <p:bldP spid="102" grpId="0" animBg="1"/>
      <p:bldP spid="103" grpId="0"/>
      <p:bldP spid="104" grpId="0" animBg="1"/>
      <p:bldP spid="105" grpId="0" animBg="1"/>
      <p:bldP spid="106" grpId="0" animBg="1"/>
      <p:bldP spid="107" grpId="0" animBg="1"/>
      <p:bldP spid="108" grpId="0"/>
      <p:bldP spid="1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9ED99C3A-3239-3C3C-DD16-B2E474E1FE12}"/>
              </a:ext>
            </a:extLst>
          </p:cNvPr>
          <p:cNvSpPr/>
          <p:nvPr/>
        </p:nvSpPr>
        <p:spPr bwMode="auto">
          <a:xfrm>
            <a:off x="5656021" y="1054990"/>
            <a:ext cx="6097611" cy="527934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endParaRPr>
          </a:p>
        </p:txBody>
      </p:sp>
      <p:sp>
        <p:nvSpPr>
          <p:cNvPr id="3" name="Slide Number Placeholder 3">
            <a:extLst>
              <a:ext uri="{FF2B5EF4-FFF2-40B4-BE49-F238E27FC236}">
                <a16:creationId xmlns:a16="http://schemas.microsoft.com/office/drawing/2014/main" id="{EAF44F93-9D81-F1E2-7D48-2A77C5EB598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9B3B01-9C27-4D4B-B55E-30DD78B743D4}" type="slidenum">
              <a:rPr kumimoji="0" lang="en-US" sz="1000" b="0" i="0" u="none" strike="noStrike" kern="1200" cap="none" spc="0" normalizeH="0" baseline="0" noProof="0" smtClean="0">
                <a:ln>
                  <a:noFill/>
                </a:ln>
                <a:solidFill>
                  <a:srgbClr val="000000"/>
                </a:solidFill>
                <a:effectLst/>
                <a:uLnTx/>
                <a:uFillTx/>
                <a:latin typeface="Arial"/>
                <a:ea typeface="+mn-ea"/>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srgbClr val="000000"/>
              </a:solidFill>
              <a:effectLst/>
              <a:uLnTx/>
              <a:uFillTx/>
              <a:latin typeface="Arial"/>
              <a:ea typeface="+mn-ea"/>
            </a:endParaRPr>
          </a:p>
        </p:txBody>
      </p:sp>
      <p:sp>
        <p:nvSpPr>
          <p:cNvPr id="18" name="Title 3">
            <a:extLst>
              <a:ext uri="{FF2B5EF4-FFF2-40B4-BE49-F238E27FC236}">
                <a16:creationId xmlns:a16="http://schemas.microsoft.com/office/drawing/2014/main" id="{EB13B37C-4DAE-60F8-CF92-7F753894D98E}"/>
              </a:ext>
            </a:extLst>
          </p:cNvPr>
          <p:cNvSpPr>
            <a:spLocks noGrp="1"/>
          </p:cNvSpPr>
          <p:nvPr>
            <p:ph type="ctrTitle" idx="4294967295"/>
          </p:nvPr>
        </p:nvSpPr>
        <p:spPr>
          <a:xfrm>
            <a:off x="202857" y="3934158"/>
            <a:ext cx="4956175" cy="1628775"/>
          </a:xfrm>
        </p:spPr>
        <p:txBody>
          <a:bodyPr vert="horz" wrap="square" lIns="0" tIns="45720" rIns="91440" bIns="45720" rtlCol="0" anchor="ctr" anchorCtr="0">
            <a:normAutofit/>
          </a:bodyPr>
          <a:lstStyle/>
          <a:p>
            <a:pPr algn="ctr">
              <a:lnSpc>
                <a:spcPct val="90000"/>
              </a:lnSpc>
            </a:pPr>
            <a:r>
              <a:rPr lang="en-GB" sz="2000" b="0" spc="0" dirty="0">
                <a:solidFill>
                  <a:schemeClr val="tx1"/>
                </a:solidFill>
                <a:latin typeface="+mn-lt"/>
              </a:rPr>
              <a:t>Building the conversation with an outside-in perspective, starting with emotive selling for </a:t>
            </a:r>
            <a:r>
              <a:rPr lang="en-GB" sz="2000" b="0" dirty="0">
                <a:solidFill>
                  <a:schemeClr val="tx1"/>
                </a:solidFill>
                <a:latin typeface="+mn-lt"/>
              </a:rPr>
              <a:t>common </a:t>
            </a:r>
            <a:r>
              <a:rPr lang="en-GB" sz="2000" b="0" spc="0" dirty="0">
                <a:solidFill>
                  <a:schemeClr val="tx1"/>
                </a:solidFill>
                <a:latin typeface="+mn-lt"/>
              </a:rPr>
              <a:t>patient </a:t>
            </a:r>
            <a:r>
              <a:rPr lang="en-GB" sz="2000" b="0" dirty="0">
                <a:solidFill>
                  <a:schemeClr val="tx1"/>
                </a:solidFill>
                <a:latin typeface="+mn-lt"/>
              </a:rPr>
              <a:t>profiles</a:t>
            </a:r>
            <a:r>
              <a:rPr lang="en-GB" sz="2000" b="0" spc="0" dirty="0">
                <a:solidFill>
                  <a:schemeClr val="tx1"/>
                </a:solidFill>
                <a:latin typeface="+mn-lt"/>
              </a:rPr>
              <a:t> in mind</a:t>
            </a:r>
          </a:p>
        </p:txBody>
      </p:sp>
      <p:sp>
        <p:nvSpPr>
          <p:cNvPr id="2" name="Rectangle 1">
            <a:extLst>
              <a:ext uri="{FF2B5EF4-FFF2-40B4-BE49-F238E27FC236}">
                <a16:creationId xmlns:a16="http://schemas.microsoft.com/office/drawing/2014/main" id="{EB6CDC7B-2D73-5E7F-13D6-E4E095F74208}"/>
              </a:ext>
            </a:extLst>
          </p:cNvPr>
          <p:cNvSpPr/>
          <p:nvPr/>
        </p:nvSpPr>
        <p:spPr bwMode="auto">
          <a:xfrm>
            <a:off x="5874539" y="1466133"/>
            <a:ext cx="1672035" cy="2046501"/>
          </a:xfrm>
          <a:prstGeom prst="rect">
            <a:avLst/>
          </a:prstGeom>
          <a:ln>
            <a:solidFill>
              <a:schemeClr val="bg1">
                <a:lumMod val="85000"/>
              </a:schemeClr>
            </a:solidFill>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0000" tIns="457200" rIns="180000" bIns="180000" numCol="1" spcCol="0" rtlCol="0" fromWordArt="0" anchor="t" anchorCtr="0" forceAA="0" compatLnSpc="1">
            <a:prstTxWarp prst="textNoShape">
              <a:avLst/>
            </a:prstTxWarp>
            <a:noAutofit/>
          </a:bodyPr>
          <a:lstStyle/>
          <a:p>
            <a:pPr marL="0" marR="0" lvl="0" indent="0" algn="ctr" defTabSz="914400" rtl="0" eaLnBrk="0" fontAlgn="auto" latinLnBrk="0" hangingPunct="0">
              <a:lnSpc>
                <a:spcPct val="100000"/>
              </a:lnSpc>
              <a:spcBef>
                <a:spcPts val="300"/>
              </a:spcBef>
              <a:spcAft>
                <a:spcPts val="300"/>
              </a:spcAft>
              <a:buClr>
                <a:srgbClr val="F36633"/>
              </a:buClr>
              <a:buSzPct val="110000"/>
              <a:buFontTx/>
              <a:buNone/>
              <a:tabLst/>
              <a:defRPr/>
            </a:pPr>
            <a:r>
              <a:rPr kumimoji="0" lang="en-GB" sz="1400" b="1" i="0" u="none" strike="noStrike" kern="0" cap="none" spc="0" normalizeH="0" baseline="0" noProof="0">
                <a:ln>
                  <a:noFill/>
                </a:ln>
                <a:solidFill>
                  <a:srgbClr val="000000"/>
                </a:solidFill>
                <a:effectLst/>
                <a:uLnTx/>
                <a:uFillTx/>
                <a:latin typeface="Arial"/>
                <a:ea typeface="+mn-ea"/>
              </a:rPr>
              <a:t>Builds Empathy </a:t>
            </a:r>
            <a:r>
              <a:rPr kumimoji="0" lang="en-GB" sz="1400" b="0" i="0" u="none" strike="noStrike" kern="0" cap="none" spc="0" normalizeH="0" baseline="0" noProof="0">
                <a:ln>
                  <a:noFill/>
                </a:ln>
                <a:solidFill>
                  <a:srgbClr val="000000"/>
                </a:solidFill>
                <a:effectLst/>
                <a:uLnTx/>
                <a:uFillTx/>
                <a:latin typeface="Arial"/>
                <a:ea typeface="+mn-ea"/>
              </a:rPr>
              <a:t>with HCPs</a:t>
            </a:r>
          </a:p>
        </p:txBody>
      </p:sp>
      <p:sp>
        <p:nvSpPr>
          <p:cNvPr id="4" name="Rectangle 3">
            <a:extLst>
              <a:ext uri="{FF2B5EF4-FFF2-40B4-BE49-F238E27FC236}">
                <a16:creationId xmlns:a16="http://schemas.microsoft.com/office/drawing/2014/main" id="{394F8F0C-6F6F-BD15-45B1-5A940EB53466}"/>
              </a:ext>
            </a:extLst>
          </p:cNvPr>
          <p:cNvSpPr/>
          <p:nvPr/>
        </p:nvSpPr>
        <p:spPr bwMode="auto">
          <a:xfrm>
            <a:off x="8540171" y="1466133"/>
            <a:ext cx="1672035" cy="2046501"/>
          </a:xfrm>
          <a:prstGeom prst="rect">
            <a:avLst/>
          </a:prstGeom>
          <a:ln>
            <a:solidFill>
              <a:schemeClr val="bg1">
                <a:lumMod val="85000"/>
              </a:schemeClr>
            </a:solidFill>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0000" tIns="457200" rIns="180000" bIns="180000" numCol="1" spcCol="0" rtlCol="0" fromWordArt="0" anchor="t" anchorCtr="0" forceAA="0" compatLnSpc="1">
            <a:prstTxWarp prst="textNoShape">
              <a:avLst/>
            </a:prstTxWarp>
            <a:noAutofit/>
          </a:bodyPr>
          <a:lstStyle/>
          <a:p>
            <a:pPr marL="0" marR="0" lvl="0" indent="0" algn="ctr" defTabSz="914400" rtl="0" eaLnBrk="0" fontAlgn="auto" latinLnBrk="0" hangingPunct="0">
              <a:lnSpc>
                <a:spcPct val="100000"/>
              </a:lnSpc>
              <a:spcBef>
                <a:spcPts val="300"/>
              </a:spcBef>
              <a:spcAft>
                <a:spcPts val="300"/>
              </a:spcAft>
              <a:buClr>
                <a:srgbClr val="F36633"/>
              </a:buClr>
              <a:buSzPct val="110000"/>
              <a:buFontTx/>
              <a:buNone/>
              <a:tabLst/>
              <a:defRPr/>
            </a:pPr>
            <a:r>
              <a:rPr kumimoji="0" lang="en-GB" sz="1400" b="0" i="0" u="none" strike="noStrike" kern="0" cap="none" spc="0" normalizeH="0" baseline="0" noProof="0">
                <a:ln>
                  <a:noFill/>
                </a:ln>
                <a:solidFill>
                  <a:srgbClr val="000000"/>
                </a:solidFill>
                <a:effectLst/>
                <a:uLnTx/>
                <a:uFillTx/>
                <a:latin typeface="Arial"/>
                <a:ea typeface="+mn-ea"/>
              </a:rPr>
              <a:t>Helps effectively </a:t>
            </a:r>
            <a:r>
              <a:rPr kumimoji="0" lang="en-GB" sz="1400" b="1" i="0" u="none" strike="noStrike" kern="0" cap="none" spc="0" normalizeH="0" baseline="0" noProof="0">
                <a:ln>
                  <a:noFill/>
                </a:ln>
                <a:solidFill>
                  <a:srgbClr val="000000"/>
                </a:solidFill>
                <a:effectLst/>
                <a:uLnTx/>
                <a:uFillTx/>
                <a:latin typeface="Arial"/>
                <a:ea typeface="+mn-ea"/>
              </a:rPr>
              <a:t>identify the needs </a:t>
            </a:r>
            <a:r>
              <a:rPr kumimoji="0" lang="en-GB" sz="1400" b="0" i="0" u="none" strike="noStrike" kern="0" cap="none" spc="0" normalizeH="0" baseline="0" noProof="0">
                <a:ln>
                  <a:noFill/>
                </a:ln>
                <a:solidFill>
                  <a:srgbClr val="000000"/>
                </a:solidFill>
                <a:effectLst/>
                <a:uLnTx/>
                <a:uFillTx/>
                <a:latin typeface="Arial"/>
                <a:ea typeface="+mn-ea"/>
              </a:rPr>
              <a:t>of the specific patient profiles</a:t>
            </a:r>
          </a:p>
        </p:txBody>
      </p:sp>
      <p:sp>
        <p:nvSpPr>
          <p:cNvPr id="5" name="Rectangle 4">
            <a:extLst>
              <a:ext uri="{FF2B5EF4-FFF2-40B4-BE49-F238E27FC236}">
                <a16:creationId xmlns:a16="http://schemas.microsoft.com/office/drawing/2014/main" id="{765970F4-1B24-DA6A-E81D-C27271E8FD81}"/>
              </a:ext>
            </a:extLst>
          </p:cNvPr>
          <p:cNvSpPr/>
          <p:nvPr/>
        </p:nvSpPr>
        <p:spPr bwMode="auto">
          <a:xfrm>
            <a:off x="7207355" y="3943434"/>
            <a:ext cx="1672035" cy="2247471"/>
          </a:xfrm>
          <a:prstGeom prst="rect">
            <a:avLst/>
          </a:prstGeom>
          <a:ln>
            <a:solidFill>
              <a:schemeClr val="bg1">
                <a:lumMod val="85000"/>
              </a:schemeClr>
            </a:solidFill>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0000" tIns="548640" rIns="180000" bIns="182880" numCol="1" spcCol="0" rtlCol="0" fromWordArt="0" anchor="t" anchorCtr="0" forceAA="0" compatLnSpc="1">
            <a:prstTxWarp prst="textNoShape">
              <a:avLst/>
            </a:prstTxWarp>
            <a:noAutofit/>
          </a:bodyPr>
          <a:lstStyle/>
          <a:p>
            <a:pPr marL="0" marR="0" lvl="0" indent="0" algn="ctr" defTabSz="914400" rtl="0" eaLnBrk="0" fontAlgn="auto" latinLnBrk="0" hangingPunct="0">
              <a:lnSpc>
                <a:spcPct val="100000"/>
              </a:lnSpc>
              <a:spcBef>
                <a:spcPts val="300"/>
              </a:spcBef>
              <a:spcAft>
                <a:spcPts val="300"/>
              </a:spcAft>
              <a:buClr>
                <a:srgbClr val="F36633"/>
              </a:buClr>
              <a:buSzPct val="110000"/>
              <a:buFontTx/>
              <a:buNone/>
              <a:tabLst/>
              <a:defRPr/>
            </a:pPr>
            <a:r>
              <a:rPr kumimoji="0" lang="en-GB" sz="1400" b="0" i="0" u="none" strike="noStrike" kern="0" cap="none" spc="0" normalizeH="0" baseline="0" noProof="0">
                <a:ln>
                  <a:noFill/>
                </a:ln>
                <a:solidFill>
                  <a:srgbClr val="000000"/>
                </a:solidFill>
                <a:effectLst/>
                <a:uLnTx/>
                <a:uFillTx/>
                <a:latin typeface="Arial"/>
                <a:ea typeface="+mn-ea"/>
              </a:rPr>
              <a:t>Discussions with real patient profile helps </a:t>
            </a:r>
            <a:r>
              <a:rPr kumimoji="0" lang="en-GB" sz="1400" b="1" i="0" u="none" strike="noStrike" kern="0" cap="none" spc="0" normalizeH="0" baseline="0" noProof="0">
                <a:ln>
                  <a:noFill/>
                </a:ln>
                <a:solidFill>
                  <a:srgbClr val="000000"/>
                </a:solidFill>
                <a:effectLst/>
                <a:uLnTx/>
                <a:uFillTx/>
                <a:latin typeface="Arial"/>
                <a:ea typeface="+mn-ea"/>
              </a:rPr>
              <a:t>drive relevance </a:t>
            </a:r>
            <a:r>
              <a:rPr kumimoji="0" lang="en-GB" sz="1400" b="0" i="0" u="none" strike="noStrike" kern="0" cap="none" spc="0" normalizeH="0" baseline="0" noProof="0">
                <a:ln>
                  <a:noFill/>
                </a:ln>
                <a:solidFill>
                  <a:srgbClr val="000000"/>
                </a:solidFill>
                <a:effectLst/>
                <a:uLnTx/>
                <a:uFillTx/>
                <a:latin typeface="Arial"/>
                <a:ea typeface="+mn-ea"/>
              </a:rPr>
              <a:t>in the conversation</a:t>
            </a:r>
          </a:p>
        </p:txBody>
      </p:sp>
      <p:sp>
        <p:nvSpPr>
          <p:cNvPr id="8" name="Rectangle 7">
            <a:extLst>
              <a:ext uri="{FF2B5EF4-FFF2-40B4-BE49-F238E27FC236}">
                <a16:creationId xmlns:a16="http://schemas.microsoft.com/office/drawing/2014/main" id="{C6AF55AB-D1B7-4A31-A931-E4E8A9F71309}"/>
              </a:ext>
            </a:extLst>
          </p:cNvPr>
          <p:cNvSpPr/>
          <p:nvPr/>
        </p:nvSpPr>
        <p:spPr bwMode="auto">
          <a:xfrm>
            <a:off x="9872987" y="3942097"/>
            <a:ext cx="1672035" cy="2248808"/>
          </a:xfrm>
          <a:prstGeom prst="rect">
            <a:avLst/>
          </a:prstGeom>
          <a:ln>
            <a:solidFill>
              <a:schemeClr val="bg1">
                <a:lumMod val="85000"/>
              </a:schemeClr>
            </a:solidFill>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0000" tIns="457200" rIns="180000" bIns="180000" numCol="1" spcCol="0" rtlCol="0" fromWordArt="0" anchor="t" anchorCtr="0" forceAA="0" compatLnSpc="1">
            <a:prstTxWarp prst="textNoShape">
              <a:avLst/>
            </a:prstTxWarp>
            <a:noAutofit/>
          </a:bodyPr>
          <a:lstStyle/>
          <a:p>
            <a:pPr marL="0" marR="0" lvl="0" indent="0" algn="ctr" defTabSz="914400" rtl="0" eaLnBrk="0" fontAlgn="auto" latinLnBrk="0" hangingPunct="0">
              <a:lnSpc>
                <a:spcPct val="100000"/>
              </a:lnSpc>
              <a:spcBef>
                <a:spcPts val="300"/>
              </a:spcBef>
              <a:spcAft>
                <a:spcPts val="300"/>
              </a:spcAft>
              <a:buClr>
                <a:srgbClr val="F36633"/>
              </a:buClr>
              <a:buSzPct val="110000"/>
              <a:buFontTx/>
              <a:buNone/>
              <a:tabLst/>
              <a:defRPr/>
            </a:pPr>
            <a:r>
              <a:rPr kumimoji="0" lang="en-GB" sz="1400" b="0" i="0" u="none" strike="noStrike" kern="0" cap="none" spc="0" normalizeH="0" baseline="0" noProof="0">
                <a:ln>
                  <a:noFill/>
                </a:ln>
                <a:solidFill>
                  <a:srgbClr val="000000"/>
                </a:solidFill>
                <a:effectLst/>
                <a:uLnTx/>
                <a:uFillTx/>
                <a:latin typeface="Arial"/>
                <a:ea typeface="+mn-ea"/>
              </a:rPr>
              <a:t>Specific patient profiles provide an </a:t>
            </a:r>
            <a:r>
              <a:rPr kumimoji="0" lang="en-GB" sz="1400" b="1" i="0" u="none" strike="noStrike" kern="0" cap="none" spc="0" normalizeH="0" baseline="0" noProof="0">
                <a:ln>
                  <a:noFill/>
                </a:ln>
                <a:solidFill>
                  <a:srgbClr val="000000"/>
                </a:solidFill>
                <a:effectLst/>
                <a:uLnTx/>
                <a:uFillTx/>
                <a:latin typeface="Arial"/>
                <a:ea typeface="+mn-ea"/>
              </a:rPr>
              <a:t>anchor for discussions</a:t>
            </a:r>
            <a:r>
              <a:rPr kumimoji="0" lang="en-GB" sz="1400" b="0" i="0" u="none" strike="noStrike" kern="0" cap="none" spc="0" normalizeH="0" baseline="0" noProof="0">
                <a:ln>
                  <a:noFill/>
                </a:ln>
                <a:solidFill>
                  <a:srgbClr val="000000"/>
                </a:solidFill>
                <a:effectLst/>
                <a:uLnTx/>
                <a:uFillTx/>
                <a:latin typeface="Arial"/>
                <a:ea typeface="+mn-ea"/>
              </a:rPr>
              <a:t> and help streamline the flow of the call</a:t>
            </a:r>
          </a:p>
        </p:txBody>
      </p:sp>
      <p:grpSp>
        <p:nvGrpSpPr>
          <p:cNvPr id="9" name="Group 8">
            <a:extLst>
              <a:ext uri="{FF2B5EF4-FFF2-40B4-BE49-F238E27FC236}">
                <a16:creationId xmlns:a16="http://schemas.microsoft.com/office/drawing/2014/main" id="{6BECDE87-524E-42E2-F29A-CF9BEE8AAD23}"/>
              </a:ext>
            </a:extLst>
          </p:cNvPr>
          <p:cNvGrpSpPr/>
          <p:nvPr/>
        </p:nvGrpSpPr>
        <p:grpSpPr>
          <a:xfrm>
            <a:off x="6320688" y="1115026"/>
            <a:ext cx="678057" cy="678057"/>
            <a:chOff x="3661294" y="2454184"/>
            <a:chExt cx="678057" cy="678057"/>
          </a:xfrm>
          <a:solidFill>
            <a:schemeClr val="bg1"/>
          </a:solidFill>
          <a:effectLst>
            <a:outerShdw blurRad="50800" dist="38100" dir="2700000" algn="tl" rotWithShape="0">
              <a:prstClr val="black">
                <a:alpha val="40000"/>
              </a:prstClr>
            </a:outerShdw>
          </a:effectLst>
        </p:grpSpPr>
        <p:sp>
          <p:nvSpPr>
            <p:cNvPr id="10" name="Oval 9">
              <a:extLst>
                <a:ext uri="{FF2B5EF4-FFF2-40B4-BE49-F238E27FC236}">
                  <a16:creationId xmlns:a16="http://schemas.microsoft.com/office/drawing/2014/main" id="{EF6F0997-2946-692B-C027-60A314A37EE5}"/>
                </a:ext>
              </a:extLst>
            </p:cNvPr>
            <p:cNvSpPr/>
            <p:nvPr/>
          </p:nvSpPr>
          <p:spPr bwMode="auto">
            <a:xfrm>
              <a:off x="3661294" y="2454184"/>
              <a:ext cx="678057" cy="678057"/>
            </a:xfrm>
            <a:prstGeom prst="ellipse">
              <a:avLst/>
            </a:prstGeom>
            <a:solidFill>
              <a:srgbClr val="0070C0"/>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US" sz="1600" b="0" i="0" u="none" strike="noStrike" kern="0" cap="none" spc="0" normalizeH="0" baseline="0" noProof="0" dirty="0">
                <a:ln>
                  <a:noFill/>
                </a:ln>
                <a:solidFill>
                  <a:srgbClr val="000000"/>
                </a:solidFill>
                <a:effectLst/>
                <a:uLnTx/>
                <a:uFillTx/>
                <a:latin typeface="Arial"/>
                <a:ea typeface="+mn-ea"/>
              </a:endParaRPr>
            </a:p>
          </p:txBody>
        </p:sp>
        <p:grpSp>
          <p:nvGrpSpPr>
            <p:cNvPr id="11" name="Group 11">
              <a:extLst>
                <a:ext uri="{FF2B5EF4-FFF2-40B4-BE49-F238E27FC236}">
                  <a16:creationId xmlns:a16="http://schemas.microsoft.com/office/drawing/2014/main" id="{3071D064-81DF-7335-85FA-9EF0C3C9715C}"/>
                </a:ext>
              </a:extLst>
            </p:cNvPr>
            <p:cNvGrpSpPr>
              <a:grpSpLocks noChangeAspect="1"/>
            </p:cNvGrpSpPr>
            <p:nvPr/>
          </p:nvGrpSpPr>
          <p:grpSpPr bwMode="auto">
            <a:xfrm>
              <a:off x="3790651" y="2579136"/>
              <a:ext cx="419342" cy="428162"/>
              <a:chOff x="1356" y="427"/>
              <a:chExt cx="428" cy="437"/>
            </a:xfrm>
            <a:grpFill/>
          </p:grpSpPr>
          <p:sp>
            <p:nvSpPr>
              <p:cNvPr id="12" name="Freeform 12">
                <a:extLst>
                  <a:ext uri="{FF2B5EF4-FFF2-40B4-BE49-F238E27FC236}">
                    <a16:creationId xmlns:a16="http://schemas.microsoft.com/office/drawing/2014/main" id="{A963D794-C69A-922F-E57A-C37CD67AD3CE}"/>
                  </a:ext>
                </a:extLst>
              </p:cNvPr>
              <p:cNvSpPr>
                <a:spLocks noEditPoints="1"/>
              </p:cNvSpPr>
              <p:nvPr/>
            </p:nvSpPr>
            <p:spPr bwMode="auto">
              <a:xfrm>
                <a:off x="1510" y="587"/>
                <a:ext cx="139" cy="129"/>
              </a:xfrm>
              <a:custGeom>
                <a:avLst/>
                <a:gdLst>
                  <a:gd name="T0" fmla="*/ 47 w 94"/>
                  <a:gd name="T1" fmla="*/ 87 h 87"/>
                  <a:gd name="T2" fmla="*/ 45 w 94"/>
                  <a:gd name="T3" fmla="*/ 86 h 87"/>
                  <a:gd name="T4" fmla="*/ 0 w 94"/>
                  <a:gd name="T5" fmla="*/ 35 h 87"/>
                  <a:gd name="T6" fmla="*/ 22 w 94"/>
                  <a:gd name="T7" fmla="*/ 3 h 87"/>
                  <a:gd name="T8" fmla="*/ 47 w 94"/>
                  <a:gd name="T9" fmla="*/ 7 h 87"/>
                  <a:gd name="T10" fmla="*/ 73 w 94"/>
                  <a:gd name="T11" fmla="*/ 3 h 87"/>
                  <a:gd name="T12" fmla="*/ 94 w 94"/>
                  <a:gd name="T13" fmla="*/ 35 h 87"/>
                  <a:gd name="T14" fmla="*/ 50 w 94"/>
                  <a:gd name="T15" fmla="*/ 86 h 87"/>
                  <a:gd name="T16" fmla="*/ 47 w 94"/>
                  <a:gd name="T17" fmla="*/ 87 h 87"/>
                  <a:gd name="T18" fmla="*/ 30 w 94"/>
                  <a:gd name="T19" fmla="*/ 14 h 87"/>
                  <a:gd name="T20" fmla="*/ 26 w 94"/>
                  <a:gd name="T21" fmla="*/ 14 h 87"/>
                  <a:gd name="T22" fmla="*/ 12 w 94"/>
                  <a:gd name="T23" fmla="*/ 35 h 87"/>
                  <a:gd name="T24" fmla="*/ 47 w 94"/>
                  <a:gd name="T25" fmla="*/ 74 h 87"/>
                  <a:gd name="T26" fmla="*/ 82 w 94"/>
                  <a:gd name="T27" fmla="*/ 35 h 87"/>
                  <a:gd name="T28" fmla="*/ 69 w 94"/>
                  <a:gd name="T29" fmla="*/ 14 h 87"/>
                  <a:gd name="T30" fmla="*/ 52 w 94"/>
                  <a:gd name="T31" fmla="*/ 20 h 87"/>
                  <a:gd name="T32" fmla="*/ 47 w 94"/>
                  <a:gd name="T33" fmla="*/ 22 h 87"/>
                  <a:gd name="T34" fmla="*/ 47 w 94"/>
                  <a:gd name="T35" fmla="*/ 22 h 87"/>
                  <a:gd name="T36" fmla="*/ 42 w 94"/>
                  <a:gd name="T37" fmla="*/ 20 h 87"/>
                  <a:gd name="T38" fmla="*/ 30 w 94"/>
                  <a:gd name="T39" fmla="*/ 14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4" h="87">
                    <a:moveTo>
                      <a:pt x="47" y="87"/>
                    </a:moveTo>
                    <a:cubicBezTo>
                      <a:pt x="46" y="87"/>
                      <a:pt x="46" y="87"/>
                      <a:pt x="45" y="86"/>
                    </a:cubicBezTo>
                    <a:cubicBezTo>
                      <a:pt x="43" y="85"/>
                      <a:pt x="1" y="64"/>
                      <a:pt x="0" y="35"/>
                    </a:cubicBezTo>
                    <a:cubicBezTo>
                      <a:pt x="0" y="16"/>
                      <a:pt x="12" y="6"/>
                      <a:pt x="22" y="3"/>
                    </a:cubicBezTo>
                    <a:cubicBezTo>
                      <a:pt x="31" y="0"/>
                      <a:pt x="41" y="2"/>
                      <a:pt x="47" y="7"/>
                    </a:cubicBezTo>
                    <a:cubicBezTo>
                      <a:pt x="54" y="2"/>
                      <a:pt x="63" y="0"/>
                      <a:pt x="73" y="3"/>
                    </a:cubicBezTo>
                    <a:cubicBezTo>
                      <a:pt x="83" y="6"/>
                      <a:pt x="94" y="16"/>
                      <a:pt x="94" y="35"/>
                    </a:cubicBezTo>
                    <a:cubicBezTo>
                      <a:pt x="94" y="64"/>
                      <a:pt x="52" y="85"/>
                      <a:pt x="50" y="86"/>
                    </a:cubicBezTo>
                    <a:cubicBezTo>
                      <a:pt x="49" y="87"/>
                      <a:pt x="48" y="87"/>
                      <a:pt x="47" y="87"/>
                    </a:cubicBezTo>
                    <a:close/>
                    <a:moveTo>
                      <a:pt x="30" y="14"/>
                    </a:moveTo>
                    <a:cubicBezTo>
                      <a:pt x="29" y="14"/>
                      <a:pt x="27" y="14"/>
                      <a:pt x="26" y="14"/>
                    </a:cubicBezTo>
                    <a:cubicBezTo>
                      <a:pt x="17" y="17"/>
                      <a:pt x="12" y="24"/>
                      <a:pt x="12" y="35"/>
                    </a:cubicBezTo>
                    <a:cubicBezTo>
                      <a:pt x="13" y="52"/>
                      <a:pt x="36" y="68"/>
                      <a:pt x="47" y="74"/>
                    </a:cubicBezTo>
                    <a:cubicBezTo>
                      <a:pt x="59" y="68"/>
                      <a:pt x="82" y="52"/>
                      <a:pt x="82" y="35"/>
                    </a:cubicBezTo>
                    <a:cubicBezTo>
                      <a:pt x="82" y="24"/>
                      <a:pt x="78" y="17"/>
                      <a:pt x="69" y="14"/>
                    </a:cubicBezTo>
                    <a:cubicBezTo>
                      <a:pt x="62" y="12"/>
                      <a:pt x="56" y="14"/>
                      <a:pt x="52" y="20"/>
                    </a:cubicBezTo>
                    <a:cubicBezTo>
                      <a:pt x="51" y="21"/>
                      <a:pt x="49" y="22"/>
                      <a:pt x="47" y="22"/>
                    </a:cubicBezTo>
                    <a:cubicBezTo>
                      <a:pt x="47" y="22"/>
                      <a:pt x="47" y="22"/>
                      <a:pt x="47" y="22"/>
                    </a:cubicBezTo>
                    <a:cubicBezTo>
                      <a:pt x="45" y="22"/>
                      <a:pt x="43" y="21"/>
                      <a:pt x="42" y="20"/>
                    </a:cubicBezTo>
                    <a:cubicBezTo>
                      <a:pt x="40" y="16"/>
                      <a:pt x="35" y="14"/>
                      <a:pt x="3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13" name="Freeform 13">
                <a:extLst>
                  <a:ext uri="{FF2B5EF4-FFF2-40B4-BE49-F238E27FC236}">
                    <a16:creationId xmlns:a16="http://schemas.microsoft.com/office/drawing/2014/main" id="{66109980-A01C-2580-E3BC-E36BFF64C7EC}"/>
                  </a:ext>
                </a:extLst>
              </p:cNvPr>
              <p:cNvSpPr>
                <a:spLocks noEditPoints="1"/>
              </p:cNvSpPr>
              <p:nvPr/>
            </p:nvSpPr>
            <p:spPr bwMode="auto">
              <a:xfrm>
                <a:off x="1356" y="704"/>
                <a:ext cx="89" cy="142"/>
              </a:xfrm>
              <a:custGeom>
                <a:avLst/>
                <a:gdLst>
                  <a:gd name="T0" fmla="*/ 54 w 60"/>
                  <a:gd name="T1" fmla="*/ 96 h 96"/>
                  <a:gd name="T2" fmla="*/ 6 w 60"/>
                  <a:gd name="T3" fmla="*/ 96 h 96"/>
                  <a:gd name="T4" fmla="*/ 0 w 60"/>
                  <a:gd name="T5" fmla="*/ 90 h 96"/>
                  <a:gd name="T6" fmla="*/ 0 w 60"/>
                  <a:gd name="T7" fmla="*/ 6 h 96"/>
                  <a:gd name="T8" fmla="*/ 6 w 60"/>
                  <a:gd name="T9" fmla="*/ 0 h 96"/>
                  <a:gd name="T10" fmla="*/ 54 w 60"/>
                  <a:gd name="T11" fmla="*/ 0 h 96"/>
                  <a:gd name="T12" fmla="*/ 60 w 60"/>
                  <a:gd name="T13" fmla="*/ 6 h 96"/>
                  <a:gd name="T14" fmla="*/ 60 w 60"/>
                  <a:gd name="T15" fmla="*/ 90 h 96"/>
                  <a:gd name="T16" fmla="*/ 54 w 60"/>
                  <a:gd name="T17" fmla="*/ 96 h 96"/>
                  <a:gd name="T18" fmla="*/ 12 w 60"/>
                  <a:gd name="T19" fmla="*/ 84 h 96"/>
                  <a:gd name="T20" fmla="*/ 48 w 60"/>
                  <a:gd name="T21" fmla="*/ 84 h 96"/>
                  <a:gd name="T22" fmla="*/ 48 w 60"/>
                  <a:gd name="T23" fmla="*/ 12 h 96"/>
                  <a:gd name="T24" fmla="*/ 12 w 60"/>
                  <a:gd name="T25" fmla="*/ 12 h 96"/>
                  <a:gd name="T26" fmla="*/ 12 w 60"/>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96">
                    <a:moveTo>
                      <a:pt x="54" y="96"/>
                    </a:moveTo>
                    <a:cubicBezTo>
                      <a:pt x="6" y="96"/>
                      <a:pt x="6" y="96"/>
                      <a:pt x="6" y="96"/>
                    </a:cubicBezTo>
                    <a:cubicBezTo>
                      <a:pt x="3" y="96"/>
                      <a:pt x="0" y="94"/>
                      <a:pt x="0" y="90"/>
                    </a:cubicBezTo>
                    <a:cubicBezTo>
                      <a:pt x="0" y="6"/>
                      <a:pt x="0" y="6"/>
                      <a:pt x="0" y="6"/>
                    </a:cubicBezTo>
                    <a:cubicBezTo>
                      <a:pt x="0" y="3"/>
                      <a:pt x="3" y="0"/>
                      <a:pt x="6" y="0"/>
                    </a:cubicBezTo>
                    <a:cubicBezTo>
                      <a:pt x="54" y="0"/>
                      <a:pt x="54" y="0"/>
                      <a:pt x="54" y="0"/>
                    </a:cubicBezTo>
                    <a:cubicBezTo>
                      <a:pt x="58" y="0"/>
                      <a:pt x="60" y="3"/>
                      <a:pt x="60" y="6"/>
                    </a:cubicBezTo>
                    <a:cubicBezTo>
                      <a:pt x="60" y="90"/>
                      <a:pt x="60" y="90"/>
                      <a:pt x="60" y="90"/>
                    </a:cubicBezTo>
                    <a:cubicBezTo>
                      <a:pt x="60" y="94"/>
                      <a:pt x="58" y="96"/>
                      <a:pt x="54" y="96"/>
                    </a:cubicBezTo>
                    <a:close/>
                    <a:moveTo>
                      <a:pt x="12" y="84"/>
                    </a:moveTo>
                    <a:cubicBezTo>
                      <a:pt x="48" y="84"/>
                      <a:pt x="48" y="84"/>
                      <a:pt x="48" y="84"/>
                    </a:cubicBezTo>
                    <a:cubicBezTo>
                      <a:pt x="48" y="12"/>
                      <a:pt x="48" y="12"/>
                      <a:pt x="48"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14" name="Freeform 14">
                <a:extLst>
                  <a:ext uri="{FF2B5EF4-FFF2-40B4-BE49-F238E27FC236}">
                    <a16:creationId xmlns:a16="http://schemas.microsoft.com/office/drawing/2014/main" id="{9D3E1507-769F-5FC0-F582-A8274F4307D5}"/>
                  </a:ext>
                </a:extLst>
              </p:cNvPr>
              <p:cNvSpPr>
                <a:spLocks/>
              </p:cNvSpPr>
              <p:nvPr/>
            </p:nvSpPr>
            <p:spPr bwMode="auto">
              <a:xfrm>
                <a:off x="1427" y="735"/>
                <a:ext cx="357" cy="129"/>
              </a:xfrm>
              <a:custGeom>
                <a:avLst/>
                <a:gdLst>
                  <a:gd name="T0" fmla="*/ 105 w 241"/>
                  <a:gd name="T1" fmla="*/ 87 h 87"/>
                  <a:gd name="T2" fmla="*/ 40 w 241"/>
                  <a:gd name="T3" fmla="*/ 70 h 87"/>
                  <a:gd name="T4" fmla="*/ 5 w 241"/>
                  <a:gd name="T5" fmla="*/ 58 h 87"/>
                  <a:gd name="T6" fmla="*/ 1 w 241"/>
                  <a:gd name="T7" fmla="*/ 50 h 87"/>
                  <a:gd name="T8" fmla="*/ 8 w 241"/>
                  <a:gd name="T9" fmla="*/ 46 h 87"/>
                  <a:gd name="T10" fmla="*/ 43 w 241"/>
                  <a:gd name="T11" fmla="*/ 58 h 87"/>
                  <a:gd name="T12" fmla="*/ 173 w 241"/>
                  <a:gd name="T13" fmla="*/ 48 h 87"/>
                  <a:gd name="T14" fmla="*/ 224 w 241"/>
                  <a:gd name="T15" fmla="*/ 21 h 87"/>
                  <a:gd name="T16" fmla="*/ 200 w 241"/>
                  <a:gd name="T17" fmla="*/ 16 h 87"/>
                  <a:gd name="T18" fmla="*/ 147 w 241"/>
                  <a:gd name="T19" fmla="*/ 34 h 87"/>
                  <a:gd name="T20" fmla="*/ 140 w 241"/>
                  <a:gd name="T21" fmla="*/ 30 h 87"/>
                  <a:gd name="T22" fmla="*/ 143 w 241"/>
                  <a:gd name="T23" fmla="*/ 22 h 87"/>
                  <a:gd name="T24" fmla="*/ 197 w 241"/>
                  <a:gd name="T25" fmla="*/ 4 h 87"/>
                  <a:gd name="T26" fmla="*/ 239 w 241"/>
                  <a:gd name="T27" fmla="*/ 18 h 87"/>
                  <a:gd name="T28" fmla="*/ 240 w 241"/>
                  <a:gd name="T29" fmla="*/ 23 h 87"/>
                  <a:gd name="T30" fmla="*/ 237 w 241"/>
                  <a:gd name="T31" fmla="*/ 28 h 87"/>
                  <a:gd name="T32" fmla="*/ 178 w 241"/>
                  <a:gd name="T33" fmla="*/ 58 h 87"/>
                  <a:gd name="T34" fmla="*/ 105 w 241"/>
                  <a:gd name="T3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1" h="87">
                    <a:moveTo>
                      <a:pt x="105" y="87"/>
                    </a:moveTo>
                    <a:cubicBezTo>
                      <a:pt x="89" y="87"/>
                      <a:pt x="71" y="81"/>
                      <a:pt x="40" y="70"/>
                    </a:cubicBezTo>
                    <a:cubicBezTo>
                      <a:pt x="29" y="66"/>
                      <a:pt x="18" y="62"/>
                      <a:pt x="5" y="58"/>
                    </a:cubicBezTo>
                    <a:cubicBezTo>
                      <a:pt x="1" y="57"/>
                      <a:pt x="0" y="53"/>
                      <a:pt x="1" y="50"/>
                    </a:cubicBezTo>
                    <a:cubicBezTo>
                      <a:pt x="2" y="47"/>
                      <a:pt x="5" y="45"/>
                      <a:pt x="8" y="46"/>
                    </a:cubicBezTo>
                    <a:cubicBezTo>
                      <a:pt x="22" y="51"/>
                      <a:pt x="33" y="55"/>
                      <a:pt x="43" y="58"/>
                    </a:cubicBezTo>
                    <a:cubicBezTo>
                      <a:pt x="109" y="81"/>
                      <a:pt x="109" y="81"/>
                      <a:pt x="173" y="48"/>
                    </a:cubicBezTo>
                    <a:cubicBezTo>
                      <a:pt x="186" y="40"/>
                      <a:pt x="203" y="31"/>
                      <a:pt x="224" y="21"/>
                    </a:cubicBezTo>
                    <a:cubicBezTo>
                      <a:pt x="215" y="14"/>
                      <a:pt x="208" y="14"/>
                      <a:pt x="200" y="16"/>
                    </a:cubicBezTo>
                    <a:cubicBezTo>
                      <a:pt x="147" y="34"/>
                      <a:pt x="147" y="34"/>
                      <a:pt x="147" y="34"/>
                    </a:cubicBezTo>
                    <a:cubicBezTo>
                      <a:pt x="144" y="35"/>
                      <a:pt x="141" y="33"/>
                      <a:pt x="140" y="30"/>
                    </a:cubicBezTo>
                    <a:cubicBezTo>
                      <a:pt x="138" y="27"/>
                      <a:pt x="140" y="23"/>
                      <a:pt x="143" y="22"/>
                    </a:cubicBezTo>
                    <a:cubicBezTo>
                      <a:pt x="197" y="4"/>
                      <a:pt x="197" y="4"/>
                      <a:pt x="197" y="4"/>
                    </a:cubicBezTo>
                    <a:cubicBezTo>
                      <a:pt x="212" y="0"/>
                      <a:pt x="225" y="4"/>
                      <a:pt x="239" y="18"/>
                    </a:cubicBezTo>
                    <a:cubicBezTo>
                      <a:pt x="240" y="19"/>
                      <a:pt x="241" y="21"/>
                      <a:pt x="240" y="23"/>
                    </a:cubicBezTo>
                    <a:cubicBezTo>
                      <a:pt x="240" y="25"/>
                      <a:pt x="239" y="27"/>
                      <a:pt x="237" y="28"/>
                    </a:cubicBezTo>
                    <a:cubicBezTo>
                      <a:pt x="213" y="40"/>
                      <a:pt x="194" y="50"/>
                      <a:pt x="178" y="58"/>
                    </a:cubicBezTo>
                    <a:cubicBezTo>
                      <a:pt x="141" y="78"/>
                      <a:pt x="124" y="87"/>
                      <a:pt x="105"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15" name="Freeform 15">
                <a:extLst>
                  <a:ext uri="{FF2B5EF4-FFF2-40B4-BE49-F238E27FC236}">
                    <a16:creationId xmlns:a16="http://schemas.microsoft.com/office/drawing/2014/main" id="{19B2920B-B853-B2E3-0BA0-2903FB1339CB}"/>
                  </a:ext>
                </a:extLst>
              </p:cNvPr>
              <p:cNvSpPr>
                <a:spLocks/>
              </p:cNvSpPr>
              <p:nvPr/>
            </p:nvSpPr>
            <p:spPr bwMode="auto">
              <a:xfrm>
                <a:off x="1427" y="721"/>
                <a:ext cx="226" cy="89"/>
              </a:xfrm>
              <a:custGeom>
                <a:avLst/>
                <a:gdLst>
                  <a:gd name="T0" fmla="*/ 132 w 153"/>
                  <a:gd name="T1" fmla="*/ 60 h 60"/>
                  <a:gd name="T2" fmla="*/ 66 w 153"/>
                  <a:gd name="T3" fmla="*/ 60 h 60"/>
                  <a:gd name="T4" fmla="*/ 60 w 153"/>
                  <a:gd name="T5" fmla="*/ 54 h 60"/>
                  <a:gd name="T6" fmla="*/ 66 w 153"/>
                  <a:gd name="T7" fmla="*/ 48 h 60"/>
                  <a:gd name="T8" fmla="*/ 132 w 153"/>
                  <a:gd name="T9" fmla="*/ 48 h 60"/>
                  <a:gd name="T10" fmla="*/ 141 w 153"/>
                  <a:gd name="T11" fmla="*/ 42 h 60"/>
                  <a:gd name="T12" fmla="*/ 132 w 153"/>
                  <a:gd name="T13" fmla="*/ 36 h 60"/>
                  <a:gd name="T14" fmla="*/ 96 w 153"/>
                  <a:gd name="T15" fmla="*/ 36 h 60"/>
                  <a:gd name="T16" fmla="*/ 92 w 153"/>
                  <a:gd name="T17" fmla="*/ 35 h 60"/>
                  <a:gd name="T18" fmla="*/ 42 w 153"/>
                  <a:gd name="T19" fmla="*/ 12 h 60"/>
                  <a:gd name="T20" fmla="*/ 6 w 153"/>
                  <a:gd name="T21" fmla="*/ 12 h 60"/>
                  <a:gd name="T22" fmla="*/ 0 w 153"/>
                  <a:gd name="T23" fmla="*/ 6 h 60"/>
                  <a:gd name="T24" fmla="*/ 6 w 153"/>
                  <a:gd name="T25" fmla="*/ 0 h 60"/>
                  <a:gd name="T26" fmla="*/ 42 w 153"/>
                  <a:gd name="T27" fmla="*/ 0 h 60"/>
                  <a:gd name="T28" fmla="*/ 99 w 153"/>
                  <a:gd name="T29" fmla="*/ 24 h 60"/>
                  <a:gd name="T30" fmla="*/ 132 w 153"/>
                  <a:gd name="T31" fmla="*/ 24 h 60"/>
                  <a:gd name="T32" fmla="*/ 153 w 153"/>
                  <a:gd name="T33" fmla="*/ 42 h 60"/>
                  <a:gd name="T34" fmla="*/ 132 w 153"/>
                  <a:gd name="T35"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3" h="60">
                    <a:moveTo>
                      <a:pt x="132" y="60"/>
                    </a:moveTo>
                    <a:cubicBezTo>
                      <a:pt x="66" y="60"/>
                      <a:pt x="66" y="60"/>
                      <a:pt x="66" y="60"/>
                    </a:cubicBezTo>
                    <a:cubicBezTo>
                      <a:pt x="63" y="60"/>
                      <a:pt x="60" y="58"/>
                      <a:pt x="60" y="54"/>
                    </a:cubicBezTo>
                    <a:cubicBezTo>
                      <a:pt x="60" y="51"/>
                      <a:pt x="63" y="48"/>
                      <a:pt x="66" y="48"/>
                    </a:cubicBezTo>
                    <a:cubicBezTo>
                      <a:pt x="132" y="48"/>
                      <a:pt x="132" y="48"/>
                      <a:pt x="132" y="48"/>
                    </a:cubicBezTo>
                    <a:cubicBezTo>
                      <a:pt x="139" y="48"/>
                      <a:pt x="141" y="45"/>
                      <a:pt x="141" y="42"/>
                    </a:cubicBezTo>
                    <a:cubicBezTo>
                      <a:pt x="141" y="40"/>
                      <a:pt x="139" y="36"/>
                      <a:pt x="132" y="36"/>
                    </a:cubicBezTo>
                    <a:cubicBezTo>
                      <a:pt x="96" y="36"/>
                      <a:pt x="96" y="36"/>
                      <a:pt x="96" y="36"/>
                    </a:cubicBezTo>
                    <a:cubicBezTo>
                      <a:pt x="95" y="36"/>
                      <a:pt x="93" y="36"/>
                      <a:pt x="92" y="35"/>
                    </a:cubicBezTo>
                    <a:cubicBezTo>
                      <a:pt x="86" y="28"/>
                      <a:pt x="67" y="12"/>
                      <a:pt x="42" y="12"/>
                    </a:cubicBezTo>
                    <a:cubicBezTo>
                      <a:pt x="6" y="12"/>
                      <a:pt x="6" y="12"/>
                      <a:pt x="6" y="12"/>
                    </a:cubicBezTo>
                    <a:cubicBezTo>
                      <a:pt x="3" y="12"/>
                      <a:pt x="0" y="10"/>
                      <a:pt x="0" y="6"/>
                    </a:cubicBezTo>
                    <a:cubicBezTo>
                      <a:pt x="0" y="3"/>
                      <a:pt x="3" y="0"/>
                      <a:pt x="6" y="0"/>
                    </a:cubicBezTo>
                    <a:cubicBezTo>
                      <a:pt x="42" y="0"/>
                      <a:pt x="42" y="0"/>
                      <a:pt x="42" y="0"/>
                    </a:cubicBezTo>
                    <a:cubicBezTo>
                      <a:pt x="70" y="0"/>
                      <a:pt x="90" y="16"/>
                      <a:pt x="99" y="24"/>
                    </a:cubicBezTo>
                    <a:cubicBezTo>
                      <a:pt x="132" y="24"/>
                      <a:pt x="132" y="24"/>
                      <a:pt x="132" y="24"/>
                    </a:cubicBezTo>
                    <a:cubicBezTo>
                      <a:pt x="146" y="24"/>
                      <a:pt x="153" y="33"/>
                      <a:pt x="153" y="42"/>
                    </a:cubicBezTo>
                    <a:cubicBezTo>
                      <a:pt x="153" y="51"/>
                      <a:pt x="146" y="60"/>
                      <a:pt x="132"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16" name="Freeform 16">
                <a:extLst>
                  <a:ext uri="{FF2B5EF4-FFF2-40B4-BE49-F238E27FC236}">
                    <a16:creationId xmlns:a16="http://schemas.microsoft.com/office/drawing/2014/main" id="{CB6461EE-4498-F4D6-CDEB-BC411E8FDAFD}"/>
                  </a:ext>
                </a:extLst>
              </p:cNvPr>
              <p:cNvSpPr>
                <a:spLocks noEditPoints="1"/>
              </p:cNvSpPr>
              <p:nvPr/>
            </p:nvSpPr>
            <p:spPr bwMode="auto">
              <a:xfrm>
                <a:off x="1693" y="455"/>
                <a:ext cx="89" cy="142"/>
              </a:xfrm>
              <a:custGeom>
                <a:avLst/>
                <a:gdLst>
                  <a:gd name="T0" fmla="*/ 54 w 60"/>
                  <a:gd name="T1" fmla="*/ 96 h 96"/>
                  <a:gd name="T2" fmla="*/ 6 w 60"/>
                  <a:gd name="T3" fmla="*/ 96 h 96"/>
                  <a:gd name="T4" fmla="*/ 0 w 60"/>
                  <a:gd name="T5" fmla="*/ 90 h 96"/>
                  <a:gd name="T6" fmla="*/ 0 w 60"/>
                  <a:gd name="T7" fmla="*/ 6 h 96"/>
                  <a:gd name="T8" fmla="*/ 6 w 60"/>
                  <a:gd name="T9" fmla="*/ 0 h 96"/>
                  <a:gd name="T10" fmla="*/ 54 w 60"/>
                  <a:gd name="T11" fmla="*/ 0 h 96"/>
                  <a:gd name="T12" fmla="*/ 60 w 60"/>
                  <a:gd name="T13" fmla="*/ 6 h 96"/>
                  <a:gd name="T14" fmla="*/ 60 w 60"/>
                  <a:gd name="T15" fmla="*/ 90 h 96"/>
                  <a:gd name="T16" fmla="*/ 54 w 60"/>
                  <a:gd name="T17" fmla="*/ 96 h 96"/>
                  <a:gd name="T18" fmla="*/ 12 w 60"/>
                  <a:gd name="T19" fmla="*/ 84 h 96"/>
                  <a:gd name="T20" fmla="*/ 48 w 60"/>
                  <a:gd name="T21" fmla="*/ 84 h 96"/>
                  <a:gd name="T22" fmla="*/ 48 w 60"/>
                  <a:gd name="T23" fmla="*/ 12 h 96"/>
                  <a:gd name="T24" fmla="*/ 12 w 60"/>
                  <a:gd name="T25" fmla="*/ 12 h 96"/>
                  <a:gd name="T26" fmla="*/ 12 w 60"/>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96">
                    <a:moveTo>
                      <a:pt x="54" y="96"/>
                    </a:moveTo>
                    <a:cubicBezTo>
                      <a:pt x="6" y="96"/>
                      <a:pt x="6" y="96"/>
                      <a:pt x="6" y="96"/>
                    </a:cubicBezTo>
                    <a:cubicBezTo>
                      <a:pt x="3" y="96"/>
                      <a:pt x="0" y="94"/>
                      <a:pt x="0" y="90"/>
                    </a:cubicBezTo>
                    <a:cubicBezTo>
                      <a:pt x="0" y="6"/>
                      <a:pt x="0" y="6"/>
                      <a:pt x="0" y="6"/>
                    </a:cubicBezTo>
                    <a:cubicBezTo>
                      <a:pt x="0" y="3"/>
                      <a:pt x="3" y="0"/>
                      <a:pt x="6" y="0"/>
                    </a:cubicBezTo>
                    <a:cubicBezTo>
                      <a:pt x="54" y="0"/>
                      <a:pt x="54" y="0"/>
                      <a:pt x="54" y="0"/>
                    </a:cubicBezTo>
                    <a:cubicBezTo>
                      <a:pt x="58" y="0"/>
                      <a:pt x="60" y="3"/>
                      <a:pt x="60" y="6"/>
                    </a:cubicBezTo>
                    <a:cubicBezTo>
                      <a:pt x="60" y="90"/>
                      <a:pt x="60" y="90"/>
                      <a:pt x="60" y="90"/>
                    </a:cubicBezTo>
                    <a:cubicBezTo>
                      <a:pt x="60" y="94"/>
                      <a:pt x="58" y="96"/>
                      <a:pt x="54" y="96"/>
                    </a:cubicBezTo>
                    <a:close/>
                    <a:moveTo>
                      <a:pt x="12" y="84"/>
                    </a:moveTo>
                    <a:cubicBezTo>
                      <a:pt x="48" y="84"/>
                      <a:pt x="48" y="84"/>
                      <a:pt x="48" y="84"/>
                    </a:cubicBezTo>
                    <a:cubicBezTo>
                      <a:pt x="48" y="12"/>
                      <a:pt x="48" y="12"/>
                      <a:pt x="48"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17" name="Freeform 17">
                <a:extLst>
                  <a:ext uri="{FF2B5EF4-FFF2-40B4-BE49-F238E27FC236}">
                    <a16:creationId xmlns:a16="http://schemas.microsoft.com/office/drawing/2014/main" id="{398F41C1-BF03-7A69-97AF-B2EDE11387BF}"/>
                  </a:ext>
                </a:extLst>
              </p:cNvPr>
              <p:cNvSpPr>
                <a:spLocks/>
              </p:cNvSpPr>
              <p:nvPr/>
            </p:nvSpPr>
            <p:spPr bwMode="auto">
              <a:xfrm>
                <a:off x="1486" y="491"/>
                <a:ext cx="225" cy="88"/>
              </a:xfrm>
              <a:custGeom>
                <a:avLst/>
                <a:gdLst>
                  <a:gd name="T0" fmla="*/ 146 w 152"/>
                  <a:gd name="T1" fmla="*/ 60 h 60"/>
                  <a:gd name="T2" fmla="*/ 110 w 152"/>
                  <a:gd name="T3" fmla="*/ 60 h 60"/>
                  <a:gd name="T4" fmla="*/ 54 w 152"/>
                  <a:gd name="T5" fmla="*/ 36 h 60"/>
                  <a:gd name="T6" fmla="*/ 20 w 152"/>
                  <a:gd name="T7" fmla="*/ 36 h 60"/>
                  <a:gd name="T8" fmla="*/ 0 w 152"/>
                  <a:gd name="T9" fmla="*/ 18 h 60"/>
                  <a:gd name="T10" fmla="*/ 20 w 152"/>
                  <a:gd name="T11" fmla="*/ 0 h 60"/>
                  <a:gd name="T12" fmla="*/ 86 w 152"/>
                  <a:gd name="T13" fmla="*/ 0 h 60"/>
                  <a:gd name="T14" fmla="*/ 92 w 152"/>
                  <a:gd name="T15" fmla="*/ 6 h 60"/>
                  <a:gd name="T16" fmla="*/ 86 w 152"/>
                  <a:gd name="T17" fmla="*/ 12 h 60"/>
                  <a:gd name="T18" fmla="*/ 20 w 152"/>
                  <a:gd name="T19" fmla="*/ 12 h 60"/>
                  <a:gd name="T20" fmla="*/ 12 w 152"/>
                  <a:gd name="T21" fmla="*/ 18 h 60"/>
                  <a:gd name="T22" fmla="*/ 20 w 152"/>
                  <a:gd name="T23" fmla="*/ 24 h 60"/>
                  <a:gd name="T24" fmla="*/ 56 w 152"/>
                  <a:gd name="T25" fmla="*/ 24 h 60"/>
                  <a:gd name="T26" fmla="*/ 61 w 152"/>
                  <a:gd name="T27" fmla="*/ 26 h 60"/>
                  <a:gd name="T28" fmla="*/ 110 w 152"/>
                  <a:gd name="T29" fmla="*/ 48 h 60"/>
                  <a:gd name="T30" fmla="*/ 146 w 152"/>
                  <a:gd name="T31" fmla="*/ 48 h 60"/>
                  <a:gd name="T32" fmla="*/ 152 w 152"/>
                  <a:gd name="T33" fmla="*/ 54 h 60"/>
                  <a:gd name="T34" fmla="*/ 146 w 152"/>
                  <a:gd name="T35"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 h="60">
                    <a:moveTo>
                      <a:pt x="146" y="60"/>
                    </a:moveTo>
                    <a:cubicBezTo>
                      <a:pt x="110" y="60"/>
                      <a:pt x="110" y="60"/>
                      <a:pt x="110" y="60"/>
                    </a:cubicBezTo>
                    <a:cubicBezTo>
                      <a:pt x="83" y="60"/>
                      <a:pt x="63" y="45"/>
                      <a:pt x="54" y="36"/>
                    </a:cubicBezTo>
                    <a:cubicBezTo>
                      <a:pt x="20" y="36"/>
                      <a:pt x="20" y="36"/>
                      <a:pt x="20" y="36"/>
                    </a:cubicBezTo>
                    <a:cubicBezTo>
                      <a:pt x="7" y="36"/>
                      <a:pt x="0" y="27"/>
                      <a:pt x="0" y="18"/>
                    </a:cubicBezTo>
                    <a:cubicBezTo>
                      <a:pt x="0" y="9"/>
                      <a:pt x="7" y="0"/>
                      <a:pt x="20" y="0"/>
                    </a:cubicBezTo>
                    <a:cubicBezTo>
                      <a:pt x="86" y="0"/>
                      <a:pt x="86" y="0"/>
                      <a:pt x="86" y="0"/>
                    </a:cubicBezTo>
                    <a:cubicBezTo>
                      <a:pt x="90" y="0"/>
                      <a:pt x="92" y="3"/>
                      <a:pt x="92" y="6"/>
                    </a:cubicBezTo>
                    <a:cubicBezTo>
                      <a:pt x="92" y="10"/>
                      <a:pt x="90" y="12"/>
                      <a:pt x="86" y="12"/>
                    </a:cubicBezTo>
                    <a:cubicBezTo>
                      <a:pt x="20" y="12"/>
                      <a:pt x="20" y="12"/>
                      <a:pt x="20" y="12"/>
                    </a:cubicBezTo>
                    <a:cubicBezTo>
                      <a:pt x="14" y="12"/>
                      <a:pt x="12" y="16"/>
                      <a:pt x="12" y="18"/>
                    </a:cubicBezTo>
                    <a:cubicBezTo>
                      <a:pt x="12" y="21"/>
                      <a:pt x="14" y="24"/>
                      <a:pt x="20" y="24"/>
                    </a:cubicBezTo>
                    <a:cubicBezTo>
                      <a:pt x="56" y="24"/>
                      <a:pt x="56" y="24"/>
                      <a:pt x="56" y="24"/>
                    </a:cubicBezTo>
                    <a:cubicBezTo>
                      <a:pt x="58" y="24"/>
                      <a:pt x="60" y="25"/>
                      <a:pt x="61" y="26"/>
                    </a:cubicBezTo>
                    <a:cubicBezTo>
                      <a:pt x="67" y="33"/>
                      <a:pt x="86" y="48"/>
                      <a:pt x="110" y="48"/>
                    </a:cubicBezTo>
                    <a:cubicBezTo>
                      <a:pt x="146" y="48"/>
                      <a:pt x="146" y="48"/>
                      <a:pt x="146" y="48"/>
                    </a:cubicBezTo>
                    <a:cubicBezTo>
                      <a:pt x="150" y="48"/>
                      <a:pt x="152" y="51"/>
                      <a:pt x="152" y="54"/>
                    </a:cubicBezTo>
                    <a:cubicBezTo>
                      <a:pt x="152" y="58"/>
                      <a:pt x="150" y="60"/>
                      <a:pt x="14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19" name="Freeform 18">
                <a:extLst>
                  <a:ext uri="{FF2B5EF4-FFF2-40B4-BE49-F238E27FC236}">
                    <a16:creationId xmlns:a16="http://schemas.microsoft.com/office/drawing/2014/main" id="{04F122FC-FD11-E45D-ED5E-B6CFC1888D3B}"/>
                  </a:ext>
                </a:extLst>
              </p:cNvPr>
              <p:cNvSpPr>
                <a:spLocks/>
              </p:cNvSpPr>
              <p:nvPr/>
            </p:nvSpPr>
            <p:spPr bwMode="auto">
              <a:xfrm>
                <a:off x="1356" y="427"/>
                <a:ext cx="357" cy="135"/>
              </a:xfrm>
              <a:custGeom>
                <a:avLst/>
                <a:gdLst>
                  <a:gd name="T0" fmla="*/ 33 w 241"/>
                  <a:gd name="T1" fmla="*/ 91 h 91"/>
                  <a:gd name="T2" fmla="*/ 2 w 241"/>
                  <a:gd name="T3" fmla="*/ 76 h 91"/>
                  <a:gd name="T4" fmla="*/ 1 w 241"/>
                  <a:gd name="T5" fmla="*/ 71 h 91"/>
                  <a:gd name="T6" fmla="*/ 4 w 241"/>
                  <a:gd name="T7" fmla="*/ 67 h 91"/>
                  <a:gd name="T8" fmla="*/ 63 w 241"/>
                  <a:gd name="T9" fmla="*/ 36 h 91"/>
                  <a:gd name="T10" fmla="*/ 201 w 241"/>
                  <a:gd name="T11" fmla="*/ 24 h 91"/>
                  <a:gd name="T12" fmla="*/ 236 w 241"/>
                  <a:gd name="T13" fmla="*/ 36 h 91"/>
                  <a:gd name="T14" fmla="*/ 240 w 241"/>
                  <a:gd name="T15" fmla="*/ 44 h 91"/>
                  <a:gd name="T16" fmla="*/ 233 w 241"/>
                  <a:gd name="T17" fmla="*/ 48 h 91"/>
                  <a:gd name="T18" fmla="*/ 197 w 241"/>
                  <a:gd name="T19" fmla="*/ 36 h 91"/>
                  <a:gd name="T20" fmla="*/ 68 w 241"/>
                  <a:gd name="T21" fmla="*/ 47 h 91"/>
                  <a:gd name="T22" fmla="*/ 17 w 241"/>
                  <a:gd name="T23" fmla="*/ 73 h 91"/>
                  <a:gd name="T24" fmla="*/ 41 w 241"/>
                  <a:gd name="T25" fmla="*/ 78 h 91"/>
                  <a:gd name="T26" fmla="*/ 93 w 241"/>
                  <a:gd name="T27" fmla="*/ 61 h 91"/>
                  <a:gd name="T28" fmla="*/ 101 w 241"/>
                  <a:gd name="T29" fmla="*/ 64 h 91"/>
                  <a:gd name="T30" fmla="*/ 97 w 241"/>
                  <a:gd name="T31" fmla="*/ 72 h 91"/>
                  <a:gd name="T32" fmla="*/ 44 w 241"/>
                  <a:gd name="T33" fmla="*/ 90 h 91"/>
                  <a:gd name="T34" fmla="*/ 33 w 241"/>
                  <a:gd name="T35"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1" h="91">
                    <a:moveTo>
                      <a:pt x="33" y="91"/>
                    </a:moveTo>
                    <a:cubicBezTo>
                      <a:pt x="22" y="91"/>
                      <a:pt x="13" y="87"/>
                      <a:pt x="2" y="76"/>
                    </a:cubicBezTo>
                    <a:cubicBezTo>
                      <a:pt x="1" y="75"/>
                      <a:pt x="0" y="73"/>
                      <a:pt x="1" y="71"/>
                    </a:cubicBezTo>
                    <a:cubicBezTo>
                      <a:pt x="1" y="69"/>
                      <a:pt x="2" y="67"/>
                      <a:pt x="4" y="67"/>
                    </a:cubicBezTo>
                    <a:cubicBezTo>
                      <a:pt x="28" y="54"/>
                      <a:pt x="47" y="44"/>
                      <a:pt x="63" y="36"/>
                    </a:cubicBezTo>
                    <a:cubicBezTo>
                      <a:pt x="130" y="0"/>
                      <a:pt x="131" y="0"/>
                      <a:pt x="201" y="24"/>
                    </a:cubicBezTo>
                    <a:cubicBezTo>
                      <a:pt x="211" y="28"/>
                      <a:pt x="223" y="32"/>
                      <a:pt x="236" y="36"/>
                    </a:cubicBezTo>
                    <a:cubicBezTo>
                      <a:pt x="239" y="37"/>
                      <a:pt x="241" y="41"/>
                      <a:pt x="240" y="44"/>
                    </a:cubicBezTo>
                    <a:cubicBezTo>
                      <a:pt x="239" y="47"/>
                      <a:pt x="236" y="49"/>
                      <a:pt x="233" y="48"/>
                    </a:cubicBezTo>
                    <a:cubicBezTo>
                      <a:pt x="219" y="43"/>
                      <a:pt x="208" y="39"/>
                      <a:pt x="197" y="36"/>
                    </a:cubicBezTo>
                    <a:cubicBezTo>
                      <a:pt x="132" y="13"/>
                      <a:pt x="132" y="13"/>
                      <a:pt x="68" y="47"/>
                    </a:cubicBezTo>
                    <a:cubicBezTo>
                      <a:pt x="55" y="54"/>
                      <a:pt x="38" y="63"/>
                      <a:pt x="17" y="73"/>
                    </a:cubicBezTo>
                    <a:cubicBezTo>
                      <a:pt x="26" y="80"/>
                      <a:pt x="33" y="80"/>
                      <a:pt x="41" y="78"/>
                    </a:cubicBezTo>
                    <a:cubicBezTo>
                      <a:pt x="93" y="61"/>
                      <a:pt x="93" y="61"/>
                      <a:pt x="93" y="61"/>
                    </a:cubicBezTo>
                    <a:cubicBezTo>
                      <a:pt x="97" y="60"/>
                      <a:pt x="100" y="61"/>
                      <a:pt x="101" y="64"/>
                    </a:cubicBezTo>
                    <a:cubicBezTo>
                      <a:pt x="102" y="68"/>
                      <a:pt x="100" y="71"/>
                      <a:pt x="97" y="72"/>
                    </a:cubicBezTo>
                    <a:cubicBezTo>
                      <a:pt x="44" y="90"/>
                      <a:pt x="44" y="90"/>
                      <a:pt x="44" y="90"/>
                    </a:cubicBezTo>
                    <a:cubicBezTo>
                      <a:pt x="40" y="91"/>
                      <a:pt x="36" y="91"/>
                      <a:pt x="33" y="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grpSp>
      </p:grpSp>
      <p:grpSp>
        <p:nvGrpSpPr>
          <p:cNvPr id="26" name="Group 25">
            <a:extLst>
              <a:ext uri="{FF2B5EF4-FFF2-40B4-BE49-F238E27FC236}">
                <a16:creationId xmlns:a16="http://schemas.microsoft.com/office/drawing/2014/main" id="{215B8CCD-4CE8-5545-487E-6F9B9433D8CB}"/>
              </a:ext>
            </a:extLst>
          </p:cNvPr>
          <p:cNvGrpSpPr/>
          <p:nvPr/>
        </p:nvGrpSpPr>
        <p:grpSpPr>
          <a:xfrm>
            <a:off x="10369976" y="3592326"/>
            <a:ext cx="678057" cy="678057"/>
            <a:chOff x="7767386" y="4220136"/>
            <a:chExt cx="678057" cy="678057"/>
          </a:xfrm>
          <a:effectLst>
            <a:outerShdw blurRad="50800" dist="38100" dir="2700000" algn="tl" rotWithShape="0">
              <a:prstClr val="black">
                <a:alpha val="40000"/>
              </a:prstClr>
            </a:outerShdw>
          </a:effectLst>
        </p:grpSpPr>
        <p:sp>
          <p:nvSpPr>
            <p:cNvPr id="27" name="Oval 26">
              <a:extLst>
                <a:ext uri="{FF2B5EF4-FFF2-40B4-BE49-F238E27FC236}">
                  <a16:creationId xmlns:a16="http://schemas.microsoft.com/office/drawing/2014/main" id="{6DC01AF5-288C-C5C8-0D37-A37173EB6990}"/>
                </a:ext>
              </a:extLst>
            </p:cNvPr>
            <p:cNvSpPr/>
            <p:nvPr/>
          </p:nvSpPr>
          <p:spPr bwMode="auto">
            <a:xfrm>
              <a:off x="7767386" y="4220136"/>
              <a:ext cx="678057" cy="678057"/>
            </a:xfrm>
            <a:prstGeom prst="ellipse">
              <a:avLst/>
            </a:prstGeom>
            <a:solidFill>
              <a:srgbClr val="0070C0"/>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US" sz="1600" b="0" i="0" u="none" strike="noStrike" kern="0" cap="none" spc="0" normalizeH="0" baseline="0" noProof="0" err="1">
                <a:ln>
                  <a:noFill/>
                </a:ln>
                <a:solidFill>
                  <a:srgbClr val="000000"/>
                </a:solidFill>
                <a:effectLst/>
                <a:uLnTx/>
                <a:uFillTx/>
                <a:latin typeface="Arial"/>
                <a:ea typeface="+mn-ea"/>
              </a:endParaRPr>
            </a:p>
          </p:txBody>
        </p:sp>
        <p:grpSp>
          <p:nvGrpSpPr>
            <p:cNvPr id="28" name="Group 107">
              <a:extLst>
                <a:ext uri="{FF2B5EF4-FFF2-40B4-BE49-F238E27FC236}">
                  <a16:creationId xmlns:a16="http://schemas.microsoft.com/office/drawing/2014/main" id="{D82EAC2C-F985-4E70-6974-928348C93FE6}"/>
                </a:ext>
              </a:extLst>
            </p:cNvPr>
            <p:cNvGrpSpPr>
              <a:grpSpLocks noChangeAspect="1"/>
            </p:cNvGrpSpPr>
            <p:nvPr/>
          </p:nvGrpSpPr>
          <p:grpSpPr bwMode="auto">
            <a:xfrm>
              <a:off x="7938322" y="4335388"/>
              <a:ext cx="336185" cy="447544"/>
              <a:chOff x="6592" y="1720"/>
              <a:chExt cx="320" cy="426"/>
            </a:xfrm>
            <a:solidFill>
              <a:schemeClr val="bg1"/>
            </a:solidFill>
          </p:grpSpPr>
          <p:sp>
            <p:nvSpPr>
              <p:cNvPr id="29" name="Freeform 108">
                <a:extLst>
                  <a:ext uri="{FF2B5EF4-FFF2-40B4-BE49-F238E27FC236}">
                    <a16:creationId xmlns:a16="http://schemas.microsoft.com/office/drawing/2014/main" id="{4E01C006-0324-51A8-5B04-8BD5A38EB7D1}"/>
                  </a:ext>
                </a:extLst>
              </p:cNvPr>
              <p:cNvSpPr>
                <a:spLocks noEditPoints="1"/>
              </p:cNvSpPr>
              <p:nvPr/>
            </p:nvSpPr>
            <p:spPr bwMode="auto">
              <a:xfrm>
                <a:off x="6708" y="1720"/>
                <a:ext cx="88"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7"/>
                      <a:pt x="0" y="30"/>
                    </a:cubicBezTo>
                    <a:cubicBezTo>
                      <a:pt x="0" y="14"/>
                      <a:pt x="14" y="0"/>
                      <a:pt x="30" y="0"/>
                    </a:cubicBezTo>
                    <a:cubicBezTo>
                      <a:pt x="47" y="0"/>
                      <a:pt x="60" y="14"/>
                      <a:pt x="60" y="30"/>
                    </a:cubicBezTo>
                    <a:cubicBezTo>
                      <a:pt x="60" y="47"/>
                      <a:pt x="47" y="60"/>
                      <a:pt x="30" y="60"/>
                    </a:cubicBezTo>
                    <a:close/>
                    <a:moveTo>
                      <a:pt x="30" y="12"/>
                    </a:moveTo>
                    <a:cubicBezTo>
                      <a:pt x="20" y="12"/>
                      <a:pt x="12" y="21"/>
                      <a:pt x="12" y="30"/>
                    </a:cubicBezTo>
                    <a:cubicBezTo>
                      <a:pt x="12" y="40"/>
                      <a:pt x="20" y="48"/>
                      <a:pt x="30" y="48"/>
                    </a:cubicBezTo>
                    <a:cubicBezTo>
                      <a:pt x="40" y="48"/>
                      <a:pt x="48" y="40"/>
                      <a:pt x="48" y="30"/>
                    </a:cubicBezTo>
                    <a:cubicBezTo>
                      <a:pt x="48" y="21"/>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30" name="Freeform 109">
                <a:extLst>
                  <a:ext uri="{FF2B5EF4-FFF2-40B4-BE49-F238E27FC236}">
                    <a16:creationId xmlns:a16="http://schemas.microsoft.com/office/drawing/2014/main" id="{22F6CDAE-7527-8DB1-62A9-9432A401DAEC}"/>
                  </a:ext>
                </a:extLst>
              </p:cNvPr>
              <p:cNvSpPr>
                <a:spLocks/>
              </p:cNvSpPr>
              <p:nvPr/>
            </p:nvSpPr>
            <p:spPr bwMode="auto">
              <a:xfrm>
                <a:off x="6592" y="1978"/>
                <a:ext cx="320" cy="168"/>
              </a:xfrm>
              <a:custGeom>
                <a:avLst/>
                <a:gdLst>
                  <a:gd name="T0" fmla="*/ 108 w 216"/>
                  <a:gd name="T1" fmla="*/ 114 h 114"/>
                  <a:gd name="T2" fmla="*/ 0 w 216"/>
                  <a:gd name="T3" fmla="*/ 6 h 114"/>
                  <a:gd name="T4" fmla="*/ 4 w 216"/>
                  <a:gd name="T5" fmla="*/ 1 h 114"/>
                  <a:gd name="T6" fmla="*/ 10 w 216"/>
                  <a:gd name="T7" fmla="*/ 2 h 114"/>
                  <a:gd name="T8" fmla="*/ 34 w 216"/>
                  <a:gd name="T9" fmla="*/ 26 h 114"/>
                  <a:gd name="T10" fmla="*/ 34 w 216"/>
                  <a:gd name="T11" fmla="*/ 35 h 114"/>
                  <a:gd name="T12" fmla="*/ 26 w 216"/>
                  <a:gd name="T13" fmla="*/ 35 h 114"/>
                  <a:gd name="T14" fmla="*/ 14 w 216"/>
                  <a:gd name="T15" fmla="*/ 22 h 114"/>
                  <a:gd name="T16" fmla="*/ 108 w 216"/>
                  <a:gd name="T17" fmla="*/ 102 h 114"/>
                  <a:gd name="T18" fmla="*/ 203 w 216"/>
                  <a:gd name="T19" fmla="*/ 22 h 114"/>
                  <a:gd name="T20" fmla="*/ 190 w 216"/>
                  <a:gd name="T21" fmla="*/ 35 h 114"/>
                  <a:gd name="T22" fmla="*/ 182 w 216"/>
                  <a:gd name="T23" fmla="*/ 35 h 114"/>
                  <a:gd name="T24" fmla="*/ 182 w 216"/>
                  <a:gd name="T25" fmla="*/ 26 h 114"/>
                  <a:gd name="T26" fmla="*/ 206 w 216"/>
                  <a:gd name="T27" fmla="*/ 2 h 114"/>
                  <a:gd name="T28" fmla="*/ 213 w 216"/>
                  <a:gd name="T29" fmla="*/ 1 h 114"/>
                  <a:gd name="T30" fmla="*/ 216 w 216"/>
                  <a:gd name="T31" fmla="*/ 6 h 114"/>
                  <a:gd name="T32" fmla="*/ 108 w 216"/>
                  <a:gd name="T33"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6" h="114">
                    <a:moveTo>
                      <a:pt x="108" y="114"/>
                    </a:moveTo>
                    <a:cubicBezTo>
                      <a:pt x="49" y="114"/>
                      <a:pt x="0" y="66"/>
                      <a:pt x="0" y="6"/>
                    </a:cubicBezTo>
                    <a:cubicBezTo>
                      <a:pt x="0" y="4"/>
                      <a:pt x="2" y="2"/>
                      <a:pt x="4" y="1"/>
                    </a:cubicBezTo>
                    <a:cubicBezTo>
                      <a:pt x="6" y="0"/>
                      <a:pt x="9" y="0"/>
                      <a:pt x="10" y="2"/>
                    </a:cubicBezTo>
                    <a:cubicBezTo>
                      <a:pt x="34" y="26"/>
                      <a:pt x="34" y="26"/>
                      <a:pt x="34" y="26"/>
                    </a:cubicBezTo>
                    <a:cubicBezTo>
                      <a:pt x="37" y="29"/>
                      <a:pt x="37" y="32"/>
                      <a:pt x="34" y="35"/>
                    </a:cubicBezTo>
                    <a:cubicBezTo>
                      <a:pt x="32" y="37"/>
                      <a:pt x="28" y="37"/>
                      <a:pt x="26" y="35"/>
                    </a:cubicBezTo>
                    <a:cubicBezTo>
                      <a:pt x="14" y="22"/>
                      <a:pt x="14" y="22"/>
                      <a:pt x="14" y="22"/>
                    </a:cubicBezTo>
                    <a:cubicBezTo>
                      <a:pt x="21" y="68"/>
                      <a:pt x="61" y="102"/>
                      <a:pt x="108" y="102"/>
                    </a:cubicBezTo>
                    <a:cubicBezTo>
                      <a:pt x="156" y="102"/>
                      <a:pt x="195" y="68"/>
                      <a:pt x="203" y="22"/>
                    </a:cubicBezTo>
                    <a:cubicBezTo>
                      <a:pt x="190" y="35"/>
                      <a:pt x="190" y="35"/>
                      <a:pt x="190" y="35"/>
                    </a:cubicBezTo>
                    <a:cubicBezTo>
                      <a:pt x="188" y="37"/>
                      <a:pt x="184" y="37"/>
                      <a:pt x="182" y="35"/>
                    </a:cubicBezTo>
                    <a:cubicBezTo>
                      <a:pt x="180" y="32"/>
                      <a:pt x="180" y="29"/>
                      <a:pt x="182" y="26"/>
                    </a:cubicBezTo>
                    <a:cubicBezTo>
                      <a:pt x="206" y="2"/>
                      <a:pt x="206" y="2"/>
                      <a:pt x="206" y="2"/>
                    </a:cubicBezTo>
                    <a:cubicBezTo>
                      <a:pt x="208" y="0"/>
                      <a:pt x="210" y="0"/>
                      <a:pt x="213" y="1"/>
                    </a:cubicBezTo>
                    <a:cubicBezTo>
                      <a:pt x="215" y="2"/>
                      <a:pt x="216" y="4"/>
                      <a:pt x="216" y="6"/>
                    </a:cubicBezTo>
                    <a:cubicBezTo>
                      <a:pt x="216" y="66"/>
                      <a:pt x="168" y="114"/>
                      <a:pt x="108"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31" name="Freeform 110">
                <a:extLst>
                  <a:ext uri="{FF2B5EF4-FFF2-40B4-BE49-F238E27FC236}">
                    <a16:creationId xmlns:a16="http://schemas.microsoft.com/office/drawing/2014/main" id="{95592D51-FFC3-4225-3311-0B6CB7AA26C5}"/>
                  </a:ext>
                </a:extLst>
              </p:cNvPr>
              <p:cNvSpPr>
                <a:spLocks/>
              </p:cNvSpPr>
              <p:nvPr/>
            </p:nvSpPr>
            <p:spPr bwMode="auto">
              <a:xfrm>
                <a:off x="6743" y="1791"/>
                <a:ext cx="18" cy="355"/>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10" y="0"/>
                      <a:pt x="12" y="3"/>
                      <a:pt x="12" y="6"/>
                    </a:cubicBezTo>
                    <a:cubicBezTo>
                      <a:pt x="12" y="234"/>
                      <a:pt x="12" y="234"/>
                      <a:pt x="12" y="234"/>
                    </a:cubicBezTo>
                    <a:cubicBezTo>
                      <a:pt x="12" y="238"/>
                      <a:pt x="10" y="240"/>
                      <a:pt x="6" y="2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32" name="Freeform 111">
                <a:extLst>
                  <a:ext uri="{FF2B5EF4-FFF2-40B4-BE49-F238E27FC236}">
                    <a16:creationId xmlns:a16="http://schemas.microsoft.com/office/drawing/2014/main" id="{F7002014-B1B1-17D5-DB7E-20E84CD4E2D7}"/>
                  </a:ext>
                </a:extLst>
              </p:cNvPr>
              <p:cNvSpPr>
                <a:spLocks/>
              </p:cNvSpPr>
              <p:nvPr/>
            </p:nvSpPr>
            <p:spPr bwMode="auto">
              <a:xfrm>
                <a:off x="6663" y="1880"/>
                <a:ext cx="178" cy="18"/>
              </a:xfrm>
              <a:custGeom>
                <a:avLst/>
                <a:gdLst>
                  <a:gd name="T0" fmla="*/ 114 w 120"/>
                  <a:gd name="T1" fmla="*/ 12 h 12"/>
                  <a:gd name="T2" fmla="*/ 6 w 120"/>
                  <a:gd name="T3" fmla="*/ 12 h 12"/>
                  <a:gd name="T4" fmla="*/ 0 w 120"/>
                  <a:gd name="T5" fmla="*/ 6 h 12"/>
                  <a:gd name="T6" fmla="*/ 6 w 120"/>
                  <a:gd name="T7" fmla="*/ 0 h 12"/>
                  <a:gd name="T8" fmla="*/ 114 w 120"/>
                  <a:gd name="T9" fmla="*/ 0 h 12"/>
                  <a:gd name="T10" fmla="*/ 120 w 120"/>
                  <a:gd name="T11" fmla="*/ 6 h 12"/>
                  <a:gd name="T12" fmla="*/ 114 w 12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20" h="12">
                    <a:moveTo>
                      <a:pt x="114" y="12"/>
                    </a:moveTo>
                    <a:cubicBezTo>
                      <a:pt x="6" y="12"/>
                      <a:pt x="6" y="12"/>
                      <a:pt x="6" y="12"/>
                    </a:cubicBezTo>
                    <a:cubicBezTo>
                      <a:pt x="3" y="12"/>
                      <a:pt x="0" y="10"/>
                      <a:pt x="0" y="6"/>
                    </a:cubicBezTo>
                    <a:cubicBezTo>
                      <a:pt x="0" y="3"/>
                      <a:pt x="3" y="0"/>
                      <a:pt x="6" y="0"/>
                    </a:cubicBezTo>
                    <a:cubicBezTo>
                      <a:pt x="114" y="0"/>
                      <a:pt x="114" y="0"/>
                      <a:pt x="114" y="0"/>
                    </a:cubicBezTo>
                    <a:cubicBezTo>
                      <a:pt x="118" y="0"/>
                      <a:pt x="120" y="3"/>
                      <a:pt x="120" y="6"/>
                    </a:cubicBezTo>
                    <a:cubicBezTo>
                      <a:pt x="120" y="10"/>
                      <a:pt x="118" y="12"/>
                      <a:pt x="1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grpSp>
      </p:grpSp>
      <p:grpSp>
        <p:nvGrpSpPr>
          <p:cNvPr id="33" name="Group 32">
            <a:extLst>
              <a:ext uri="{FF2B5EF4-FFF2-40B4-BE49-F238E27FC236}">
                <a16:creationId xmlns:a16="http://schemas.microsoft.com/office/drawing/2014/main" id="{3E887B53-7899-F116-5A4A-2A2F923484C7}"/>
              </a:ext>
            </a:extLst>
          </p:cNvPr>
          <p:cNvGrpSpPr/>
          <p:nvPr/>
        </p:nvGrpSpPr>
        <p:grpSpPr>
          <a:xfrm>
            <a:off x="9037160" y="1115026"/>
            <a:ext cx="678057" cy="678057"/>
            <a:chOff x="6512274" y="2412538"/>
            <a:chExt cx="678057" cy="678057"/>
          </a:xfrm>
          <a:effectLst>
            <a:outerShdw blurRad="50800" dist="38100" dir="2700000" algn="tl" rotWithShape="0">
              <a:prstClr val="black">
                <a:alpha val="40000"/>
              </a:prstClr>
            </a:outerShdw>
          </a:effectLst>
        </p:grpSpPr>
        <p:sp>
          <p:nvSpPr>
            <p:cNvPr id="34" name="Oval 33">
              <a:extLst>
                <a:ext uri="{FF2B5EF4-FFF2-40B4-BE49-F238E27FC236}">
                  <a16:creationId xmlns:a16="http://schemas.microsoft.com/office/drawing/2014/main" id="{B7CE0BDB-5DF1-6F8B-BD42-02D3DBE36353}"/>
                </a:ext>
              </a:extLst>
            </p:cNvPr>
            <p:cNvSpPr/>
            <p:nvPr/>
          </p:nvSpPr>
          <p:spPr bwMode="auto">
            <a:xfrm>
              <a:off x="6512274" y="2412538"/>
              <a:ext cx="678057" cy="678057"/>
            </a:xfrm>
            <a:prstGeom prst="ellipse">
              <a:avLst/>
            </a:prstGeom>
            <a:solidFill>
              <a:srgbClr val="0070C0"/>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US" sz="1600" b="0" i="0" u="none" strike="noStrike" kern="0" cap="none" spc="0" normalizeH="0" baseline="0" noProof="0" dirty="0">
                <a:ln>
                  <a:noFill/>
                </a:ln>
                <a:solidFill>
                  <a:srgbClr val="000000"/>
                </a:solidFill>
                <a:effectLst/>
                <a:uLnTx/>
                <a:uFillTx/>
                <a:latin typeface="Arial"/>
                <a:ea typeface="+mn-ea"/>
              </a:endParaRPr>
            </a:p>
          </p:txBody>
        </p:sp>
        <p:grpSp>
          <p:nvGrpSpPr>
            <p:cNvPr id="35" name="Group 190">
              <a:extLst>
                <a:ext uri="{FF2B5EF4-FFF2-40B4-BE49-F238E27FC236}">
                  <a16:creationId xmlns:a16="http://schemas.microsoft.com/office/drawing/2014/main" id="{97EB518F-5430-1AFE-AB4B-5DB1C4BA287B}"/>
                </a:ext>
              </a:extLst>
            </p:cNvPr>
            <p:cNvGrpSpPr>
              <a:grpSpLocks noChangeAspect="1"/>
            </p:cNvGrpSpPr>
            <p:nvPr/>
          </p:nvGrpSpPr>
          <p:grpSpPr bwMode="auto">
            <a:xfrm>
              <a:off x="6617860" y="2615756"/>
              <a:ext cx="466884" cy="271621"/>
              <a:chOff x="6539" y="3087"/>
              <a:chExt cx="428" cy="249"/>
            </a:xfrm>
            <a:solidFill>
              <a:schemeClr val="bg1"/>
            </a:solidFill>
          </p:grpSpPr>
          <p:sp>
            <p:nvSpPr>
              <p:cNvPr id="36" name="Freeform 191">
                <a:extLst>
                  <a:ext uri="{FF2B5EF4-FFF2-40B4-BE49-F238E27FC236}">
                    <a16:creationId xmlns:a16="http://schemas.microsoft.com/office/drawing/2014/main" id="{3E9A2FF3-AFDC-2C6C-5BC3-695D17BB9612}"/>
                  </a:ext>
                </a:extLst>
              </p:cNvPr>
              <p:cNvSpPr>
                <a:spLocks noEditPoints="1"/>
              </p:cNvSpPr>
              <p:nvPr/>
            </p:nvSpPr>
            <p:spPr bwMode="auto">
              <a:xfrm>
                <a:off x="6539" y="3087"/>
                <a:ext cx="428" cy="249"/>
              </a:xfrm>
              <a:custGeom>
                <a:avLst/>
                <a:gdLst>
                  <a:gd name="T0" fmla="*/ 144 w 289"/>
                  <a:gd name="T1" fmla="*/ 168 h 168"/>
                  <a:gd name="T2" fmla="*/ 2 w 289"/>
                  <a:gd name="T3" fmla="*/ 88 h 168"/>
                  <a:gd name="T4" fmla="*/ 2 w 289"/>
                  <a:gd name="T5" fmla="*/ 80 h 168"/>
                  <a:gd name="T6" fmla="*/ 144 w 289"/>
                  <a:gd name="T7" fmla="*/ 0 h 168"/>
                  <a:gd name="T8" fmla="*/ 287 w 289"/>
                  <a:gd name="T9" fmla="*/ 80 h 168"/>
                  <a:gd name="T10" fmla="*/ 287 w 289"/>
                  <a:gd name="T11" fmla="*/ 88 h 168"/>
                  <a:gd name="T12" fmla="*/ 144 w 289"/>
                  <a:gd name="T13" fmla="*/ 168 h 168"/>
                  <a:gd name="T14" fmla="*/ 14 w 289"/>
                  <a:gd name="T15" fmla="*/ 84 h 168"/>
                  <a:gd name="T16" fmla="*/ 144 w 289"/>
                  <a:gd name="T17" fmla="*/ 156 h 168"/>
                  <a:gd name="T18" fmla="*/ 275 w 289"/>
                  <a:gd name="T19" fmla="*/ 84 h 168"/>
                  <a:gd name="T20" fmla="*/ 144 w 289"/>
                  <a:gd name="T21" fmla="*/ 12 h 168"/>
                  <a:gd name="T22" fmla="*/ 14 w 289"/>
                  <a:gd name="T23" fmla="*/ 8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9" h="168">
                    <a:moveTo>
                      <a:pt x="144" y="168"/>
                    </a:moveTo>
                    <a:cubicBezTo>
                      <a:pt x="66" y="168"/>
                      <a:pt x="4" y="91"/>
                      <a:pt x="2" y="88"/>
                    </a:cubicBezTo>
                    <a:cubicBezTo>
                      <a:pt x="0" y="86"/>
                      <a:pt x="0" y="82"/>
                      <a:pt x="2" y="80"/>
                    </a:cubicBezTo>
                    <a:cubicBezTo>
                      <a:pt x="4" y="77"/>
                      <a:pt x="66" y="0"/>
                      <a:pt x="144" y="0"/>
                    </a:cubicBezTo>
                    <a:cubicBezTo>
                      <a:pt x="223" y="0"/>
                      <a:pt x="285" y="77"/>
                      <a:pt x="287" y="80"/>
                    </a:cubicBezTo>
                    <a:cubicBezTo>
                      <a:pt x="289" y="82"/>
                      <a:pt x="289" y="86"/>
                      <a:pt x="287" y="88"/>
                    </a:cubicBezTo>
                    <a:cubicBezTo>
                      <a:pt x="285" y="91"/>
                      <a:pt x="223" y="168"/>
                      <a:pt x="144" y="168"/>
                    </a:cubicBezTo>
                    <a:close/>
                    <a:moveTo>
                      <a:pt x="14" y="84"/>
                    </a:moveTo>
                    <a:cubicBezTo>
                      <a:pt x="28" y="99"/>
                      <a:pt x="81" y="156"/>
                      <a:pt x="144" y="156"/>
                    </a:cubicBezTo>
                    <a:cubicBezTo>
                      <a:pt x="207" y="156"/>
                      <a:pt x="261" y="99"/>
                      <a:pt x="275" y="84"/>
                    </a:cubicBezTo>
                    <a:cubicBezTo>
                      <a:pt x="261" y="69"/>
                      <a:pt x="207" y="12"/>
                      <a:pt x="144" y="12"/>
                    </a:cubicBezTo>
                    <a:cubicBezTo>
                      <a:pt x="81" y="12"/>
                      <a:pt x="28" y="69"/>
                      <a:pt x="1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37" name="Freeform 192">
                <a:extLst>
                  <a:ext uri="{FF2B5EF4-FFF2-40B4-BE49-F238E27FC236}">
                    <a16:creationId xmlns:a16="http://schemas.microsoft.com/office/drawing/2014/main" id="{B8F36C48-956D-8670-C09F-63C89DE7CDBA}"/>
                  </a:ext>
                </a:extLst>
              </p:cNvPr>
              <p:cNvSpPr>
                <a:spLocks noEditPoints="1"/>
              </p:cNvSpPr>
              <p:nvPr/>
            </p:nvSpPr>
            <p:spPr bwMode="auto">
              <a:xfrm>
                <a:off x="6672" y="3132"/>
                <a:ext cx="160" cy="159"/>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5" y="108"/>
                      <a:pt x="0" y="84"/>
                      <a:pt x="0" y="54"/>
                    </a:cubicBezTo>
                    <a:cubicBezTo>
                      <a:pt x="0" y="24"/>
                      <a:pt x="25"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8" y="96"/>
                      <a:pt x="96" y="77"/>
                      <a:pt x="96" y="54"/>
                    </a:cubicBezTo>
                    <a:cubicBezTo>
                      <a:pt x="96" y="31"/>
                      <a:pt x="7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38" name="Freeform 193">
                <a:extLst>
                  <a:ext uri="{FF2B5EF4-FFF2-40B4-BE49-F238E27FC236}">
                    <a16:creationId xmlns:a16="http://schemas.microsoft.com/office/drawing/2014/main" id="{4C4BAFD5-0A6E-02FC-E0BA-A7FBB9CBFDF2}"/>
                  </a:ext>
                </a:extLst>
              </p:cNvPr>
              <p:cNvSpPr>
                <a:spLocks/>
              </p:cNvSpPr>
              <p:nvPr/>
            </p:nvSpPr>
            <p:spPr bwMode="auto">
              <a:xfrm>
                <a:off x="6708" y="3167"/>
                <a:ext cx="89" cy="89"/>
              </a:xfrm>
              <a:custGeom>
                <a:avLst/>
                <a:gdLst>
                  <a:gd name="T0" fmla="*/ 30 w 60"/>
                  <a:gd name="T1" fmla="*/ 60 h 60"/>
                  <a:gd name="T2" fmla="*/ 0 w 60"/>
                  <a:gd name="T3" fmla="*/ 30 h 60"/>
                  <a:gd name="T4" fmla="*/ 6 w 60"/>
                  <a:gd name="T5" fmla="*/ 24 h 60"/>
                  <a:gd name="T6" fmla="*/ 12 w 60"/>
                  <a:gd name="T7" fmla="*/ 30 h 60"/>
                  <a:gd name="T8" fmla="*/ 30 w 60"/>
                  <a:gd name="T9" fmla="*/ 48 h 60"/>
                  <a:gd name="T10" fmla="*/ 48 w 60"/>
                  <a:gd name="T11" fmla="*/ 30 h 60"/>
                  <a:gd name="T12" fmla="*/ 30 w 60"/>
                  <a:gd name="T13" fmla="*/ 12 h 60"/>
                  <a:gd name="T14" fmla="*/ 24 w 60"/>
                  <a:gd name="T15" fmla="*/ 6 h 60"/>
                  <a:gd name="T16" fmla="*/ 30 w 60"/>
                  <a:gd name="T17" fmla="*/ 0 h 60"/>
                  <a:gd name="T18" fmla="*/ 60 w 60"/>
                  <a:gd name="T19" fmla="*/ 30 h 60"/>
                  <a:gd name="T20" fmla="*/ 30 w 60"/>
                  <a:gd name="T21"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60">
                    <a:moveTo>
                      <a:pt x="30" y="60"/>
                    </a:moveTo>
                    <a:cubicBezTo>
                      <a:pt x="14" y="60"/>
                      <a:pt x="0" y="47"/>
                      <a:pt x="0" y="30"/>
                    </a:cubicBezTo>
                    <a:cubicBezTo>
                      <a:pt x="0" y="27"/>
                      <a:pt x="3" y="24"/>
                      <a:pt x="6" y="24"/>
                    </a:cubicBezTo>
                    <a:cubicBezTo>
                      <a:pt x="10" y="24"/>
                      <a:pt x="12" y="27"/>
                      <a:pt x="12" y="30"/>
                    </a:cubicBezTo>
                    <a:cubicBezTo>
                      <a:pt x="12" y="40"/>
                      <a:pt x="21" y="48"/>
                      <a:pt x="30" y="48"/>
                    </a:cubicBezTo>
                    <a:cubicBezTo>
                      <a:pt x="40" y="48"/>
                      <a:pt x="48" y="40"/>
                      <a:pt x="48" y="30"/>
                    </a:cubicBezTo>
                    <a:cubicBezTo>
                      <a:pt x="48" y="20"/>
                      <a:pt x="40" y="12"/>
                      <a:pt x="30" y="12"/>
                    </a:cubicBezTo>
                    <a:cubicBezTo>
                      <a:pt x="27" y="12"/>
                      <a:pt x="24" y="9"/>
                      <a:pt x="24" y="6"/>
                    </a:cubicBezTo>
                    <a:cubicBezTo>
                      <a:pt x="24" y="3"/>
                      <a:pt x="27" y="0"/>
                      <a:pt x="30" y="0"/>
                    </a:cubicBezTo>
                    <a:cubicBezTo>
                      <a:pt x="47" y="0"/>
                      <a:pt x="60" y="13"/>
                      <a:pt x="60" y="30"/>
                    </a:cubicBezTo>
                    <a:cubicBezTo>
                      <a:pt x="60" y="47"/>
                      <a:pt x="47" y="60"/>
                      <a:pt x="3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grpSp>
      </p:grpSp>
      <p:grpSp>
        <p:nvGrpSpPr>
          <p:cNvPr id="39" name="Group 38">
            <a:extLst>
              <a:ext uri="{FF2B5EF4-FFF2-40B4-BE49-F238E27FC236}">
                <a16:creationId xmlns:a16="http://schemas.microsoft.com/office/drawing/2014/main" id="{9A8D9AA5-F4F3-D4A0-4D63-EF674AAE31C3}"/>
              </a:ext>
            </a:extLst>
          </p:cNvPr>
          <p:cNvGrpSpPr/>
          <p:nvPr/>
        </p:nvGrpSpPr>
        <p:grpSpPr>
          <a:xfrm>
            <a:off x="7704344" y="3592326"/>
            <a:ext cx="678057" cy="678057"/>
            <a:chOff x="9316877" y="2374937"/>
            <a:chExt cx="678057" cy="678057"/>
          </a:xfrm>
          <a:effectLst>
            <a:outerShdw blurRad="50800" dist="38100" dir="2700000" algn="tl" rotWithShape="0">
              <a:prstClr val="black">
                <a:alpha val="40000"/>
              </a:prstClr>
            </a:outerShdw>
          </a:effectLst>
        </p:grpSpPr>
        <p:sp>
          <p:nvSpPr>
            <p:cNvPr id="40" name="Oval 39">
              <a:extLst>
                <a:ext uri="{FF2B5EF4-FFF2-40B4-BE49-F238E27FC236}">
                  <a16:creationId xmlns:a16="http://schemas.microsoft.com/office/drawing/2014/main" id="{75AEA508-0E88-65FC-8C96-0F65D6BF51D6}"/>
                </a:ext>
              </a:extLst>
            </p:cNvPr>
            <p:cNvSpPr/>
            <p:nvPr/>
          </p:nvSpPr>
          <p:spPr bwMode="auto">
            <a:xfrm>
              <a:off x="9316877" y="2374937"/>
              <a:ext cx="678057" cy="678057"/>
            </a:xfrm>
            <a:prstGeom prst="ellipse">
              <a:avLst/>
            </a:prstGeom>
            <a:solidFill>
              <a:srgbClr val="0070C0"/>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US" sz="1600" b="0" i="0" u="none" strike="noStrike" kern="0" cap="none" spc="0" normalizeH="0" baseline="0" noProof="0" dirty="0">
                <a:ln>
                  <a:noFill/>
                </a:ln>
                <a:solidFill>
                  <a:srgbClr val="000000"/>
                </a:solidFill>
                <a:effectLst/>
                <a:uLnTx/>
                <a:uFillTx/>
                <a:latin typeface="Arial"/>
                <a:ea typeface="+mn-ea"/>
              </a:endParaRPr>
            </a:p>
          </p:txBody>
        </p:sp>
        <p:grpSp>
          <p:nvGrpSpPr>
            <p:cNvPr id="41" name="Group 69">
              <a:extLst>
                <a:ext uri="{FF2B5EF4-FFF2-40B4-BE49-F238E27FC236}">
                  <a16:creationId xmlns:a16="http://schemas.microsoft.com/office/drawing/2014/main" id="{3BB27F78-76B8-AA9C-940F-8596DB51A99B}"/>
                </a:ext>
              </a:extLst>
            </p:cNvPr>
            <p:cNvGrpSpPr>
              <a:grpSpLocks noChangeAspect="1"/>
            </p:cNvGrpSpPr>
            <p:nvPr/>
          </p:nvGrpSpPr>
          <p:grpSpPr bwMode="auto">
            <a:xfrm>
              <a:off x="9427257" y="2513764"/>
              <a:ext cx="457297" cy="400402"/>
              <a:chOff x="1356" y="464"/>
              <a:chExt cx="426" cy="373"/>
            </a:xfrm>
            <a:solidFill>
              <a:schemeClr val="bg1"/>
            </a:solidFill>
          </p:grpSpPr>
          <p:sp>
            <p:nvSpPr>
              <p:cNvPr id="42" name="Freeform 70">
                <a:extLst>
                  <a:ext uri="{FF2B5EF4-FFF2-40B4-BE49-F238E27FC236}">
                    <a16:creationId xmlns:a16="http://schemas.microsoft.com/office/drawing/2014/main" id="{15C3CF83-56CF-5145-618E-F7AC83B9D559}"/>
                  </a:ext>
                </a:extLst>
              </p:cNvPr>
              <p:cNvSpPr>
                <a:spLocks noEditPoints="1"/>
              </p:cNvSpPr>
              <p:nvPr/>
            </p:nvSpPr>
            <p:spPr bwMode="auto">
              <a:xfrm>
                <a:off x="1356" y="464"/>
                <a:ext cx="426" cy="337"/>
              </a:xfrm>
              <a:custGeom>
                <a:avLst/>
                <a:gdLst>
                  <a:gd name="T0" fmla="*/ 264 w 288"/>
                  <a:gd name="T1" fmla="*/ 228 h 228"/>
                  <a:gd name="T2" fmla="*/ 24 w 288"/>
                  <a:gd name="T3" fmla="*/ 228 h 228"/>
                  <a:gd name="T4" fmla="*/ 0 w 288"/>
                  <a:gd name="T5" fmla="*/ 203 h 228"/>
                  <a:gd name="T6" fmla="*/ 0 w 288"/>
                  <a:gd name="T7" fmla="*/ 25 h 228"/>
                  <a:gd name="T8" fmla="*/ 24 w 288"/>
                  <a:gd name="T9" fmla="*/ 0 h 228"/>
                  <a:gd name="T10" fmla="*/ 264 w 288"/>
                  <a:gd name="T11" fmla="*/ 0 h 228"/>
                  <a:gd name="T12" fmla="*/ 288 w 288"/>
                  <a:gd name="T13" fmla="*/ 25 h 228"/>
                  <a:gd name="T14" fmla="*/ 288 w 288"/>
                  <a:gd name="T15" fmla="*/ 203 h 228"/>
                  <a:gd name="T16" fmla="*/ 264 w 288"/>
                  <a:gd name="T17" fmla="*/ 228 h 228"/>
                  <a:gd name="T18" fmla="*/ 24 w 288"/>
                  <a:gd name="T19" fmla="*/ 12 h 228"/>
                  <a:gd name="T20" fmla="*/ 12 w 288"/>
                  <a:gd name="T21" fmla="*/ 25 h 228"/>
                  <a:gd name="T22" fmla="*/ 12 w 288"/>
                  <a:gd name="T23" fmla="*/ 203 h 228"/>
                  <a:gd name="T24" fmla="*/ 24 w 288"/>
                  <a:gd name="T25" fmla="*/ 216 h 228"/>
                  <a:gd name="T26" fmla="*/ 264 w 288"/>
                  <a:gd name="T27" fmla="*/ 216 h 228"/>
                  <a:gd name="T28" fmla="*/ 276 w 288"/>
                  <a:gd name="T29" fmla="*/ 203 h 228"/>
                  <a:gd name="T30" fmla="*/ 276 w 288"/>
                  <a:gd name="T31" fmla="*/ 25 h 228"/>
                  <a:gd name="T32" fmla="*/ 264 w 288"/>
                  <a:gd name="T33" fmla="*/ 12 h 228"/>
                  <a:gd name="T34" fmla="*/ 24 w 288"/>
                  <a:gd name="T35" fmla="*/ 12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8" h="228">
                    <a:moveTo>
                      <a:pt x="264" y="228"/>
                    </a:moveTo>
                    <a:cubicBezTo>
                      <a:pt x="24" y="228"/>
                      <a:pt x="24" y="228"/>
                      <a:pt x="24" y="228"/>
                    </a:cubicBezTo>
                    <a:cubicBezTo>
                      <a:pt x="11" y="228"/>
                      <a:pt x="0" y="217"/>
                      <a:pt x="0" y="203"/>
                    </a:cubicBezTo>
                    <a:cubicBezTo>
                      <a:pt x="0" y="25"/>
                      <a:pt x="0" y="25"/>
                      <a:pt x="0" y="25"/>
                    </a:cubicBezTo>
                    <a:cubicBezTo>
                      <a:pt x="0" y="11"/>
                      <a:pt x="11" y="0"/>
                      <a:pt x="24" y="0"/>
                    </a:cubicBezTo>
                    <a:cubicBezTo>
                      <a:pt x="264" y="0"/>
                      <a:pt x="264" y="0"/>
                      <a:pt x="264" y="0"/>
                    </a:cubicBezTo>
                    <a:cubicBezTo>
                      <a:pt x="278" y="0"/>
                      <a:pt x="288" y="11"/>
                      <a:pt x="288" y="25"/>
                    </a:cubicBezTo>
                    <a:cubicBezTo>
                      <a:pt x="288" y="203"/>
                      <a:pt x="288" y="203"/>
                      <a:pt x="288" y="203"/>
                    </a:cubicBezTo>
                    <a:cubicBezTo>
                      <a:pt x="288" y="217"/>
                      <a:pt x="278" y="228"/>
                      <a:pt x="264" y="228"/>
                    </a:cubicBezTo>
                    <a:close/>
                    <a:moveTo>
                      <a:pt x="24" y="12"/>
                    </a:moveTo>
                    <a:cubicBezTo>
                      <a:pt x="18" y="12"/>
                      <a:pt x="12" y="18"/>
                      <a:pt x="12" y="25"/>
                    </a:cubicBezTo>
                    <a:cubicBezTo>
                      <a:pt x="12" y="203"/>
                      <a:pt x="12" y="203"/>
                      <a:pt x="12" y="203"/>
                    </a:cubicBezTo>
                    <a:cubicBezTo>
                      <a:pt x="12" y="210"/>
                      <a:pt x="18" y="216"/>
                      <a:pt x="24" y="216"/>
                    </a:cubicBezTo>
                    <a:cubicBezTo>
                      <a:pt x="264" y="216"/>
                      <a:pt x="264" y="216"/>
                      <a:pt x="264" y="216"/>
                    </a:cubicBezTo>
                    <a:cubicBezTo>
                      <a:pt x="271" y="216"/>
                      <a:pt x="276" y="210"/>
                      <a:pt x="276" y="203"/>
                    </a:cubicBezTo>
                    <a:cubicBezTo>
                      <a:pt x="276" y="25"/>
                      <a:pt x="276" y="25"/>
                      <a:pt x="276" y="25"/>
                    </a:cubicBezTo>
                    <a:cubicBezTo>
                      <a:pt x="276" y="18"/>
                      <a:pt x="271" y="12"/>
                      <a:pt x="264" y="12"/>
                    </a:cubicBezTo>
                    <a:lnTo>
                      <a:pt x="2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43" name="Freeform 71">
                <a:extLst>
                  <a:ext uri="{FF2B5EF4-FFF2-40B4-BE49-F238E27FC236}">
                    <a16:creationId xmlns:a16="http://schemas.microsoft.com/office/drawing/2014/main" id="{62891ABA-4153-101E-EEDD-78B6A8EBFCF5}"/>
                  </a:ext>
                </a:extLst>
              </p:cNvPr>
              <p:cNvSpPr>
                <a:spLocks/>
              </p:cNvSpPr>
              <p:nvPr/>
            </p:nvSpPr>
            <p:spPr bwMode="auto">
              <a:xfrm>
                <a:off x="1436" y="819"/>
                <a:ext cx="266" cy="18"/>
              </a:xfrm>
              <a:custGeom>
                <a:avLst/>
                <a:gdLst>
                  <a:gd name="T0" fmla="*/ 174 w 180"/>
                  <a:gd name="T1" fmla="*/ 12 h 12"/>
                  <a:gd name="T2" fmla="*/ 6 w 180"/>
                  <a:gd name="T3" fmla="*/ 12 h 12"/>
                  <a:gd name="T4" fmla="*/ 0 w 180"/>
                  <a:gd name="T5" fmla="*/ 6 h 12"/>
                  <a:gd name="T6" fmla="*/ 6 w 180"/>
                  <a:gd name="T7" fmla="*/ 0 h 12"/>
                  <a:gd name="T8" fmla="*/ 174 w 180"/>
                  <a:gd name="T9" fmla="*/ 0 h 12"/>
                  <a:gd name="T10" fmla="*/ 180 w 180"/>
                  <a:gd name="T11" fmla="*/ 6 h 12"/>
                  <a:gd name="T12" fmla="*/ 174 w 18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80" h="12">
                    <a:moveTo>
                      <a:pt x="174" y="12"/>
                    </a:moveTo>
                    <a:cubicBezTo>
                      <a:pt x="6" y="12"/>
                      <a:pt x="6" y="12"/>
                      <a:pt x="6" y="12"/>
                    </a:cubicBezTo>
                    <a:cubicBezTo>
                      <a:pt x="3" y="12"/>
                      <a:pt x="0" y="9"/>
                      <a:pt x="0" y="6"/>
                    </a:cubicBezTo>
                    <a:cubicBezTo>
                      <a:pt x="0" y="3"/>
                      <a:pt x="3" y="0"/>
                      <a:pt x="6" y="0"/>
                    </a:cubicBezTo>
                    <a:cubicBezTo>
                      <a:pt x="174" y="0"/>
                      <a:pt x="174" y="0"/>
                      <a:pt x="174" y="0"/>
                    </a:cubicBezTo>
                    <a:cubicBezTo>
                      <a:pt x="178" y="0"/>
                      <a:pt x="180" y="3"/>
                      <a:pt x="180" y="6"/>
                    </a:cubicBezTo>
                    <a:cubicBezTo>
                      <a:pt x="180" y="9"/>
                      <a:pt x="178" y="12"/>
                      <a:pt x="17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44" name="Freeform 72">
                <a:extLst>
                  <a:ext uri="{FF2B5EF4-FFF2-40B4-BE49-F238E27FC236}">
                    <a16:creationId xmlns:a16="http://schemas.microsoft.com/office/drawing/2014/main" id="{39A48522-DBD1-FD75-2F4D-14164439B53B}"/>
                  </a:ext>
                </a:extLst>
              </p:cNvPr>
              <p:cNvSpPr>
                <a:spLocks/>
              </p:cNvSpPr>
              <p:nvPr/>
            </p:nvSpPr>
            <p:spPr bwMode="auto">
              <a:xfrm>
                <a:off x="1551" y="784"/>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3"/>
                      <a:pt x="0" y="30"/>
                    </a:cubicBezTo>
                    <a:cubicBezTo>
                      <a:pt x="0" y="6"/>
                      <a:pt x="0" y="6"/>
                      <a:pt x="0" y="6"/>
                    </a:cubicBezTo>
                    <a:cubicBezTo>
                      <a:pt x="0" y="3"/>
                      <a:pt x="3" y="0"/>
                      <a:pt x="6" y="0"/>
                    </a:cubicBezTo>
                    <a:cubicBezTo>
                      <a:pt x="10" y="0"/>
                      <a:pt x="12" y="3"/>
                      <a:pt x="12" y="6"/>
                    </a:cubicBezTo>
                    <a:cubicBezTo>
                      <a:pt x="12" y="30"/>
                      <a:pt x="12" y="30"/>
                      <a:pt x="12" y="30"/>
                    </a:cubicBezTo>
                    <a:cubicBezTo>
                      <a:pt x="12" y="33"/>
                      <a:pt x="10"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45" name="Oval 73">
                <a:extLst>
                  <a:ext uri="{FF2B5EF4-FFF2-40B4-BE49-F238E27FC236}">
                    <a16:creationId xmlns:a16="http://schemas.microsoft.com/office/drawing/2014/main" id="{350AABCF-6524-8330-1E2F-45A2E2F7724B}"/>
                  </a:ext>
                </a:extLst>
              </p:cNvPr>
              <p:cNvSpPr>
                <a:spLocks noChangeArrowheads="1"/>
              </p:cNvSpPr>
              <p:nvPr/>
            </p:nvSpPr>
            <p:spPr bwMode="auto">
              <a:xfrm>
                <a:off x="1551" y="739"/>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46" name="Rectangle 74">
                <a:extLst>
                  <a:ext uri="{FF2B5EF4-FFF2-40B4-BE49-F238E27FC236}">
                    <a16:creationId xmlns:a16="http://schemas.microsoft.com/office/drawing/2014/main" id="{435A9EE1-038A-9ACA-A5E3-E38F1A0280C2}"/>
                  </a:ext>
                </a:extLst>
              </p:cNvPr>
              <p:cNvSpPr>
                <a:spLocks noChangeArrowheads="1"/>
              </p:cNvSpPr>
              <p:nvPr/>
            </p:nvSpPr>
            <p:spPr bwMode="auto">
              <a:xfrm>
                <a:off x="1365" y="713"/>
                <a:ext cx="40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47" name="Freeform 75">
                <a:extLst>
                  <a:ext uri="{FF2B5EF4-FFF2-40B4-BE49-F238E27FC236}">
                    <a16:creationId xmlns:a16="http://schemas.microsoft.com/office/drawing/2014/main" id="{566D9AFF-08A2-F425-0E47-F2E1CAB7246E}"/>
                  </a:ext>
                </a:extLst>
              </p:cNvPr>
              <p:cNvSpPr>
                <a:spLocks noEditPoints="1"/>
              </p:cNvSpPr>
              <p:nvPr/>
            </p:nvSpPr>
            <p:spPr bwMode="auto">
              <a:xfrm>
                <a:off x="1463" y="606"/>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3"/>
                      <a:pt x="3" y="0"/>
                      <a:pt x="6" y="0"/>
                    </a:cubicBezTo>
                    <a:cubicBezTo>
                      <a:pt x="42" y="0"/>
                      <a:pt x="42" y="0"/>
                      <a:pt x="42" y="0"/>
                    </a:cubicBezTo>
                    <a:cubicBezTo>
                      <a:pt x="46" y="0"/>
                      <a:pt x="48" y="3"/>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48" name="Freeform 76">
                <a:extLst>
                  <a:ext uri="{FF2B5EF4-FFF2-40B4-BE49-F238E27FC236}">
                    <a16:creationId xmlns:a16="http://schemas.microsoft.com/office/drawing/2014/main" id="{8F2FB026-B729-8BCC-DDCE-2F99800989D9}"/>
                  </a:ext>
                </a:extLst>
              </p:cNvPr>
              <p:cNvSpPr>
                <a:spLocks noEditPoints="1"/>
              </p:cNvSpPr>
              <p:nvPr/>
            </p:nvSpPr>
            <p:spPr bwMode="auto">
              <a:xfrm>
                <a:off x="1551" y="553"/>
                <a:ext cx="71" cy="142"/>
              </a:xfrm>
              <a:custGeom>
                <a:avLst/>
                <a:gdLst>
                  <a:gd name="T0" fmla="*/ 42 w 48"/>
                  <a:gd name="T1" fmla="*/ 96 h 96"/>
                  <a:gd name="T2" fmla="*/ 6 w 48"/>
                  <a:gd name="T3" fmla="*/ 96 h 96"/>
                  <a:gd name="T4" fmla="*/ 0 w 48"/>
                  <a:gd name="T5" fmla="*/ 90 h 96"/>
                  <a:gd name="T6" fmla="*/ 0 w 48"/>
                  <a:gd name="T7" fmla="*/ 6 h 96"/>
                  <a:gd name="T8" fmla="*/ 6 w 48"/>
                  <a:gd name="T9" fmla="*/ 0 h 96"/>
                  <a:gd name="T10" fmla="*/ 42 w 48"/>
                  <a:gd name="T11" fmla="*/ 0 h 96"/>
                  <a:gd name="T12" fmla="*/ 48 w 48"/>
                  <a:gd name="T13" fmla="*/ 6 h 96"/>
                  <a:gd name="T14" fmla="*/ 48 w 48"/>
                  <a:gd name="T15" fmla="*/ 90 h 96"/>
                  <a:gd name="T16" fmla="*/ 42 w 48"/>
                  <a:gd name="T17" fmla="*/ 96 h 96"/>
                  <a:gd name="T18" fmla="*/ 12 w 48"/>
                  <a:gd name="T19" fmla="*/ 84 h 96"/>
                  <a:gd name="T20" fmla="*/ 36 w 48"/>
                  <a:gd name="T21" fmla="*/ 84 h 96"/>
                  <a:gd name="T22" fmla="*/ 36 w 48"/>
                  <a:gd name="T23" fmla="*/ 12 h 96"/>
                  <a:gd name="T24" fmla="*/ 12 w 48"/>
                  <a:gd name="T25" fmla="*/ 12 h 96"/>
                  <a:gd name="T26" fmla="*/ 12 w 48"/>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96">
                    <a:moveTo>
                      <a:pt x="42" y="96"/>
                    </a:moveTo>
                    <a:cubicBezTo>
                      <a:pt x="6" y="96"/>
                      <a:pt x="6" y="96"/>
                      <a:pt x="6" y="96"/>
                    </a:cubicBezTo>
                    <a:cubicBezTo>
                      <a:pt x="3" y="96"/>
                      <a:pt x="0" y="93"/>
                      <a:pt x="0" y="90"/>
                    </a:cubicBezTo>
                    <a:cubicBezTo>
                      <a:pt x="0" y="6"/>
                      <a:pt x="0" y="6"/>
                      <a:pt x="0" y="6"/>
                    </a:cubicBezTo>
                    <a:cubicBezTo>
                      <a:pt x="0" y="3"/>
                      <a:pt x="3" y="0"/>
                      <a:pt x="6" y="0"/>
                    </a:cubicBezTo>
                    <a:cubicBezTo>
                      <a:pt x="42" y="0"/>
                      <a:pt x="42" y="0"/>
                      <a:pt x="42" y="0"/>
                    </a:cubicBezTo>
                    <a:cubicBezTo>
                      <a:pt x="46" y="0"/>
                      <a:pt x="48" y="3"/>
                      <a:pt x="48" y="6"/>
                    </a:cubicBezTo>
                    <a:cubicBezTo>
                      <a:pt x="48" y="90"/>
                      <a:pt x="48" y="90"/>
                      <a:pt x="48" y="90"/>
                    </a:cubicBezTo>
                    <a:cubicBezTo>
                      <a:pt x="48" y="93"/>
                      <a:pt x="46" y="96"/>
                      <a:pt x="42" y="96"/>
                    </a:cubicBezTo>
                    <a:close/>
                    <a:moveTo>
                      <a:pt x="12" y="84"/>
                    </a:moveTo>
                    <a:cubicBezTo>
                      <a:pt x="36" y="84"/>
                      <a:pt x="36" y="84"/>
                      <a:pt x="36" y="84"/>
                    </a:cubicBezTo>
                    <a:cubicBezTo>
                      <a:pt x="36" y="12"/>
                      <a:pt x="36" y="12"/>
                      <a:pt x="36"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49" name="Freeform 77">
                <a:extLst>
                  <a:ext uri="{FF2B5EF4-FFF2-40B4-BE49-F238E27FC236}">
                    <a16:creationId xmlns:a16="http://schemas.microsoft.com/office/drawing/2014/main" id="{A5942D14-C2CE-4888-9062-1781D825E78E}"/>
                  </a:ext>
                </a:extLst>
              </p:cNvPr>
              <p:cNvSpPr>
                <a:spLocks noEditPoints="1"/>
              </p:cNvSpPr>
              <p:nvPr/>
            </p:nvSpPr>
            <p:spPr bwMode="auto">
              <a:xfrm>
                <a:off x="1640" y="517"/>
                <a:ext cx="71" cy="178"/>
              </a:xfrm>
              <a:custGeom>
                <a:avLst/>
                <a:gdLst>
                  <a:gd name="T0" fmla="*/ 42 w 48"/>
                  <a:gd name="T1" fmla="*/ 120 h 120"/>
                  <a:gd name="T2" fmla="*/ 6 w 48"/>
                  <a:gd name="T3" fmla="*/ 120 h 120"/>
                  <a:gd name="T4" fmla="*/ 0 w 48"/>
                  <a:gd name="T5" fmla="*/ 114 h 120"/>
                  <a:gd name="T6" fmla="*/ 0 w 48"/>
                  <a:gd name="T7" fmla="*/ 6 h 120"/>
                  <a:gd name="T8" fmla="*/ 6 w 48"/>
                  <a:gd name="T9" fmla="*/ 0 h 120"/>
                  <a:gd name="T10" fmla="*/ 42 w 48"/>
                  <a:gd name="T11" fmla="*/ 0 h 120"/>
                  <a:gd name="T12" fmla="*/ 48 w 48"/>
                  <a:gd name="T13" fmla="*/ 6 h 120"/>
                  <a:gd name="T14" fmla="*/ 48 w 48"/>
                  <a:gd name="T15" fmla="*/ 114 h 120"/>
                  <a:gd name="T16" fmla="*/ 42 w 48"/>
                  <a:gd name="T17" fmla="*/ 120 h 120"/>
                  <a:gd name="T18" fmla="*/ 12 w 48"/>
                  <a:gd name="T19" fmla="*/ 108 h 120"/>
                  <a:gd name="T20" fmla="*/ 36 w 48"/>
                  <a:gd name="T21" fmla="*/ 108 h 120"/>
                  <a:gd name="T22" fmla="*/ 36 w 48"/>
                  <a:gd name="T23" fmla="*/ 12 h 120"/>
                  <a:gd name="T24" fmla="*/ 12 w 48"/>
                  <a:gd name="T25" fmla="*/ 12 h 120"/>
                  <a:gd name="T26" fmla="*/ 12 w 48"/>
                  <a:gd name="T2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20">
                    <a:moveTo>
                      <a:pt x="42" y="120"/>
                    </a:moveTo>
                    <a:cubicBezTo>
                      <a:pt x="6" y="120"/>
                      <a:pt x="6" y="120"/>
                      <a:pt x="6" y="120"/>
                    </a:cubicBezTo>
                    <a:cubicBezTo>
                      <a:pt x="3" y="120"/>
                      <a:pt x="0" y="117"/>
                      <a:pt x="0" y="114"/>
                    </a:cubicBezTo>
                    <a:cubicBezTo>
                      <a:pt x="0" y="6"/>
                      <a:pt x="0" y="6"/>
                      <a:pt x="0" y="6"/>
                    </a:cubicBezTo>
                    <a:cubicBezTo>
                      <a:pt x="0" y="3"/>
                      <a:pt x="3" y="0"/>
                      <a:pt x="6" y="0"/>
                    </a:cubicBezTo>
                    <a:cubicBezTo>
                      <a:pt x="42" y="0"/>
                      <a:pt x="42" y="0"/>
                      <a:pt x="42" y="0"/>
                    </a:cubicBezTo>
                    <a:cubicBezTo>
                      <a:pt x="46" y="0"/>
                      <a:pt x="48" y="3"/>
                      <a:pt x="48" y="6"/>
                    </a:cubicBezTo>
                    <a:cubicBezTo>
                      <a:pt x="48" y="114"/>
                      <a:pt x="48" y="114"/>
                      <a:pt x="48" y="114"/>
                    </a:cubicBezTo>
                    <a:cubicBezTo>
                      <a:pt x="48" y="117"/>
                      <a:pt x="46" y="120"/>
                      <a:pt x="42" y="120"/>
                    </a:cubicBezTo>
                    <a:close/>
                    <a:moveTo>
                      <a:pt x="12" y="108"/>
                    </a:moveTo>
                    <a:cubicBezTo>
                      <a:pt x="36" y="108"/>
                      <a:pt x="36" y="108"/>
                      <a:pt x="36" y="108"/>
                    </a:cubicBezTo>
                    <a:cubicBezTo>
                      <a:pt x="36" y="12"/>
                      <a:pt x="36" y="12"/>
                      <a:pt x="36" y="12"/>
                    </a:cubicBezTo>
                    <a:cubicBezTo>
                      <a:pt x="12" y="12"/>
                      <a:pt x="12" y="12"/>
                      <a:pt x="12" y="12"/>
                    </a:cubicBezTo>
                    <a:lnTo>
                      <a:pt x="1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sp>
            <p:nvSpPr>
              <p:cNvPr id="50" name="Rectangle 78">
                <a:extLst>
                  <a:ext uri="{FF2B5EF4-FFF2-40B4-BE49-F238E27FC236}">
                    <a16:creationId xmlns:a16="http://schemas.microsoft.com/office/drawing/2014/main" id="{AD9A6C1A-7E65-41E5-DDB9-31E598040650}"/>
                  </a:ext>
                </a:extLst>
              </p:cNvPr>
              <p:cNvSpPr>
                <a:spLocks noChangeArrowheads="1"/>
              </p:cNvSpPr>
              <p:nvPr/>
            </p:nvSpPr>
            <p:spPr bwMode="auto">
              <a:xfrm>
                <a:off x="1427" y="517"/>
                <a:ext cx="18" cy="17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0"/>
                  </a:solidFill>
                  <a:effectLst/>
                  <a:uLnTx/>
                  <a:uFillTx/>
                  <a:latin typeface="Arial"/>
                  <a:ea typeface="+mn-ea"/>
                </a:endParaRPr>
              </a:p>
            </p:txBody>
          </p:sp>
        </p:grpSp>
      </p:grpSp>
      <p:sp>
        <p:nvSpPr>
          <p:cNvPr id="54" name="TextBox 53">
            <a:extLst>
              <a:ext uri="{FF2B5EF4-FFF2-40B4-BE49-F238E27FC236}">
                <a16:creationId xmlns:a16="http://schemas.microsoft.com/office/drawing/2014/main" id="{40041DB5-2103-A4B7-4A19-9A208C42773F}"/>
              </a:ext>
            </a:extLst>
          </p:cNvPr>
          <p:cNvSpPr txBox="1"/>
          <p:nvPr/>
        </p:nvSpPr>
        <p:spPr>
          <a:xfrm>
            <a:off x="5656021" y="491132"/>
            <a:ext cx="6195553" cy="510071"/>
          </a:xfrm>
          <a:prstGeom prst="rect">
            <a:avLst/>
          </a:prstGeom>
          <a:noFill/>
        </p:spPr>
        <p:txBody>
          <a:bodyPr wrap="square" lIns="180000" tIns="180000" rIns="180000" bIns="180000" rtlCol="0" anchor="ctr">
            <a:noAutofit/>
          </a:bodyPr>
          <a:lstStyle/>
          <a:p>
            <a:pPr marL="0" marR="0" lvl="0" indent="0" algn="l"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2400" b="1" i="0" u="none" strike="noStrike" kern="1200" cap="none" spc="0" normalizeH="0" baseline="0" noProof="0" dirty="0">
                <a:ln>
                  <a:noFill/>
                </a:ln>
                <a:solidFill>
                  <a:srgbClr val="0070C0"/>
                </a:solidFill>
                <a:effectLst/>
                <a:uLnTx/>
                <a:uFillTx/>
                <a:latin typeface="GSK Precision" pitchFamily="2" charset="77"/>
                <a:ea typeface="+mn-ea"/>
              </a:rPr>
              <a:t>Results of Effective Engagement</a:t>
            </a:r>
          </a:p>
        </p:txBody>
      </p:sp>
      <p:pic>
        <p:nvPicPr>
          <p:cNvPr id="1280" name="Graphic 1279" descr="Sling outline">
            <a:extLst>
              <a:ext uri="{FF2B5EF4-FFF2-40B4-BE49-F238E27FC236}">
                <a16:creationId xmlns:a16="http://schemas.microsoft.com/office/drawing/2014/main" id="{246EEB84-35A3-2B01-9FE5-FC53789EB26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838850" y="1157229"/>
            <a:ext cx="1778756" cy="1778752"/>
          </a:xfrm>
          <a:prstGeom prst="rect">
            <a:avLst/>
          </a:prstGeom>
        </p:spPr>
      </p:pic>
      <p:sp>
        <p:nvSpPr>
          <p:cNvPr id="1281" name="TextBox 1280">
            <a:extLst>
              <a:ext uri="{FF2B5EF4-FFF2-40B4-BE49-F238E27FC236}">
                <a16:creationId xmlns:a16="http://schemas.microsoft.com/office/drawing/2014/main" id="{F141E096-336C-B4BB-CECF-9F748039016D}"/>
              </a:ext>
            </a:extLst>
          </p:cNvPr>
          <p:cNvSpPr txBox="1"/>
          <p:nvPr/>
        </p:nvSpPr>
        <p:spPr>
          <a:xfrm>
            <a:off x="1417846" y="3153441"/>
            <a:ext cx="2494251" cy="515758"/>
          </a:xfrm>
          <a:prstGeom prst="rect">
            <a:avLst/>
          </a:prstGeom>
          <a:noFill/>
        </p:spPr>
        <p:txBody>
          <a:bodyPr wrap="square" lIns="180000" tIns="180000" rIns="180000" bIns="180000" rtlCol="0" anchor="ctr">
            <a:noAutofit/>
          </a:bodyPr>
          <a:lstStyle/>
          <a:p>
            <a:pPr marL="0" marR="0" lvl="0" indent="0" algn="ctr" defTabSz="1219170" fontAlgn="auto">
              <a:spcBef>
                <a:spcPct val="0"/>
              </a:spcBef>
              <a:spcAft>
                <a:spcPts val="300"/>
              </a:spcAft>
              <a:buClr>
                <a:srgbClr val="F36633"/>
              </a:buClr>
              <a:buSzPct val="110000"/>
              <a:tabLst/>
              <a:defRPr/>
            </a:pPr>
            <a:r>
              <a:rPr lang="en-US" sz="3600" b="1" dirty="0">
                <a:solidFill>
                  <a:srgbClr val="0070C0"/>
                </a:solidFill>
                <a:effectLst>
                  <a:outerShdw blurRad="38100" dist="38100" dir="2700000" algn="tl">
                    <a:srgbClr val="000000">
                      <a:alpha val="43137"/>
                    </a:srgbClr>
                  </a:outerShdw>
                </a:effectLst>
                <a:latin typeface="Barlow Black" panose="00000A00000000000000" pitchFamily="2" charset="0"/>
                <a:ea typeface="+mj-ea"/>
                <a:cs typeface="+mj-cs"/>
              </a:rPr>
              <a:t>ENGAGE</a:t>
            </a:r>
          </a:p>
        </p:txBody>
      </p:sp>
      <p:sp>
        <p:nvSpPr>
          <p:cNvPr id="7" name="Rectangle 6">
            <a:extLst>
              <a:ext uri="{FF2B5EF4-FFF2-40B4-BE49-F238E27FC236}">
                <a16:creationId xmlns:a16="http://schemas.microsoft.com/office/drawing/2014/main" id="{80126411-353E-DAEF-2796-8CC2B075D10B}"/>
              </a:ext>
            </a:extLst>
          </p:cNvPr>
          <p:cNvSpPr/>
          <p:nvPr/>
        </p:nvSpPr>
        <p:spPr bwMode="auto">
          <a:xfrm>
            <a:off x="0" y="0"/>
            <a:ext cx="360218" cy="1108364"/>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endParaRPr>
          </a:p>
        </p:txBody>
      </p:sp>
      <p:pic>
        <p:nvPicPr>
          <p:cNvPr id="20" name="Graphic 19" descr="Sling outline">
            <a:extLst>
              <a:ext uri="{FF2B5EF4-FFF2-40B4-BE49-F238E27FC236}">
                <a16:creationId xmlns:a16="http://schemas.microsoft.com/office/drawing/2014/main" id="{F8C5CD38-2012-2610-5A95-8AAAE940A8A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517782" y="374507"/>
            <a:ext cx="548640" cy="548640"/>
          </a:xfrm>
          <a:prstGeom prst="rect">
            <a:avLst/>
          </a:prstGeom>
        </p:spPr>
      </p:pic>
      <p:pic>
        <p:nvPicPr>
          <p:cNvPr id="22" name="Picture 6" descr="Discounted Trelegy Online - Insulin Outlet">
            <a:extLst>
              <a:ext uri="{FF2B5EF4-FFF2-40B4-BE49-F238E27FC236}">
                <a16:creationId xmlns:a16="http://schemas.microsoft.com/office/drawing/2014/main" id="{9B9C9EFA-1B5A-E168-D979-73492241951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4509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3AFBD-8C92-7AFD-F2D7-861A7805A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FB675-0E10-CC1E-85ED-4671C0FDFF5F}"/>
              </a:ext>
            </a:extLst>
          </p:cNvPr>
          <p:cNvSpPr>
            <a:spLocks noGrp="1"/>
          </p:cNvSpPr>
          <p:nvPr>
            <p:ph type="title"/>
          </p:nvPr>
        </p:nvSpPr>
        <p:spPr>
          <a:xfrm>
            <a:off x="365127" y="146176"/>
            <a:ext cx="2782050" cy="452062"/>
          </a:xfrm>
        </p:spPr>
        <p:txBody>
          <a:bodyPr anchor="ctr">
            <a:normAutofit/>
          </a:bodyPr>
          <a:lstStyle/>
          <a:p>
            <a:pPr lvl="0">
              <a:defRPr/>
            </a:pPr>
            <a:r>
              <a:rPr lang="en-GB" sz="2400" dirty="0">
                <a:solidFill>
                  <a:srgbClr val="F36633"/>
                </a:solidFill>
                <a:latin typeface="Arial"/>
              </a:rPr>
              <a:t>IMPACT Model</a:t>
            </a:r>
            <a:endParaRPr lang="en-US" sz="2400" dirty="0">
              <a:solidFill>
                <a:srgbClr val="F36633"/>
              </a:solidFill>
              <a:latin typeface="Arial"/>
            </a:endParaRPr>
          </a:p>
        </p:txBody>
      </p:sp>
      <p:sp>
        <p:nvSpPr>
          <p:cNvPr id="3" name="Subtitle 2">
            <a:extLst>
              <a:ext uri="{FF2B5EF4-FFF2-40B4-BE49-F238E27FC236}">
                <a16:creationId xmlns:a16="http://schemas.microsoft.com/office/drawing/2014/main" id="{FEB5FF0C-C0B6-F3FF-0571-C29C5602D57F}"/>
              </a:ext>
            </a:extLst>
          </p:cNvPr>
          <p:cNvSpPr>
            <a:spLocks noGrp="1"/>
          </p:cNvSpPr>
          <p:nvPr>
            <p:ph type="subTitle" idx="1"/>
          </p:nvPr>
        </p:nvSpPr>
        <p:spPr>
          <a:xfrm>
            <a:off x="365125" y="598238"/>
            <a:ext cx="11460164" cy="352800"/>
          </a:xfrm>
        </p:spPr>
        <p:txBody>
          <a:bodyPr/>
          <a:lstStyle/>
          <a:p>
            <a:r>
              <a:rPr lang="en-US" sz="2000" b="1" dirty="0"/>
              <a:t>HCP Profile:</a:t>
            </a:r>
            <a:endParaRPr lang="en-US" sz="2000" dirty="0"/>
          </a:p>
        </p:txBody>
      </p:sp>
      <p:sp>
        <p:nvSpPr>
          <p:cNvPr id="25" name="Rectangle 24">
            <a:extLst>
              <a:ext uri="{FF2B5EF4-FFF2-40B4-BE49-F238E27FC236}">
                <a16:creationId xmlns:a16="http://schemas.microsoft.com/office/drawing/2014/main" id="{A29B94B6-823C-5016-7EDD-D3E791BB82C8}"/>
              </a:ext>
            </a:extLst>
          </p:cNvPr>
          <p:cNvSpPr/>
          <p:nvPr/>
        </p:nvSpPr>
        <p:spPr bwMode="auto">
          <a:xfrm>
            <a:off x="2185514" y="8878694"/>
            <a:ext cx="1549579" cy="4281473"/>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50" b="0" i="1" u="none" strike="noStrike" kern="0" cap="none" spc="0" normalizeH="0" baseline="0" noProof="0">
              <a:ln>
                <a:noFill/>
              </a:ln>
              <a:solidFill>
                <a:srgbClr val="000000"/>
              </a:solidFill>
              <a:effectLst/>
              <a:uLnTx/>
              <a:uFillTx/>
              <a:latin typeface="Arial"/>
              <a:ea typeface="+mn-ea"/>
              <a:cs typeface="Noto Sans"/>
            </a:endParaRPr>
          </a:p>
        </p:txBody>
      </p:sp>
      <p:pic>
        <p:nvPicPr>
          <p:cNvPr id="45" name="Picture 6" descr="Discounted Trelegy Online - Insulin Outlet">
            <a:extLst>
              <a:ext uri="{FF2B5EF4-FFF2-40B4-BE49-F238E27FC236}">
                <a16:creationId xmlns:a16="http://schemas.microsoft.com/office/drawing/2014/main" id="{5FD71A2F-B827-C0CB-519D-5B3FD1CB8E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04373256-A7EB-FAC7-53B4-AC133026AF95}"/>
              </a:ext>
            </a:extLst>
          </p:cNvPr>
          <p:cNvSpPr/>
          <p:nvPr/>
        </p:nvSpPr>
        <p:spPr bwMode="auto">
          <a:xfrm>
            <a:off x="9701560" y="2358276"/>
            <a:ext cx="2201513" cy="4377571"/>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33" name="Rectangle: Rounded Corners 32">
            <a:extLst>
              <a:ext uri="{FF2B5EF4-FFF2-40B4-BE49-F238E27FC236}">
                <a16:creationId xmlns:a16="http://schemas.microsoft.com/office/drawing/2014/main" id="{4F385FB8-B9BD-2DF4-A42F-E608F2AEC21B}"/>
              </a:ext>
            </a:extLst>
          </p:cNvPr>
          <p:cNvSpPr/>
          <p:nvPr/>
        </p:nvSpPr>
        <p:spPr bwMode="auto">
          <a:xfrm>
            <a:off x="7213604" y="2379023"/>
            <a:ext cx="2309296" cy="4373904"/>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R="0" lvl="0" algn="l" defTabSz="1219170" rtl="0" eaLnBrk="0" fontAlgn="auto" latinLnBrk="0" hangingPunct="0">
              <a:lnSpc>
                <a:spcPct val="100000"/>
              </a:lnSpc>
              <a:spcBef>
                <a:spcPts val="300"/>
              </a:spcBef>
              <a:spcAft>
                <a:spcPts val="300"/>
              </a:spcAft>
              <a:buClr>
                <a:srgbClr val="494F53"/>
              </a:buClr>
              <a:buSzPct val="110000"/>
              <a:tabLst/>
              <a:defRPr/>
            </a:pPr>
            <a:endParaRPr kumimoji="0" lang="en-GB" sz="1600" b="0" i="0" u="none" strike="noStrike" kern="0" cap="none" spc="0" normalizeH="0" baseline="0" noProof="0" dirty="0">
              <a:ln>
                <a:noFill/>
              </a:ln>
              <a:solidFill>
                <a:srgbClr val="000000"/>
              </a:solidFill>
              <a:effectLst/>
              <a:uLnTx/>
              <a:uFillTx/>
              <a:latin typeface="Lato"/>
              <a:ea typeface="+mn-ea"/>
              <a:cs typeface="+mn-cs"/>
            </a:endParaRPr>
          </a:p>
        </p:txBody>
      </p:sp>
      <p:sp>
        <p:nvSpPr>
          <p:cNvPr id="34" name="Rectangle: Rounded Corners 33">
            <a:extLst>
              <a:ext uri="{FF2B5EF4-FFF2-40B4-BE49-F238E27FC236}">
                <a16:creationId xmlns:a16="http://schemas.microsoft.com/office/drawing/2014/main" id="{F43D5464-73BC-8FC8-8D4D-46C67DD27F93}"/>
              </a:ext>
            </a:extLst>
          </p:cNvPr>
          <p:cNvSpPr/>
          <p:nvPr/>
        </p:nvSpPr>
        <p:spPr bwMode="auto">
          <a:xfrm>
            <a:off x="4666919" y="2379022"/>
            <a:ext cx="2391445" cy="4383843"/>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R="0" lvl="0" algn="l" defTabSz="1219170" rtl="0" eaLnBrk="0" fontAlgn="auto" latinLnBrk="0" hangingPunct="0">
              <a:lnSpc>
                <a:spcPct val="100000"/>
              </a:lnSpc>
              <a:spcBef>
                <a:spcPts val="300"/>
              </a:spcBef>
              <a:spcAft>
                <a:spcPts val="300"/>
              </a:spcAft>
              <a:buClr>
                <a:srgbClr val="494F53"/>
              </a:buClr>
              <a:buSzPct val="110000"/>
              <a:tabLst/>
              <a:defRPr/>
            </a:pPr>
            <a:endParaRPr kumimoji="0" lang="en-GB" sz="1600" b="0" i="0" u="none" strike="noStrike" kern="0" cap="none" spc="0" normalizeH="0" baseline="0" noProof="0" dirty="0">
              <a:ln>
                <a:noFill/>
              </a:ln>
              <a:solidFill>
                <a:srgbClr val="000000"/>
              </a:solidFill>
              <a:effectLst/>
              <a:uLnTx/>
              <a:uFillTx/>
              <a:latin typeface="Lato"/>
              <a:ea typeface="+mn-ea"/>
              <a:cs typeface="+mn-cs"/>
            </a:endParaRPr>
          </a:p>
        </p:txBody>
      </p:sp>
      <p:sp>
        <p:nvSpPr>
          <p:cNvPr id="44" name="Rectangle: Rounded Corners 43">
            <a:extLst>
              <a:ext uri="{FF2B5EF4-FFF2-40B4-BE49-F238E27FC236}">
                <a16:creationId xmlns:a16="http://schemas.microsoft.com/office/drawing/2014/main" id="{779428FB-6059-D953-114F-A6C0D5BB636D}"/>
              </a:ext>
            </a:extLst>
          </p:cNvPr>
          <p:cNvSpPr/>
          <p:nvPr/>
        </p:nvSpPr>
        <p:spPr bwMode="auto">
          <a:xfrm>
            <a:off x="2185514" y="2370793"/>
            <a:ext cx="2391445" cy="4417927"/>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46" name="Rectangle: Rounded Corners 45">
            <a:extLst>
              <a:ext uri="{FF2B5EF4-FFF2-40B4-BE49-F238E27FC236}">
                <a16:creationId xmlns:a16="http://schemas.microsoft.com/office/drawing/2014/main" id="{48B4F100-B210-C7C6-331B-483527E4F0E4}"/>
              </a:ext>
            </a:extLst>
          </p:cNvPr>
          <p:cNvSpPr/>
          <p:nvPr/>
        </p:nvSpPr>
        <p:spPr bwMode="auto">
          <a:xfrm>
            <a:off x="333400" y="2358276"/>
            <a:ext cx="1734397" cy="4417927"/>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47" name="Rectangle: Rounded Corners 46">
            <a:extLst>
              <a:ext uri="{FF2B5EF4-FFF2-40B4-BE49-F238E27FC236}">
                <a16:creationId xmlns:a16="http://schemas.microsoft.com/office/drawing/2014/main" id="{EF0A3727-041E-4B9B-7446-74BA1FC602A0}"/>
              </a:ext>
            </a:extLst>
          </p:cNvPr>
          <p:cNvSpPr/>
          <p:nvPr/>
        </p:nvSpPr>
        <p:spPr bwMode="auto">
          <a:xfrm>
            <a:off x="358678" y="1050300"/>
            <a:ext cx="1654749" cy="1219049"/>
          </a:xfrm>
          <a:prstGeom prst="roundRect">
            <a:avLst/>
          </a:prstGeom>
          <a:gradFill flip="none" rotWithShape="1">
            <a:gsLst>
              <a:gs pos="0">
                <a:srgbClr val="419D7C">
                  <a:shade val="30000"/>
                  <a:satMod val="115000"/>
                </a:srgbClr>
              </a:gs>
              <a:gs pos="50000">
                <a:srgbClr val="419D7C">
                  <a:shade val="67500"/>
                  <a:satMod val="115000"/>
                </a:srgbClr>
              </a:gs>
              <a:gs pos="100000">
                <a:srgbClr val="419D7C">
                  <a:shade val="100000"/>
                  <a:satMod val="115000"/>
                </a:srgbClr>
              </a:gs>
            </a:gsLst>
            <a:lin ang="2700000" scaled="1"/>
            <a:tileRect/>
          </a:gradFill>
          <a:ln w="79375">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vert" wrap="square" lIns="36000" tIns="36000" rIns="36000" bIns="36000" numCol="1" spcCol="0" rtlCol="0" fromWordArt="0" anchor="ctr" anchorCtr="0" forceAA="0" compatLnSpc="1">
            <a:prstTxWarp prst="textNoShape">
              <a:avLst/>
            </a:prstTxWarp>
            <a:noAutofit/>
          </a:bodyPr>
          <a:lstStyle/>
          <a:p>
            <a:pPr algn="ctr" eaLnBrk="0" hangingPunct="0">
              <a:lnSpc>
                <a:spcPct val="90000"/>
              </a:lnSpc>
              <a:buClr>
                <a:srgbClr val="F36633"/>
              </a:buClr>
              <a:buSzPct val="110000"/>
            </a:pPr>
            <a:endParaRPr lang="en-US" sz="1400" kern="0" err="1">
              <a:solidFill>
                <a:prstClr val="white"/>
              </a:solidFill>
              <a:latin typeface="Arial"/>
            </a:endParaRPr>
          </a:p>
        </p:txBody>
      </p:sp>
      <p:sp>
        <p:nvSpPr>
          <p:cNvPr id="48" name="Rectangle: Rounded Corners 47">
            <a:extLst>
              <a:ext uri="{FF2B5EF4-FFF2-40B4-BE49-F238E27FC236}">
                <a16:creationId xmlns:a16="http://schemas.microsoft.com/office/drawing/2014/main" id="{729FFA67-B628-A46F-7698-9143722E1B1A}"/>
              </a:ext>
            </a:extLst>
          </p:cNvPr>
          <p:cNvSpPr/>
          <p:nvPr/>
        </p:nvSpPr>
        <p:spPr bwMode="auto">
          <a:xfrm>
            <a:off x="2135736" y="1054982"/>
            <a:ext cx="2391446" cy="1201851"/>
          </a:xfrm>
          <a:prstGeom prst="round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49" name="Rectangle: Rounded Corners 48">
            <a:extLst>
              <a:ext uri="{FF2B5EF4-FFF2-40B4-BE49-F238E27FC236}">
                <a16:creationId xmlns:a16="http://schemas.microsoft.com/office/drawing/2014/main" id="{857B5470-B279-AF1D-999F-D9D1E4086FF8}"/>
              </a:ext>
            </a:extLst>
          </p:cNvPr>
          <p:cNvSpPr/>
          <p:nvPr/>
        </p:nvSpPr>
        <p:spPr bwMode="auto">
          <a:xfrm>
            <a:off x="4715406" y="1071432"/>
            <a:ext cx="2388771" cy="1197918"/>
          </a:xfrm>
          <a:prstGeom prst="roundRect">
            <a:avLst/>
          </a:prstGeom>
          <a:gradFill flip="none" rotWithShape="1">
            <a:gsLst>
              <a:gs pos="0">
                <a:srgbClr val="CC3399">
                  <a:shade val="30000"/>
                  <a:satMod val="115000"/>
                </a:srgbClr>
              </a:gs>
              <a:gs pos="50000">
                <a:srgbClr val="CC3399">
                  <a:shade val="67500"/>
                  <a:satMod val="115000"/>
                </a:srgbClr>
              </a:gs>
              <a:gs pos="100000">
                <a:srgbClr val="CC3399">
                  <a:shade val="100000"/>
                  <a:satMod val="115000"/>
                </a:srgbClr>
              </a:gs>
            </a:gsLst>
            <a:lin ang="2700000" scaled="1"/>
            <a:tileRect/>
          </a:gradFill>
          <a:ln>
            <a:noFill/>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50" name="Rectangle: Rounded Corners 49">
            <a:extLst>
              <a:ext uri="{FF2B5EF4-FFF2-40B4-BE49-F238E27FC236}">
                <a16:creationId xmlns:a16="http://schemas.microsoft.com/office/drawing/2014/main" id="{41C362A5-8863-EB5D-38B5-83CB420EE3DE}"/>
              </a:ext>
            </a:extLst>
          </p:cNvPr>
          <p:cNvSpPr/>
          <p:nvPr/>
        </p:nvSpPr>
        <p:spPr bwMode="auto">
          <a:xfrm>
            <a:off x="7213605" y="1054982"/>
            <a:ext cx="2309296" cy="1205170"/>
          </a:xfrm>
          <a:prstGeom prst="roundRect">
            <a:avLst/>
          </a:prstGeom>
          <a:gradFill flip="none" rotWithShape="1">
            <a:gsLst>
              <a:gs pos="0">
                <a:srgbClr val="FF9900">
                  <a:shade val="30000"/>
                  <a:satMod val="115000"/>
                </a:srgbClr>
              </a:gs>
              <a:gs pos="50000">
                <a:srgbClr val="FF9900">
                  <a:shade val="67500"/>
                  <a:satMod val="115000"/>
                </a:srgbClr>
              </a:gs>
              <a:gs pos="100000">
                <a:srgbClr val="FF9900">
                  <a:shade val="100000"/>
                  <a:satMod val="115000"/>
                </a:srgb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2124" tIns="41061" rIns="82124" bIns="41061" anchor="ctr"/>
          <a:lstStyle/>
          <a:p>
            <a:pPr algn="ctr" defTabSz="814388">
              <a:lnSpc>
                <a:spcPct val="90000"/>
              </a:lnSpc>
            </a:pPr>
            <a:endParaRPr lang="en-US" sz="2400" dirty="0">
              <a:solidFill>
                <a:schemeClr val="tx1"/>
              </a:solidFill>
              <a:latin typeface="Arial" charset="0"/>
            </a:endParaRPr>
          </a:p>
        </p:txBody>
      </p:sp>
      <p:sp>
        <p:nvSpPr>
          <p:cNvPr id="53" name="Arrow: Left 52">
            <a:extLst>
              <a:ext uri="{FF2B5EF4-FFF2-40B4-BE49-F238E27FC236}">
                <a16:creationId xmlns:a16="http://schemas.microsoft.com/office/drawing/2014/main" id="{D46F3B68-DCCE-D78F-7B40-72830C72ECBF}"/>
              </a:ext>
            </a:extLst>
          </p:cNvPr>
          <p:cNvSpPr/>
          <p:nvPr/>
        </p:nvSpPr>
        <p:spPr bwMode="auto">
          <a:xfrm flipH="1">
            <a:off x="9741918" y="1080630"/>
            <a:ext cx="2201513" cy="1188720"/>
          </a:xfrm>
          <a:prstGeom prst="leftArrow">
            <a:avLst>
              <a:gd name="adj1" fmla="val 100000"/>
              <a:gd name="adj2" fmla="val 22500"/>
            </a:avLst>
          </a:prstGeom>
          <a:gradFill flip="none" rotWithShape="1">
            <a:gsLst>
              <a:gs pos="0">
                <a:srgbClr val="D34538">
                  <a:shade val="30000"/>
                  <a:satMod val="115000"/>
                </a:srgbClr>
              </a:gs>
              <a:gs pos="50000">
                <a:srgbClr val="D34538">
                  <a:shade val="67500"/>
                  <a:satMod val="115000"/>
                </a:srgbClr>
              </a:gs>
              <a:gs pos="100000">
                <a:srgbClr val="D34538">
                  <a:shade val="100000"/>
                  <a:satMod val="115000"/>
                </a:srgbClr>
              </a:gs>
            </a:gsLst>
            <a:lin ang="8100000" scaled="1"/>
            <a:tileRect/>
          </a:gradFill>
          <a:ln>
            <a:noFill/>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55" name="Rectangle 54">
            <a:extLst>
              <a:ext uri="{FF2B5EF4-FFF2-40B4-BE49-F238E27FC236}">
                <a16:creationId xmlns:a16="http://schemas.microsoft.com/office/drawing/2014/main" id="{C0182D3A-298C-90BD-24D8-9968EAC8DA17}"/>
              </a:ext>
            </a:extLst>
          </p:cNvPr>
          <p:cNvSpPr/>
          <p:nvPr/>
        </p:nvSpPr>
        <p:spPr bwMode="auto">
          <a:xfrm>
            <a:off x="2019260" y="2203169"/>
            <a:ext cx="1549579" cy="4532678"/>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50" b="0" i="1" u="none" strike="noStrike" kern="0" cap="none" spc="0" normalizeH="0" baseline="0" noProof="0">
              <a:ln>
                <a:noFill/>
              </a:ln>
              <a:solidFill>
                <a:srgbClr val="000000"/>
              </a:solidFill>
              <a:effectLst/>
              <a:uLnTx/>
              <a:uFillTx/>
              <a:latin typeface="Arial"/>
              <a:ea typeface="+mn-ea"/>
              <a:cs typeface="Noto Sans"/>
            </a:endParaRPr>
          </a:p>
        </p:txBody>
      </p:sp>
      <p:sp>
        <p:nvSpPr>
          <p:cNvPr id="56" name="Rectangle 55">
            <a:extLst>
              <a:ext uri="{FF2B5EF4-FFF2-40B4-BE49-F238E27FC236}">
                <a16:creationId xmlns:a16="http://schemas.microsoft.com/office/drawing/2014/main" id="{808F560B-3267-B32C-5016-55C88C7980E7}"/>
              </a:ext>
            </a:extLst>
          </p:cNvPr>
          <p:cNvSpPr/>
          <p:nvPr/>
        </p:nvSpPr>
        <p:spPr bwMode="auto">
          <a:xfrm>
            <a:off x="3655839" y="2309706"/>
            <a:ext cx="1579465" cy="440111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100" b="0" i="1" u="none" strike="noStrike" kern="0" cap="none" spc="0" normalizeH="0" baseline="0" noProof="0">
              <a:ln>
                <a:noFill/>
              </a:ln>
              <a:solidFill>
                <a:srgbClr val="000000"/>
              </a:solidFill>
              <a:effectLst/>
              <a:uLnTx/>
              <a:uFillTx/>
              <a:latin typeface="Arial"/>
              <a:ea typeface="+mn-ea"/>
              <a:cs typeface="Noto Sans"/>
            </a:endParaRPr>
          </a:p>
        </p:txBody>
      </p:sp>
      <p:sp>
        <p:nvSpPr>
          <p:cNvPr id="57" name="TextBox 56">
            <a:extLst>
              <a:ext uri="{FF2B5EF4-FFF2-40B4-BE49-F238E27FC236}">
                <a16:creationId xmlns:a16="http://schemas.microsoft.com/office/drawing/2014/main" id="{1FA05433-3C75-B95B-2605-44D97CD4B8E5}"/>
              </a:ext>
            </a:extLst>
          </p:cNvPr>
          <p:cNvSpPr txBox="1"/>
          <p:nvPr/>
        </p:nvSpPr>
        <p:spPr>
          <a:xfrm>
            <a:off x="333401" y="1774512"/>
            <a:ext cx="1644626"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PREPARE</a:t>
            </a:r>
          </a:p>
        </p:txBody>
      </p:sp>
      <p:sp>
        <p:nvSpPr>
          <p:cNvPr id="58" name="TextBox 57">
            <a:extLst>
              <a:ext uri="{FF2B5EF4-FFF2-40B4-BE49-F238E27FC236}">
                <a16:creationId xmlns:a16="http://schemas.microsoft.com/office/drawing/2014/main" id="{F924391B-E0CF-97B9-6ADE-5F7540EB5AB6}"/>
              </a:ext>
            </a:extLst>
          </p:cNvPr>
          <p:cNvSpPr txBox="1"/>
          <p:nvPr/>
        </p:nvSpPr>
        <p:spPr>
          <a:xfrm>
            <a:off x="2545045" y="1806411"/>
            <a:ext cx="1644626"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ENGAGE</a:t>
            </a:r>
          </a:p>
        </p:txBody>
      </p:sp>
      <p:sp>
        <p:nvSpPr>
          <p:cNvPr id="59" name="TextBox 58">
            <a:extLst>
              <a:ext uri="{FF2B5EF4-FFF2-40B4-BE49-F238E27FC236}">
                <a16:creationId xmlns:a16="http://schemas.microsoft.com/office/drawing/2014/main" id="{E0C78275-BCE2-94A6-2FB0-6481D58D24AC}"/>
              </a:ext>
            </a:extLst>
          </p:cNvPr>
          <p:cNvSpPr txBox="1"/>
          <p:nvPr/>
        </p:nvSpPr>
        <p:spPr>
          <a:xfrm>
            <a:off x="4923244" y="1688901"/>
            <a:ext cx="1878793"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CREATE OPPORTUNITY</a:t>
            </a:r>
          </a:p>
        </p:txBody>
      </p:sp>
      <p:sp>
        <p:nvSpPr>
          <p:cNvPr id="60" name="TextBox 59">
            <a:extLst>
              <a:ext uri="{FF2B5EF4-FFF2-40B4-BE49-F238E27FC236}">
                <a16:creationId xmlns:a16="http://schemas.microsoft.com/office/drawing/2014/main" id="{2131B0D6-7839-282C-F4EE-90D77D0A1B31}"/>
              </a:ext>
            </a:extLst>
          </p:cNvPr>
          <p:cNvSpPr txBox="1"/>
          <p:nvPr/>
        </p:nvSpPr>
        <p:spPr>
          <a:xfrm>
            <a:off x="10081385" y="1655497"/>
            <a:ext cx="1394550" cy="546287"/>
          </a:xfrm>
          <a:prstGeom prst="rect">
            <a:avLst/>
          </a:prstGeom>
          <a:noFill/>
        </p:spPr>
        <p:txBody>
          <a:bodyPr wrap="square" lIns="180000" tIns="180000" rIns="180000" bIns="180000" rtlCol="0" anchor="ctr">
            <a:noAutofit/>
          </a:bodyPr>
          <a:lstStyle/>
          <a:p>
            <a:pPr marL="0" marR="0" lvl="0" indent="0" algn="ctr" defTabSz="914400">
              <a:lnSpc>
                <a:spcPct val="100000"/>
              </a:lnSpc>
              <a:spcBef>
                <a:spcPts val="0"/>
              </a:spcBef>
              <a:spcAft>
                <a:spcPts val="0"/>
              </a:spcAft>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a:rPr>
              <a:t>CLOSE</a:t>
            </a:r>
            <a:r>
              <a:rPr lang="en-US" sz="1200" b="1" dirty="0">
                <a:solidFill>
                  <a:schemeClr val="bg1"/>
                </a:solidFill>
                <a:latin typeface="Arial"/>
                <a:cs typeface="Arial"/>
              </a:rPr>
              <a:t> WITH IMPACT GSO</a:t>
            </a:r>
            <a:endParaRPr lang="en-US" sz="1200" dirty="0">
              <a:solidFill>
                <a:schemeClr val="bg1"/>
              </a:solidFill>
              <a:latin typeface="Arial"/>
              <a:cs typeface="Arial"/>
            </a:endParaRPr>
          </a:p>
        </p:txBody>
      </p:sp>
      <p:sp>
        <p:nvSpPr>
          <p:cNvPr id="63" name="TextBox 62">
            <a:extLst>
              <a:ext uri="{FF2B5EF4-FFF2-40B4-BE49-F238E27FC236}">
                <a16:creationId xmlns:a16="http://schemas.microsoft.com/office/drawing/2014/main" id="{0B0AB070-97ED-28E0-FB6A-C1269FC84E2F}"/>
              </a:ext>
            </a:extLst>
          </p:cNvPr>
          <p:cNvSpPr txBox="1"/>
          <p:nvPr/>
        </p:nvSpPr>
        <p:spPr>
          <a:xfrm>
            <a:off x="7402333" y="1742308"/>
            <a:ext cx="1878793" cy="382370"/>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INFLUENCE</a:t>
            </a:r>
          </a:p>
        </p:txBody>
      </p:sp>
      <p:sp>
        <p:nvSpPr>
          <p:cNvPr id="64" name="Rectangle 63">
            <a:extLst>
              <a:ext uri="{FF2B5EF4-FFF2-40B4-BE49-F238E27FC236}">
                <a16:creationId xmlns:a16="http://schemas.microsoft.com/office/drawing/2014/main" id="{83401425-9651-B500-90DD-F5A00600E24C}"/>
              </a:ext>
            </a:extLst>
          </p:cNvPr>
          <p:cNvSpPr/>
          <p:nvPr/>
        </p:nvSpPr>
        <p:spPr bwMode="auto">
          <a:xfrm>
            <a:off x="380762" y="2296770"/>
            <a:ext cx="1560605" cy="44140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100" b="0" i="1" u="none" strike="noStrike" kern="0" cap="none" spc="0" normalizeH="0" baseline="0" noProof="0">
              <a:ln>
                <a:noFill/>
              </a:ln>
              <a:solidFill>
                <a:srgbClr val="000000"/>
              </a:solidFill>
              <a:effectLst/>
              <a:uLnTx/>
              <a:uFillTx/>
              <a:latin typeface="Arial"/>
              <a:ea typeface="+mn-ea"/>
              <a:cs typeface="Noto Sans"/>
            </a:endParaRPr>
          </a:p>
        </p:txBody>
      </p:sp>
      <p:sp>
        <p:nvSpPr>
          <p:cNvPr id="65" name="Rectangle 64">
            <a:extLst>
              <a:ext uri="{FF2B5EF4-FFF2-40B4-BE49-F238E27FC236}">
                <a16:creationId xmlns:a16="http://schemas.microsoft.com/office/drawing/2014/main" id="{051CFBA9-F252-9E15-8FBB-3C137DD419AE}"/>
              </a:ext>
            </a:extLst>
          </p:cNvPr>
          <p:cNvSpPr/>
          <p:nvPr/>
        </p:nvSpPr>
        <p:spPr bwMode="auto">
          <a:xfrm>
            <a:off x="7070133" y="2307682"/>
            <a:ext cx="1405769" cy="4483412"/>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00" b="0" i="1" u="none" strike="noStrike" kern="0" cap="none" spc="0" normalizeH="0" baseline="0" noProof="0">
              <a:ln>
                <a:noFill/>
              </a:ln>
              <a:solidFill>
                <a:srgbClr val="000000"/>
              </a:solidFill>
              <a:effectLst/>
              <a:uLnTx/>
              <a:uFillTx/>
              <a:latin typeface="Arial"/>
              <a:ea typeface="+mn-ea"/>
              <a:cs typeface="Noto Sans"/>
            </a:endParaRPr>
          </a:p>
        </p:txBody>
      </p:sp>
      <p:pic>
        <p:nvPicPr>
          <p:cNvPr id="68" name="Graphic 67" descr="Sling outline">
            <a:extLst>
              <a:ext uri="{FF2B5EF4-FFF2-40B4-BE49-F238E27FC236}">
                <a16:creationId xmlns:a16="http://schemas.microsoft.com/office/drawing/2014/main" id="{3B3CEEF8-1952-F11F-D8FA-011565B302BF}"/>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3102467" y="1076383"/>
            <a:ext cx="632626" cy="632624"/>
          </a:xfrm>
          <a:prstGeom prst="rect">
            <a:avLst/>
          </a:prstGeom>
        </p:spPr>
      </p:pic>
      <p:pic>
        <p:nvPicPr>
          <p:cNvPr id="69" name="Graphic 68" descr="Care outline">
            <a:extLst>
              <a:ext uri="{FF2B5EF4-FFF2-40B4-BE49-F238E27FC236}">
                <a16:creationId xmlns:a16="http://schemas.microsoft.com/office/drawing/2014/main" id="{0BFE6B7E-D069-FB65-9F03-D1BDB56B5305}"/>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5588320" y="1054982"/>
            <a:ext cx="548640" cy="548640"/>
          </a:xfrm>
          <a:prstGeom prst="rect">
            <a:avLst/>
          </a:prstGeom>
        </p:spPr>
      </p:pic>
      <p:pic>
        <p:nvPicPr>
          <p:cNvPr id="72" name="Graphic 71" descr="Handshake outline">
            <a:extLst>
              <a:ext uri="{FF2B5EF4-FFF2-40B4-BE49-F238E27FC236}">
                <a16:creationId xmlns:a16="http://schemas.microsoft.com/office/drawing/2014/main" id="{FEB686DF-BC00-1841-9E81-74A7E8377FA3}"/>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10371281" y="1092361"/>
            <a:ext cx="548640" cy="548640"/>
          </a:xfrm>
          <a:prstGeom prst="rect">
            <a:avLst/>
          </a:prstGeom>
        </p:spPr>
      </p:pic>
      <p:pic>
        <p:nvPicPr>
          <p:cNvPr id="79" name="Graphic 78" descr="Head with gears outline">
            <a:extLst>
              <a:ext uri="{FF2B5EF4-FFF2-40B4-BE49-F238E27FC236}">
                <a16:creationId xmlns:a16="http://schemas.microsoft.com/office/drawing/2014/main" id="{B7CF6FDD-1376-1433-995A-3A394CF9E6D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07706" y="1054982"/>
            <a:ext cx="724564" cy="724564"/>
          </a:xfrm>
          <a:prstGeom prst="rect">
            <a:avLst/>
          </a:prstGeom>
        </p:spPr>
      </p:pic>
      <p:sp>
        <p:nvSpPr>
          <p:cNvPr id="80" name="Rectangle 79">
            <a:extLst>
              <a:ext uri="{FF2B5EF4-FFF2-40B4-BE49-F238E27FC236}">
                <a16:creationId xmlns:a16="http://schemas.microsoft.com/office/drawing/2014/main" id="{CA883D5F-D107-A030-8C9B-FC0B080B004C}"/>
              </a:ext>
            </a:extLst>
          </p:cNvPr>
          <p:cNvSpPr/>
          <p:nvPr/>
        </p:nvSpPr>
        <p:spPr bwMode="auto">
          <a:xfrm>
            <a:off x="8751167" y="2336916"/>
            <a:ext cx="1459104" cy="437390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950" b="0" i="1" u="none" strike="noStrike" kern="0" cap="none" spc="0" normalizeH="0" baseline="0" noProof="0">
              <a:ln>
                <a:noFill/>
              </a:ln>
              <a:solidFill>
                <a:srgbClr val="000000"/>
              </a:solidFill>
              <a:effectLst/>
              <a:uLnTx/>
              <a:uFillTx/>
              <a:latin typeface="Arial"/>
              <a:ea typeface="+mn-ea"/>
              <a:cs typeface="+mn-cs"/>
            </a:endParaRPr>
          </a:p>
        </p:txBody>
      </p:sp>
      <p:sp>
        <p:nvSpPr>
          <p:cNvPr id="81" name="Rectangle 80">
            <a:extLst>
              <a:ext uri="{FF2B5EF4-FFF2-40B4-BE49-F238E27FC236}">
                <a16:creationId xmlns:a16="http://schemas.microsoft.com/office/drawing/2014/main" id="{7BAF143A-8B46-7C09-6FDA-EF7621ACCBB9}"/>
              </a:ext>
            </a:extLst>
          </p:cNvPr>
          <p:cNvSpPr/>
          <p:nvPr/>
        </p:nvSpPr>
        <p:spPr bwMode="auto">
          <a:xfrm>
            <a:off x="5398330" y="2336916"/>
            <a:ext cx="1459104" cy="437390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950" b="0" i="1" u="none" strike="noStrike" kern="0" cap="none" spc="0" normalizeH="0" baseline="0" noProof="0">
              <a:ln>
                <a:noFill/>
              </a:ln>
              <a:solidFill>
                <a:srgbClr val="000000"/>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1855918D-B862-63E4-2F2F-F565F62371AB}"/>
              </a:ext>
            </a:extLst>
          </p:cNvPr>
          <p:cNvSpPr/>
          <p:nvPr/>
        </p:nvSpPr>
        <p:spPr bwMode="auto">
          <a:xfrm>
            <a:off x="2080549" y="988636"/>
            <a:ext cx="2535219" cy="5837682"/>
          </a:xfrm>
          <a:prstGeom prst="roundRect">
            <a:avLst/>
          </a:prstGeom>
          <a:noFill/>
          <a:ln w="19050">
            <a:solidFill>
              <a:schemeClr val="tx1"/>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US" sz="1600" kern="0" err="1">
              <a:solidFill>
                <a:schemeClr val="tx1"/>
              </a:solidFill>
            </a:endParaRPr>
          </a:p>
        </p:txBody>
      </p:sp>
      <p:sp>
        <p:nvSpPr>
          <p:cNvPr id="4" name="Lampada">
            <a:extLst>
              <a:ext uri="{FF2B5EF4-FFF2-40B4-BE49-F238E27FC236}">
                <a16:creationId xmlns:a16="http://schemas.microsoft.com/office/drawing/2014/main" id="{52715FA5-D1F5-3384-8973-7AC47B096582}"/>
              </a:ext>
            </a:extLst>
          </p:cNvPr>
          <p:cNvSpPr/>
          <p:nvPr/>
        </p:nvSpPr>
        <p:spPr>
          <a:xfrm>
            <a:off x="8099459" y="1150840"/>
            <a:ext cx="537586" cy="567703"/>
          </a:xfrm>
          <a:custGeom>
            <a:avLst/>
            <a:gdLst/>
            <a:ahLst/>
            <a:cxnLst/>
            <a:rect l="l" t="t" r="r" b="b"/>
            <a:pathLst>
              <a:path w="1705013" h="1794750">
                <a:moveTo>
                  <a:pt x="0" y="0"/>
                </a:moveTo>
                <a:lnTo>
                  <a:pt x="1705013" y="0"/>
                </a:lnTo>
                <a:lnTo>
                  <a:pt x="1705013" y="1794750"/>
                </a:lnTo>
                <a:lnTo>
                  <a:pt x="0" y="1794750"/>
                </a:lnTo>
                <a:lnTo>
                  <a:pt x="0" y="0"/>
                </a:lnTo>
                <a:close/>
              </a:path>
            </a:pathLst>
          </a:custGeom>
          <a: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a:blipFill>
          <a:effectLst>
            <a:outerShdw blurRad="63500" sx="102000" sy="102000" algn="ctr" rotWithShape="0">
              <a:prstClr val="black">
                <a:alpha val="40000"/>
              </a:prstClr>
            </a:outerShdw>
          </a:effectLst>
        </p:spPr>
        <p:txBody>
          <a:bodyPr/>
          <a:lstStyle/>
          <a:p>
            <a:endParaRPr lang="en-GB"/>
          </a:p>
        </p:txBody>
      </p:sp>
    </p:spTree>
    <p:extLst>
      <p:ext uri="{BB962C8B-B14F-4D97-AF65-F5344CB8AC3E}">
        <p14:creationId xmlns:p14="http://schemas.microsoft.com/office/powerpoint/2010/main" val="81484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BDD86C5-6D1D-36B6-CFB2-F04B67BE789C}"/>
              </a:ext>
            </a:extLst>
          </p:cNvPr>
          <p:cNvGrpSpPr/>
          <p:nvPr/>
        </p:nvGrpSpPr>
        <p:grpSpPr>
          <a:xfrm>
            <a:off x="6189761" y="426566"/>
            <a:ext cx="5806384" cy="6116331"/>
            <a:chOff x="6965790" y="503291"/>
            <a:chExt cx="3914206" cy="4077586"/>
          </a:xfrm>
        </p:grpSpPr>
        <p:sp>
          <p:nvSpPr>
            <p:cNvPr id="10" name="Oval 9">
              <a:extLst>
                <a:ext uri="{FF2B5EF4-FFF2-40B4-BE49-F238E27FC236}">
                  <a16:creationId xmlns:a16="http://schemas.microsoft.com/office/drawing/2014/main" id="{8420ADF8-E3A9-5BB9-F596-4E5CB65D982A}"/>
                </a:ext>
              </a:extLst>
            </p:cNvPr>
            <p:cNvSpPr/>
            <p:nvPr/>
          </p:nvSpPr>
          <p:spPr bwMode="auto">
            <a:xfrm>
              <a:off x="6965790" y="503291"/>
              <a:ext cx="3345206" cy="3345206"/>
            </a:xfrm>
            <a:prstGeom prst="ellipse">
              <a:avLst/>
            </a:prstGeom>
            <a:solidFill>
              <a:schemeClr val="accent2">
                <a:lumMod val="60000"/>
                <a:lumOff val="40000"/>
                <a:alpha val="34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endParaRPr>
            </a:p>
          </p:txBody>
        </p:sp>
        <p:sp>
          <p:nvSpPr>
            <p:cNvPr id="11" name="Oval 10">
              <a:extLst>
                <a:ext uri="{FF2B5EF4-FFF2-40B4-BE49-F238E27FC236}">
                  <a16:creationId xmlns:a16="http://schemas.microsoft.com/office/drawing/2014/main" id="{32FB826C-E99E-C8FD-09C0-C703CCDCCBB6}"/>
                </a:ext>
              </a:extLst>
            </p:cNvPr>
            <p:cNvSpPr/>
            <p:nvPr/>
          </p:nvSpPr>
          <p:spPr bwMode="auto">
            <a:xfrm>
              <a:off x="7082122" y="592674"/>
              <a:ext cx="3112542" cy="3112542"/>
            </a:xfrm>
            <a:prstGeom prst="ellipse">
              <a:avLst/>
            </a:prstGeom>
            <a:solidFill>
              <a:srgbClr val="CC3399">
                <a:alpha val="70000"/>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endParaRPr>
            </a:p>
          </p:txBody>
        </p:sp>
        <p:sp>
          <p:nvSpPr>
            <p:cNvPr id="12" name="Oval 11">
              <a:extLst>
                <a:ext uri="{FF2B5EF4-FFF2-40B4-BE49-F238E27FC236}">
                  <a16:creationId xmlns:a16="http://schemas.microsoft.com/office/drawing/2014/main" id="{5F9CD1D0-D00B-02B8-7EF3-F53B7DDD15B9}"/>
                </a:ext>
              </a:extLst>
            </p:cNvPr>
            <p:cNvSpPr/>
            <p:nvPr/>
          </p:nvSpPr>
          <p:spPr bwMode="auto">
            <a:xfrm>
              <a:off x="8047597" y="1748478"/>
              <a:ext cx="2832399" cy="2832399"/>
            </a:xfrm>
            <a:prstGeom prst="ellipse">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endParaRPr>
            </a:p>
          </p:txBody>
        </p:sp>
      </p:grpSp>
      <p:sp>
        <p:nvSpPr>
          <p:cNvPr id="18" name="Title 3">
            <a:extLst>
              <a:ext uri="{FF2B5EF4-FFF2-40B4-BE49-F238E27FC236}">
                <a16:creationId xmlns:a16="http://schemas.microsoft.com/office/drawing/2014/main" id="{EB13B37C-4DAE-60F8-CF92-7F753894D98E}"/>
              </a:ext>
            </a:extLst>
          </p:cNvPr>
          <p:cNvSpPr>
            <a:spLocks noGrp="1"/>
          </p:cNvSpPr>
          <p:nvPr>
            <p:ph type="ctrTitle" idx="4294967295"/>
          </p:nvPr>
        </p:nvSpPr>
        <p:spPr>
          <a:xfrm>
            <a:off x="807687" y="1436956"/>
            <a:ext cx="4962322" cy="3135312"/>
          </a:xfrm>
        </p:spPr>
        <p:txBody>
          <a:bodyPr vert="horz" wrap="square" lIns="0" tIns="45720" rIns="91440" bIns="45720" rtlCol="0" anchor="b" anchorCtr="0">
            <a:normAutofit/>
          </a:bodyPr>
          <a:lstStyle/>
          <a:p>
            <a:pPr algn="ctr">
              <a:lnSpc>
                <a:spcPct val="90000"/>
              </a:lnSpc>
            </a:pPr>
            <a:r>
              <a:rPr lang="en-GB" sz="3200" b="0" spc="0">
                <a:solidFill>
                  <a:schemeClr val="tx1"/>
                </a:solidFill>
                <a:latin typeface="+mn-lt"/>
              </a:rPr>
              <a:t>“If I had one hour to save the planet, I would spend 55 minutes defining the problem and 5 minutes resolving it.”</a:t>
            </a:r>
          </a:p>
        </p:txBody>
      </p:sp>
      <p:sp>
        <p:nvSpPr>
          <p:cNvPr id="17" name="Rectangle 16">
            <a:extLst>
              <a:ext uri="{FF2B5EF4-FFF2-40B4-BE49-F238E27FC236}">
                <a16:creationId xmlns:a16="http://schemas.microsoft.com/office/drawing/2014/main" id="{FED62606-3C4C-12D5-F530-31BC697CB3B7}"/>
              </a:ext>
            </a:extLst>
          </p:cNvPr>
          <p:cNvSpPr/>
          <p:nvPr/>
        </p:nvSpPr>
        <p:spPr>
          <a:xfrm>
            <a:off x="1534862" y="5077326"/>
            <a:ext cx="3735985" cy="734018"/>
          </a:xfrm>
          <a:prstGeom prst="rect">
            <a:avLst/>
          </a:prstGeom>
          <a:solidFill>
            <a:srgbClr val="CC3399"/>
          </a:solidFill>
          <a:effectLst>
            <a:outerShdw blurRad="127000" dist="63500" dir="2700000" algn="tl" rotWithShape="0">
              <a:prstClr val="black">
                <a:alpha val="40000"/>
              </a:prstClr>
            </a:outerShdw>
          </a:effectLst>
        </p:spPr>
        <p:txBody>
          <a:bodyPr vert="horz" lIns="180000" tIns="180000" rIns="180000" bIns="180000" rtlCol="0" anchor="ctr">
            <a:normAutofit/>
          </a:bodyPr>
          <a:lstStyle/>
          <a:p>
            <a:pPr marL="0" marR="0" lvl="0" indent="0" algn="r" defTabSz="914400" rtl="0" eaLnBrk="1" fontAlgn="auto" latinLnBrk="0" hangingPunct="1">
              <a:lnSpc>
                <a:spcPct val="90000"/>
              </a:lnSpc>
              <a:spcBef>
                <a:spcPts val="1000"/>
              </a:spcBef>
              <a:spcAft>
                <a:spcPts val="0"/>
              </a:spcAft>
              <a:buClrTx/>
              <a:buSzTx/>
              <a:buFontTx/>
              <a:buNone/>
              <a:tabLst/>
              <a:defRPr/>
            </a:pPr>
            <a:r>
              <a:rPr kumimoji="0" lang="en-GB" sz="2000" b="0" i="0" u="none" strike="noStrike" kern="1200" cap="none" spc="0" normalizeH="0" baseline="0" noProof="0">
                <a:ln>
                  <a:noFill/>
                </a:ln>
                <a:solidFill>
                  <a:srgbClr val="FFFFFF"/>
                </a:solidFill>
                <a:effectLst/>
                <a:uLnTx/>
                <a:uFillTx/>
                <a:latin typeface="Arial"/>
                <a:ea typeface="+mn-ea"/>
                <a:cs typeface="+mn-cs"/>
              </a:rPr>
              <a:t>Albert Einstein</a:t>
            </a:r>
          </a:p>
        </p:txBody>
      </p:sp>
      <p:pic>
        <p:nvPicPr>
          <p:cNvPr id="2" name="Picture 2" descr="Albert Einstein - Wikipedia">
            <a:extLst>
              <a:ext uri="{FF2B5EF4-FFF2-40B4-BE49-F238E27FC236}">
                <a16:creationId xmlns:a16="http://schemas.microsoft.com/office/drawing/2014/main" id="{564ABAA4-30F1-070A-DBCD-A8B83F464A2C}"/>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6542132" y="759882"/>
            <a:ext cx="4257578" cy="4270290"/>
          </a:xfrm>
          <a:prstGeom prst="ellipse">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C945A56-8F7A-BE1D-B14E-0A28AA6231E5}"/>
              </a:ext>
            </a:extLst>
          </p:cNvPr>
          <p:cNvSpPr/>
          <p:nvPr/>
        </p:nvSpPr>
        <p:spPr bwMode="auto">
          <a:xfrm>
            <a:off x="0" y="0"/>
            <a:ext cx="360218" cy="1108364"/>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a:ln>
                <a:noFill/>
              </a:ln>
              <a:solidFill>
                <a:srgbClr val="000000"/>
              </a:solidFill>
              <a:effectLst/>
              <a:uLnTx/>
              <a:uFillTx/>
              <a:latin typeface="Arial"/>
              <a:ea typeface="+mn-ea"/>
            </a:endParaRPr>
          </a:p>
        </p:txBody>
      </p:sp>
      <p:sp>
        <p:nvSpPr>
          <p:cNvPr id="14" name="Slide Number Placeholder 3">
            <a:extLst>
              <a:ext uri="{FF2B5EF4-FFF2-40B4-BE49-F238E27FC236}">
                <a16:creationId xmlns:a16="http://schemas.microsoft.com/office/drawing/2014/main" id="{3E38179D-CF71-D3C2-A9ED-8EAB531FD55B}"/>
              </a:ext>
            </a:extLst>
          </p:cNvPr>
          <p:cNvSpPr>
            <a:spLocks noGrp="1"/>
          </p:cNvSpPr>
          <p:nvPr>
            <p:ph type="sldNum" sz="quarter" idx="12"/>
          </p:nvPr>
        </p:nvSpPr>
        <p:spPr>
          <a:xfrm>
            <a:off x="537687" y="6273022"/>
            <a:ext cx="540000" cy="269875"/>
          </a:xfrm>
        </p:spPr>
        <p:txBody>
          <a:bodyPr/>
          <a:lstStyle/>
          <a:p>
            <a:pPr marL="0" marR="0" lvl="0" indent="0" defTabSz="914400" rtl="0" eaLnBrk="1" fontAlgn="auto" latinLnBrk="0" hangingPunct="1">
              <a:lnSpc>
                <a:spcPct val="100000"/>
              </a:lnSpc>
              <a:spcBef>
                <a:spcPts val="0"/>
              </a:spcBef>
              <a:spcAft>
                <a:spcPts val="0"/>
              </a:spcAft>
              <a:buClrTx/>
              <a:buSzTx/>
              <a:buFontTx/>
              <a:buNone/>
              <a:tabLst/>
              <a:defRPr/>
            </a:pPr>
            <a:fld id="{4B9B3B01-9C27-4D4B-B55E-30DD78B743D4}" type="slidenum">
              <a:rPr kumimoji="0" lang="en-US" sz="1000" b="0" i="0" u="none" strike="noStrike" kern="1200" cap="none" spc="0" normalizeH="0" baseline="0" noProof="0" smtClean="0">
                <a:ln>
                  <a:noFill/>
                </a:ln>
                <a:solidFill>
                  <a:srgbClr val="000000"/>
                </a:solidFill>
                <a:effectLst/>
                <a:uLnTx/>
                <a:uFillTx/>
                <a:latin typeface="Arial"/>
                <a:ea typeface="+mn-ea"/>
              </a:rPr>
              <a:pPr marL="0" marR="0" lvl="0" indent="0"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srgbClr val="000000"/>
              </a:solidFill>
              <a:effectLst/>
              <a:uLnTx/>
              <a:uFillTx/>
              <a:latin typeface="Arial"/>
              <a:ea typeface="+mn-ea"/>
            </a:endParaRPr>
          </a:p>
        </p:txBody>
      </p:sp>
      <p:pic>
        <p:nvPicPr>
          <p:cNvPr id="6" name="Picture 6" descr="Discounted Trelegy Online - Insulin Outlet">
            <a:extLst>
              <a:ext uri="{FF2B5EF4-FFF2-40B4-BE49-F238E27FC236}">
                <a16:creationId xmlns:a16="http://schemas.microsoft.com/office/drawing/2014/main" id="{455275E4-0A74-ADB2-E112-AB0089882E1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2033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1A6F3-43B8-4072-00B8-AF20806ADD1B}"/>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B93024D3-4632-7BA8-14A9-EC067CBFDA3F}"/>
              </a:ext>
            </a:extLst>
          </p:cNvPr>
          <p:cNvSpPr/>
          <p:nvPr/>
        </p:nvSpPr>
        <p:spPr bwMode="auto">
          <a:xfrm>
            <a:off x="6180226" y="4489481"/>
            <a:ext cx="5201914" cy="785757"/>
          </a:xfrm>
          <a:prstGeom prst="roundRect">
            <a:avLst>
              <a:gd name="adj" fmla="val 50000"/>
            </a:avLst>
          </a:prstGeom>
          <a:gradFill>
            <a:gsLst>
              <a:gs pos="0">
                <a:srgbClr val="EF4BC7"/>
              </a:gs>
              <a:gs pos="69000">
                <a:srgbClr val="AF1FA5"/>
              </a:gs>
            </a:gsLst>
            <a:lin ang="13500000" scaled="1"/>
          </a:gradFill>
          <a:ln>
            <a:noFill/>
            <a:headEnd/>
            <a:tailEnd/>
          </a:ln>
          <a:effectLst>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pt-BR" sz="1600" kern="0" err="1">
              <a:solidFill>
                <a:schemeClr val="tx1"/>
              </a:solidFill>
            </a:endParaRPr>
          </a:p>
        </p:txBody>
      </p:sp>
      <p:sp>
        <p:nvSpPr>
          <p:cNvPr id="31" name="Title 30">
            <a:extLst>
              <a:ext uri="{FF2B5EF4-FFF2-40B4-BE49-F238E27FC236}">
                <a16:creationId xmlns:a16="http://schemas.microsoft.com/office/drawing/2014/main" id="{1736EB3E-029D-3350-222C-830A1E187570}"/>
              </a:ext>
            </a:extLst>
          </p:cNvPr>
          <p:cNvSpPr>
            <a:spLocks noGrp="1" noRot="1" noMove="1" noResize="1" noEditPoints="1" noAdjustHandles="1" noChangeArrowheads="1" noChangeShapeType="1"/>
          </p:cNvSpPr>
          <p:nvPr>
            <p:ph type="title"/>
          </p:nvPr>
        </p:nvSpPr>
        <p:spPr/>
        <p:txBody>
          <a:bodyPr/>
          <a:lstStyle/>
          <a:p>
            <a:r>
              <a:rPr lang="en-US" dirty="0">
                <a:solidFill>
                  <a:srgbClr val="AF1FA5"/>
                </a:solidFill>
                <a:effectLst>
                  <a:outerShdw blurRad="38100" dist="38100" dir="2700000" algn="tl">
                    <a:srgbClr val="000000">
                      <a:alpha val="43137"/>
                    </a:srgbClr>
                  </a:outerShdw>
                </a:effectLst>
                <a:latin typeface="Barlow Black" panose="00000A00000000000000" pitchFamily="2" charset="0"/>
              </a:rPr>
              <a:t>Create Opportunity</a:t>
            </a:r>
            <a:endParaRPr lang="en-GB" dirty="0"/>
          </a:p>
        </p:txBody>
      </p:sp>
      <p:sp>
        <p:nvSpPr>
          <p:cNvPr id="39" name="Block Arc 38">
            <a:extLst>
              <a:ext uri="{FF2B5EF4-FFF2-40B4-BE49-F238E27FC236}">
                <a16:creationId xmlns:a16="http://schemas.microsoft.com/office/drawing/2014/main" id="{46278EA4-DB92-EF66-FA99-BD3E05B7EA2F}"/>
              </a:ext>
            </a:extLst>
          </p:cNvPr>
          <p:cNvSpPr/>
          <p:nvPr/>
        </p:nvSpPr>
        <p:spPr bwMode="auto">
          <a:xfrm rot="14017814">
            <a:off x="-158563" y="1510079"/>
            <a:ext cx="3568804" cy="3508305"/>
          </a:xfrm>
          <a:prstGeom prst="blockArc">
            <a:avLst>
              <a:gd name="adj1" fmla="val 10063642"/>
              <a:gd name="adj2" fmla="val 15344001"/>
              <a:gd name="adj3" fmla="val 31295"/>
            </a:avLst>
          </a:prstGeom>
          <a:solidFill>
            <a:srgbClr val="C00000"/>
          </a:soli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dirty="0">
              <a:solidFill>
                <a:schemeClr val="tx1"/>
              </a:solidFill>
            </a:endParaRPr>
          </a:p>
        </p:txBody>
      </p:sp>
      <p:sp>
        <p:nvSpPr>
          <p:cNvPr id="40" name="Block Arc 39">
            <a:extLst>
              <a:ext uri="{FF2B5EF4-FFF2-40B4-BE49-F238E27FC236}">
                <a16:creationId xmlns:a16="http://schemas.microsoft.com/office/drawing/2014/main" id="{CCFAD2BA-8F83-5AC7-9EC5-98B0B232B336}"/>
              </a:ext>
            </a:extLst>
          </p:cNvPr>
          <p:cNvSpPr/>
          <p:nvPr/>
        </p:nvSpPr>
        <p:spPr bwMode="auto">
          <a:xfrm rot="8588599">
            <a:off x="-135264" y="1532598"/>
            <a:ext cx="3568804" cy="3508305"/>
          </a:xfrm>
          <a:prstGeom prst="blockArc">
            <a:avLst>
              <a:gd name="adj1" fmla="val 10063642"/>
              <a:gd name="adj2" fmla="val 15489323"/>
              <a:gd name="adj3" fmla="val 31297"/>
            </a:avLst>
          </a:prstGeom>
          <a:gradFill>
            <a:gsLst>
              <a:gs pos="0">
                <a:srgbClr val="F57230"/>
              </a:gs>
              <a:gs pos="82000">
                <a:srgbClr val="F9A23F"/>
              </a:gs>
            </a:gsLst>
            <a:lin ang="5400000" scaled="1"/>
          </a:gra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a:solidFill>
                <a:schemeClr val="tx1"/>
              </a:solidFill>
            </a:endParaRPr>
          </a:p>
        </p:txBody>
      </p:sp>
      <p:sp>
        <p:nvSpPr>
          <p:cNvPr id="44" name="TextBox 43">
            <a:extLst>
              <a:ext uri="{FF2B5EF4-FFF2-40B4-BE49-F238E27FC236}">
                <a16:creationId xmlns:a16="http://schemas.microsoft.com/office/drawing/2014/main" id="{C144695E-76B4-5D67-EFB3-BA0D21FAF521}"/>
              </a:ext>
            </a:extLst>
          </p:cNvPr>
          <p:cNvSpPr txBox="1"/>
          <p:nvPr/>
        </p:nvSpPr>
        <p:spPr>
          <a:xfrm rot="16200000">
            <a:off x="2502058" y="3097216"/>
            <a:ext cx="1082706" cy="310497"/>
          </a:xfrm>
          <a:prstGeom prst="rect">
            <a:avLst/>
          </a:prstGeom>
          <a:noFill/>
        </p:spPr>
        <p:txBody>
          <a:bodyPr spcFirstLastPara="1" wrap="square" numCol="1">
            <a:prstTxWarp prst="textArchDown">
              <a:avLst/>
            </a:prstTxWarp>
            <a:spAutoFit/>
          </a:bodyPr>
          <a:lstStyle>
            <a:defPPr>
              <a:defRPr lang="en-US"/>
            </a:defPPr>
            <a:lvl1pPr algn="ctr">
              <a:lnSpc>
                <a:spcPts val="5207"/>
              </a:lnSpc>
              <a:spcBef>
                <a:spcPct val="0"/>
              </a:spcBef>
              <a:defRPr sz="2800">
                <a:solidFill>
                  <a:schemeClr val="bg1"/>
                </a:solidFill>
                <a:effectLst>
                  <a:outerShdw blurRad="38100" dist="38100" dir="2700000" algn="tl">
                    <a:srgbClr val="000000">
                      <a:alpha val="43137"/>
                    </a:srgbClr>
                  </a:outerShdw>
                </a:effectLst>
                <a:latin typeface="Barlow Black" panose="00000A00000000000000" pitchFamily="2" charset="0"/>
              </a:defRPr>
            </a:lvl1pPr>
          </a:lstStyle>
          <a:p>
            <a:r>
              <a:rPr lang="en-US" sz="1867"/>
              <a:t>INFLUENCE</a:t>
            </a:r>
          </a:p>
        </p:txBody>
      </p:sp>
      <p:sp>
        <p:nvSpPr>
          <p:cNvPr id="45" name="TextBox 44">
            <a:extLst>
              <a:ext uri="{FF2B5EF4-FFF2-40B4-BE49-F238E27FC236}">
                <a16:creationId xmlns:a16="http://schemas.microsoft.com/office/drawing/2014/main" id="{A8AE9905-74F0-7730-AAD5-F10BE3179498}"/>
              </a:ext>
            </a:extLst>
          </p:cNvPr>
          <p:cNvSpPr txBox="1"/>
          <p:nvPr/>
        </p:nvSpPr>
        <p:spPr>
          <a:xfrm rot="10800000">
            <a:off x="1182103" y="4449448"/>
            <a:ext cx="887473" cy="310497"/>
          </a:xfrm>
          <a:prstGeom prst="rect">
            <a:avLst/>
          </a:prstGeom>
          <a:noFill/>
        </p:spPr>
        <p:txBody>
          <a:bodyPr spcFirstLastPara="1" wrap="square" numCol="1">
            <a:prstTxWarp prst="textArchUp">
              <a:avLst/>
            </a:prstTxWarp>
            <a:spAutoFit/>
          </a:bodyPr>
          <a:lstStyle>
            <a:defPPr>
              <a:defRPr lang="en-US"/>
            </a:defPPr>
            <a:lvl1pPr algn="ctr">
              <a:lnSpc>
                <a:spcPts val="5207"/>
              </a:lnSpc>
              <a:spcBef>
                <a:spcPct val="0"/>
              </a:spcBef>
              <a:defRPr sz="2800">
                <a:solidFill>
                  <a:schemeClr val="bg1"/>
                </a:solidFill>
                <a:effectLst>
                  <a:outerShdw blurRad="38100" dist="38100" dir="2700000" algn="tl">
                    <a:srgbClr val="000000">
                      <a:alpha val="43137"/>
                    </a:srgbClr>
                  </a:outerShdw>
                </a:effectLst>
                <a:latin typeface="Barlow Black" panose="00000A00000000000000" pitchFamily="2" charset="0"/>
              </a:defRPr>
            </a:lvl1pPr>
          </a:lstStyle>
          <a:p>
            <a:r>
              <a:rPr lang="en-US" sz="1867"/>
              <a:t>IMPACT GSO</a:t>
            </a:r>
          </a:p>
        </p:txBody>
      </p:sp>
      <p:sp>
        <p:nvSpPr>
          <p:cNvPr id="63" name="alvo">
            <a:extLst>
              <a:ext uri="{FF2B5EF4-FFF2-40B4-BE49-F238E27FC236}">
                <a16:creationId xmlns:a16="http://schemas.microsoft.com/office/drawing/2014/main" id="{74455A19-A0D3-FBE9-124E-B1C23FA3E72E}"/>
              </a:ext>
            </a:extLst>
          </p:cNvPr>
          <p:cNvSpPr/>
          <p:nvPr/>
        </p:nvSpPr>
        <p:spPr>
          <a:xfrm rot="10537599">
            <a:off x="1416052" y="4145487"/>
            <a:ext cx="527238" cy="490691"/>
          </a:xfrm>
          <a:custGeom>
            <a:avLst/>
            <a:gdLst/>
            <a:ahLst/>
            <a:cxnLst/>
            <a:rect l="l" t="t" r="r" b="b"/>
            <a:pathLst>
              <a:path w="1989592" h="1851679">
                <a:moveTo>
                  <a:pt x="0" y="0"/>
                </a:moveTo>
                <a:lnTo>
                  <a:pt x="1989592" y="0"/>
                </a:lnTo>
                <a:lnTo>
                  <a:pt x="1989592" y="1851680"/>
                </a:lnTo>
                <a:lnTo>
                  <a:pt x="0" y="1851680"/>
                </a:lnTo>
                <a:lnTo>
                  <a:pt x="0" y="0"/>
                </a:lnTo>
                <a:close/>
              </a:path>
            </a:pathLst>
          </a:custGeom>
          <a:blipFill>
            <a:blip r:embed="rId2">
              <a:extLst>
                <a:ext uri="{96DAC541-7B7A-43D3-8B79-37D633B846F1}">
                  <asvg:svgBlip xmlns:asvg="http://schemas.microsoft.com/office/drawing/2016/SVG/main" r:embed="rId3"/>
                </a:ext>
              </a:extLst>
            </a:blip>
            <a:stretch>
              <a:fillRect/>
            </a:stretch>
          </a:blipFill>
          <a:effectLst>
            <a:outerShdw blurRad="50800" dist="38100" dir="5400000" algn="t" rotWithShape="0">
              <a:prstClr val="black">
                <a:alpha val="40000"/>
              </a:prstClr>
            </a:outerShdw>
          </a:effectLst>
        </p:spPr>
        <p:txBody>
          <a:bodyPr/>
          <a:lstStyle/>
          <a:p>
            <a:endParaRPr lang="en-GB" sz="1200"/>
          </a:p>
        </p:txBody>
      </p:sp>
      <p:sp>
        <p:nvSpPr>
          <p:cNvPr id="64" name="Freeform 7">
            <a:extLst>
              <a:ext uri="{FF2B5EF4-FFF2-40B4-BE49-F238E27FC236}">
                <a16:creationId xmlns:a16="http://schemas.microsoft.com/office/drawing/2014/main" id="{3A279C86-0DAB-D0A8-4FE0-3E611208AF6C}"/>
              </a:ext>
            </a:extLst>
          </p:cNvPr>
          <p:cNvSpPr/>
          <p:nvPr/>
        </p:nvSpPr>
        <p:spPr>
          <a:xfrm rot="16200000">
            <a:off x="2513347" y="2946481"/>
            <a:ext cx="542643" cy="571203"/>
          </a:xfrm>
          <a:custGeom>
            <a:avLst/>
            <a:gdLst/>
            <a:ahLst/>
            <a:cxnLst/>
            <a:rect l="l" t="t" r="r" b="b"/>
            <a:pathLst>
              <a:path w="1705013" h="1794750">
                <a:moveTo>
                  <a:pt x="0" y="0"/>
                </a:moveTo>
                <a:lnTo>
                  <a:pt x="1705013" y="0"/>
                </a:lnTo>
                <a:lnTo>
                  <a:pt x="1705013" y="1794750"/>
                </a:lnTo>
                <a:lnTo>
                  <a:pt x="0" y="1794750"/>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63500" sx="102000" sy="102000" algn="ctr" rotWithShape="0">
              <a:prstClr val="black">
                <a:alpha val="40000"/>
              </a:prstClr>
            </a:outerShdw>
          </a:effectLst>
        </p:spPr>
        <p:txBody>
          <a:bodyPr/>
          <a:lstStyle/>
          <a:p>
            <a:endParaRPr lang="en-GB" sz="1200"/>
          </a:p>
        </p:txBody>
      </p:sp>
      <p:sp>
        <p:nvSpPr>
          <p:cNvPr id="51" name="triangulo 3">
            <a:extLst>
              <a:ext uri="{FF2B5EF4-FFF2-40B4-BE49-F238E27FC236}">
                <a16:creationId xmlns:a16="http://schemas.microsoft.com/office/drawing/2014/main" id="{4D2620EE-B98A-58B7-D1FE-6E6D21E774D6}"/>
              </a:ext>
            </a:extLst>
          </p:cNvPr>
          <p:cNvSpPr/>
          <p:nvPr/>
        </p:nvSpPr>
        <p:spPr bwMode="auto">
          <a:xfrm rot="5400000">
            <a:off x="1998116" y="3098132"/>
            <a:ext cx="498642" cy="332205"/>
          </a:xfrm>
          <a:prstGeom prst="triangle">
            <a:avLst/>
          </a:prstGeom>
          <a:solidFill>
            <a:schemeClr val="tx1">
              <a:lumMod val="75000"/>
              <a:lumOff val="2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2" name="no 3">
            <a:extLst>
              <a:ext uri="{FF2B5EF4-FFF2-40B4-BE49-F238E27FC236}">
                <a16:creationId xmlns:a16="http://schemas.microsoft.com/office/drawing/2014/main" id="{99DBAB44-F590-265F-0482-E8FBA998C746}"/>
              </a:ext>
            </a:extLst>
          </p:cNvPr>
          <p:cNvSpPr txBox="1"/>
          <p:nvPr/>
        </p:nvSpPr>
        <p:spPr>
          <a:xfrm rot="5400000">
            <a:off x="2158354" y="3077800"/>
            <a:ext cx="221318"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067" b="1">
                <a:solidFill>
                  <a:schemeClr val="bg1"/>
                </a:solidFill>
                <a:effectLst>
                  <a:outerShdw blurRad="38100" dist="38100" dir="2700000" algn="tl">
                    <a:srgbClr val="000000">
                      <a:alpha val="43137"/>
                    </a:srgbClr>
                  </a:outerShdw>
                </a:effectLst>
                <a:latin typeface="Barlow Black" panose="00000A00000000000000" pitchFamily="2" charset="0"/>
              </a:rPr>
              <a:t>3</a:t>
            </a:r>
            <a:endParaRPr lang="pt-BR" sz="933" b="1">
              <a:solidFill>
                <a:schemeClr val="bg1"/>
              </a:solidFill>
              <a:effectLst>
                <a:outerShdw blurRad="38100" dist="38100" dir="2700000" algn="tl">
                  <a:srgbClr val="000000">
                    <a:alpha val="43137"/>
                  </a:srgbClr>
                </a:outerShdw>
              </a:effectLst>
              <a:latin typeface="Barlow Black" panose="00000A00000000000000" pitchFamily="2" charset="0"/>
            </a:endParaRPr>
          </a:p>
        </p:txBody>
      </p:sp>
      <p:sp>
        <p:nvSpPr>
          <p:cNvPr id="54" name="triangulo 4">
            <a:extLst>
              <a:ext uri="{FF2B5EF4-FFF2-40B4-BE49-F238E27FC236}">
                <a16:creationId xmlns:a16="http://schemas.microsoft.com/office/drawing/2014/main" id="{736BBA81-F118-8B37-E55B-2086677D4EDC}"/>
              </a:ext>
            </a:extLst>
          </p:cNvPr>
          <p:cNvSpPr/>
          <p:nvPr/>
        </p:nvSpPr>
        <p:spPr bwMode="auto">
          <a:xfrm rot="10800000">
            <a:off x="1376519" y="3722340"/>
            <a:ext cx="498642" cy="332205"/>
          </a:xfrm>
          <a:prstGeom prst="triangle">
            <a:avLst/>
          </a:prstGeom>
          <a:solidFill>
            <a:schemeClr val="tx1">
              <a:lumMod val="75000"/>
              <a:lumOff val="2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5" name="no 4">
            <a:extLst>
              <a:ext uri="{FF2B5EF4-FFF2-40B4-BE49-F238E27FC236}">
                <a16:creationId xmlns:a16="http://schemas.microsoft.com/office/drawing/2014/main" id="{6426CDE0-0481-CCA0-F91B-86977377ECB8}"/>
              </a:ext>
            </a:extLst>
          </p:cNvPr>
          <p:cNvSpPr txBox="1"/>
          <p:nvPr/>
        </p:nvSpPr>
        <p:spPr>
          <a:xfrm rot="10800000">
            <a:off x="1520618" y="3729021"/>
            <a:ext cx="221318"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067" b="1">
                <a:solidFill>
                  <a:schemeClr val="bg1"/>
                </a:solidFill>
                <a:effectLst>
                  <a:outerShdw blurRad="38100" dist="38100" dir="2700000" algn="tl">
                    <a:srgbClr val="000000">
                      <a:alpha val="43137"/>
                    </a:srgbClr>
                  </a:outerShdw>
                </a:effectLst>
                <a:latin typeface="Barlow Black" panose="00000A00000000000000" pitchFamily="2" charset="0"/>
              </a:rPr>
              <a:t>4</a:t>
            </a:r>
            <a:endParaRPr lang="pt-BR" sz="933" b="1">
              <a:solidFill>
                <a:schemeClr val="bg1"/>
              </a:solidFill>
              <a:effectLst>
                <a:outerShdw blurRad="38100" dist="38100" dir="2700000" algn="tl">
                  <a:srgbClr val="000000">
                    <a:alpha val="43137"/>
                  </a:srgbClr>
                </a:outerShdw>
              </a:effectLst>
              <a:latin typeface="Barlow Black" panose="00000A00000000000000" pitchFamily="2" charset="0"/>
            </a:endParaRPr>
          </a:p>
        </p:txBody>
      </p:sp>
      <p:sp>
        <p:nvSpPr>
          <p:cNvPr id="38" name="Arco azul">
            <a:extLst>
              <a:ext uri="{FF2B5EF4-FFF2-40B4-BE49-F238E27FC236}">
                <a16:creationId xmlns:a16="http://schemas.microsoft.com/office/drawing/2014/main" id="{997FB68D-3843-BE76-AF67-0CDE972E80A0}"/>
              </a:ext>
            </a:extLst>
          </p:cNvPr>
          <p:cNvSpPr/>
          <p:nvPr/>
        </p:nvSpPr>
        <p:spPr bwMode="auto">
          <a:xfrm rot="19472406">
            <a:off x="-130082" y="1498312"/>
            <a:ext cx="3568804" cy="3508305"/>
          </a:xfrm>
          <a:prstGeom prst="blockArc">
            <a:avLst>
              <a:gd name="adj1" fmla="val 9925285"/>
              <a:gd name="adj2" fmla="val 15410585"/>
              <a:gd name="adj3" fmla="val 31333"/>
            </a:avLst>
          </a:prstGeom>
          <a:gradFill flip="none" rotWithShape="1">
            <a:gsLst>
              <a:gs pos="0">
                <a:srgbClr val="279DD8"/>
              </a:gs>
              <a:gs pos="82000">
                <a:srgbClr val="3057A4"/>
              </a:gs>
            </a:gsLst>
            <a:lin ang="2700000" scaled="1"/>
            <a:tileRect/>
          </a:gra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a:solidFill>
                <a:schemeClr val="tx1"/>
              </a:solidFill>
            </a:endParaRPr>
          </a:p>
        </p:txBody>
      </p:sp>
      <p:sp>
        <p:nvSpPr>
          <p:cNvPr id="42" name="ENGAGE">
            <a:extLst>
              <a:ext uri="{FF2B5EF4-FFF2-40B4-BE49-F238E27FC236}">
                <a16:creationId xmlns:a16="http://schemas.microsoft.com/office/drawing/2014/main" id="{79056527-129E-3E08-66B7-AD64A7948F7E}"/>
              </a:ext>
            </a:extLst>
          </p:cNvPr>
          <p:cNvSpPr txBox="1"/>
          <p:nvPr/>
        </p:nvSpPr>
        <p:spPr>
          <a:xfrm rot="16200000">
            <a:off x="-83147" y="3164290"/>
            <a:ext cx="887473" cy="310497"/>
          </a:xfrm>
          <a:prstGeom prst="rect">
            <a:avLst/>
          </a:prstGeom>
          <a:noFill/>
        </p:spPr>
        <p:txBody>
          <a:bodyPr spcFirstLastPara="1" wrap="square" numCol="1">
            <a:prstTxWarp prst="textArchUp">
              <a:avLst/>
            </a:prstTxWarp>
            <a:spAutoFit/>
          </a:bodyPr>
          <a:lstStyle>
            <a:defPPr>
              <a:defRPr lang="en-US"/>
            </a:defPPr>
            <a:lvl1pPr algn="ctr">
              <a:lnSpc>
                <a:spcPts val="5207"/>
              </a:lnSpc>
              <a:spcBef>
                <a:spcPct val="0"/>
              </a:spcBef>
              <a:defRPr sz="2800">
                <a:solidFill>
                  <a:schemeClr val="bg1"/>
                </a:solidFill>
                <a:effectLst>
                  <a:outerShdw blurRad="38100" dist="38100" dir="2700000" algn="tl">
                    <a:srgbClr val="000000">
                      <a:alpha val="43137"/>
                    </a:srgbClr>
                  </a:outerShdw>
                </a:effectLst>
                <a:latin typeface="Barlow Black" panose="00000A00000000000000" pitchFamily="2" charset="0"/>
              </a:defRPr>
            </a:lvl1pPr>
          </a:lstStyle>
          <a:p>
            <a:r>
              <a:rPr lang="en-US" sz="1600"/>
              <a:t>ENGAGE</a:t>
            </a:r>
          </a:p>
        </p:txBody>
      </p:sp>
      <p:sp>
        <p:nvSpPr>
          <p:cNvPr id="57" name="Triangulo 1">
            <a:extLst>
              <a:ext uri="{FF2B5EF4-FFF2-40B4-BE49-F238E27FC236}">
                <a16:creationId xmlns:a16="http://schemas.microsoft.com/office/drawing/2014/main" id="{652AD8A1-3797-0C33-F9AA-C5013FAE039F}"/>
              </a:ext>
            </a:extLst>
          </p:cNvPr>
          <p:cNvSpPr/>
          <p:nvPr/>
        </p:nvSpPr>
        <p:spPr bwMode="auto">
          <a:xfrm rot="16200000">
            <a:off x="802786" y="3115211"/>
            <a:ext cx="498642" cy="332205"/>
          </a:xfrm>
          <a:prstGeom prst="triangle">
            <a:avLst/>
          </a:prstGeom>
          <a:solidFill>
            <a:schemeClr val="tx1">
              <a:lumMod val="75000"/>
              <a:lumOff val="2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8" name="No 1">
            <a:extLst>
              <a:ext uri="{FF2B5EF4-FFF2-40B4-BE49-F238E27FC236}">
                <a16:creationId xmlns:a16="http://schemas.microsoft.com/office/drawing/2014/main" id="{DFA8D40E-07D2-16BA-CD42-D50C91B6CE77}"/>
              </a:ext>
            </a:extLst>
          </p:cNvPr>
          <p:cNvSpPr txBox="1"/>
          <p:nvPr/>
        </p:nvSpPr>
        <p:spPr>
          <a:xfrm rot="16200000">
            <a:off x="919873" y="3105755"/>
            <a:ext cx="221318"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067" b="1">
                <a:solidFill>
                  <a:schemeClr val="bg1"/>
                </a:solidFill>
                <a:effectLst>
                  <a:outerShdw blurRad="38100" dist="38100" dir="2700000" algn="tl">
                    <a:srgbClr val="000000">
                      <a:alpha val="43137"/>
                    </a:srgbClr>
                  </a:outerShdw>
                </a:effectLst>
                <a:latin typeface="Barlow Black" panose="00000A00000000000000" pitchFamily="2" charset="0"/>
              </a:rPr>
              <a:t>1</a:t>
            </a:r>
            <a:endParaRPr lang="pt-BR" sz="933" b="1">
              <a:solidFill>
                <a:schemeClr val="bg1"/>
              </a:solidFill>
              <a:effectLst>
                <a:outerShdw blurRad="38100" dist="38100" dir="2700000" algn="tl">
                  <a:srgbClr val="000000">
                    <a:alpha val="43137"/>
                  </a:srgbClr>
                </a:outerShdw>
              </a:effectLst>
              <a:latin typeface="Barlow Black" panose="00000A00000000000000" pitchFamily="2" charset="0"/>
            </a:endParaRPr>
          </a:p>
        </p:txBody>
      </p:sp>
      <p:sp>
        <p:nvSpPr>
          <p:cNvPr id="5143" name="Imã">
            <a:extLst>
              <a:ext uri="{FF2B5EF4-FFF2-40B4-BE49-F238E27FC236}">
                <a16:creationId xmlns:a16="http://schemas.microsoft.com/office/drawing/2014/main" id="{F211F1C3-438B-D032-83DC-17425169E630}"/>
              </a:ext>
            </a:extLst>
          </p:cNvPr>
          <p:cNvSpPr/>
          <p:nvPr/>
        </p:nvSpPr>
        <p:spPr>
          <a:xfrm rot="16200000">
            <a:off x="210278" y="3153477"/>
            <a:ext cx="659939" cy="434735"/>
          </a:xfrm>
          <a:custGeom>
            <a:avLst/>
            <a:gdLst/>
            <a:ahLst/>
            <a:cxnLst/>
            <a:rect l="l" t="t" r="r" b="b"/>
            <a:pathLst>
              <a:path w="2542677" h="1674988">
                <a:moveTo>
                  <a:pt x="0" y="0"/>
                </a:moveTo>
                <a:lnTo>
                  <a:pt x="2542677" y="0"/>
                </a:lnTo>
                <a:lnTo>
                  <a:pt x="2542677" y="1674988"/>
                </a:lnTo>
                <a:lnTo>
                  <a:pt x="0" y="1674988"/>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50800" dist="38100" dir="5400000" algn="t" rotWithShape="0">
              <a:prstClr val="black">
                <a:alpha val="40000"/>
              </a:prstClr>
            </a:outerShdw>
          </a:effectLst>
        </p:spPr>
        <p:txBody>
          <a:bodyPr/>
          <a:lstStyle/>
          <a:p>
            <a:endParaRPr lang="en-GB" sz="1200"/>
          </a:p>
        </p:txBody>
      </p:sp>
      <p:sp>
        <p:nvSpPr>
          <p:cNvPr id="71" name="Círculo transparente">
            <a:extLst>
              <a:ext uri="{FF2B5EF4-FFF2-40B4-BE49-F238E27FC236}">
                <a16:creationId xmlns:a16="http://schemas.microsoft.com/office/drawing/2014/main" id="{C7DEE166-0D04-E9C4-718E-A3587003DBB3}"/>
              </a:ext>
            </a:extLst>
          </p:cNvPr>
          <p:cNvSpPr/>
          <p:nvPr/>
        </p:nvSpPr>
        <p:spPr bwMode="auto">
          <a:xfrm rot="16200000">
            <a:off x="-147054" y="1208943"/>
            <a:ext cx="4066295" cy="4066295"/>
          </a:xfrm>
          <a:prstGeom prst="ellipse">
            <a:avLst/>
          </a:prstGeom>
          <a:solidFill>
            <a:schemeClr val="bg1">
              <a:alpha val="8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a:solidFill>
                <a:schemeClr val="tx1"/>
              </a:solidFill>
            </a:endParaRPr>
          </a:p>
        </p:txBody>
      </p:sp>
      <p:sp>
        <p:nvSpPr>
          <p:cNvPr id="41" name="Arco roxo 2">
            <a:extLst>
              <a:ext uri="{FF2B5EF4-FFF2-40B4-BE49-F238E27FC236}">
                <a16:creationId xmlns:a16="http://schemas.microsoft.com/office/drawing/2014/main" id="{E9EA6AB2-7B91-0FF5-708B-F3FCB7ED776F}"/>
              </a:ext>
            </a:extLst>
          </p:cNvPr>
          <p:cNvSpPr/>
          <p:nvPr/>
        </p:nvSpPr>
        <p:spPr bwMode="auto">
          <a:xfrm rot="3228233">
            <a:off x="-108881" y="1523613"/>
            <a:ext cx="3568804" cy="3508305"/>
          </a:xfrm>
          <a:prstGeom prst="blockArc">
            <a:avLst>
              <a:gd name="adj1" fmla="val 10063642"/>
              <a:gd name="adj2" fmla="val 15386513"/>
              <a:gd name="adj3" fmla="val 31228"/>
            </a:avLst>
          </a:prstGeom>
          <a:gradFill flip="none" rotWithShape="1">
            <a:gsLst>
              <a:gs pos="0">
                <a:srgbClr val="CA2181"/>
              </a:gs>
              <a:gs pos="82000">
                <a:srgbClr val="8B0D96"/>
              </a:gs>
            </a:gsLst>
            <a:lin ang="13500000" scaled="1"/>
            <a:tileRect/>
          </a:gra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a:solidFill>
                <a:schemeClr val="tx1"/>
              </a:solidFill>
            </a:endParaRPr>
          </a:p>
        </p:txBody>
      </p:sp>
      <p:sp>
        <p:nvSpPr>
          <p:cNvPr id="43" name="Oportunity">
            <a:extLst>
              <a:ext uri="{FF2B5EF4-FFF2-40B4-BE49-F238E27FC236}">
                <a16:creationId xmlns:a16="http://schemas.microsoft.com/office/drawing/2014/main" id="{AF7B60B6-8380-A0DE-51F1-0F2AD99203CC}"/>
              </a:ext>
            </a:extLst>
          </p:cNvPr>
          <p:cNvSpPr txBox="1"/>
          <p:nvPr/>
        </p:nvSpPr>
        <p:spPr>
          <a:xfrm>
            <a:off x="937874" y="1807967"/>
            <a:ext cx="1343828" cy="353730"/>
          </a:xfrm>
          <a:prstGeom prst="rect">
            <a:avLst/>
          </a:prstGeom>
          <a:noFill/>
        </p:spPr>
        <p:txBody>
          <a:bodyPr wrap="square">
            <a:prstTxWarp prst="textArchUp">
              <a:avLst/>
            </a:prstTxWarp>
            <a:spAutoFit/>
          </a:bodyPr>
          <a:lstStyle/>
          <a:p>
            <a:pPr algn="ctr">
              <a:lnSpc>
                <a:spcPts val="3472"/>
              </a:lnSpc>
              <a:spcBef>
                <a:spcPct val="0"/>
              </a:spcBef>
            </a:pPr>
            <a:r>
              <a:rPr lang="en-US" sz="1867">
                <a:solidFill>
                  <a:schemeClr val="bg1"/>
                </a:solidFill>
                <a:effectLst>
                  <a:outerShdw blurRad="38100" dist="38100" dir="2700000" algn="tl">
                    <a:srgbClr val="000000">
                      <a:alpha val="43137"/>
                    </a:srgbClr>
                  </a:outerShdw>
                </a:effectLst>
                <a:latin typeface="Barlow Black" panose="00000A00000000000000" pitchFamily="2" charset="0"/>
              </a:rPr>
              <a:t>CREATE OPPORTUNITY</a:t>
            </a:r>
          </a:p>
        </p:txBody>
      </p:sp>
      <p:sp>
        <p:nvSpPr>
          <p:cNvPr id="61" name="caixa lampada">
            <a:extLst>
              <a:ext uri="{FF2B5EF4-FFF2-40B4-BE49-F238E27FC236}">
                <a16:creationId xmlns:a16="http://schemas.microsoft.com/office/drawing/2014/main" id="{48311336-BCB7-96D7-C663-7C9C951CFA88}"/>
              </a:ext>
            </a:extLst>
          </p:cNvPr>
          <p:cNvSpPr/>
          <p:nvPr/>
        </p:nvSpPr>
        <p:spPr>
          <a:xfrm>
            <a:off x="1407185" y="1821017"/>
            <a:ext cx="494268" cy="602211"/>
          </a:xfrm>
          <a:custGeom>
            <a:avLst/>
            <a:gdLst/>
            <a:ahLst/>
            <a:cxnLst/>
            <a:rect l="l" t="t" r="r" b="b"/>
            <a:pathLst>
              <a:path w="1628900" h="1998651">
                <a:moveTo>
                  <a:pt x="0" y="0"/>
                </a:moveTo>
                <a:lnTo>
                  <a:pt x="1628900" y="0"/>
                </a:lnTo>
                <a:lnTo>
                  <a:pt x="1628900" y="1998651"/>
                </a:lnTo>
                <a:lnTo>
                  <a:pt x="0" y="1998651"/>
                </a:lnTo>
                <a:lnTo>
                  <a:pt x="0" y="0"/>
                </a:lnTo>
                <a:close/>
              </a:path>
            </a:pathLst>
          </a:custGeom>
          <a:blipFill>
            <a:blip r:embed="rId8">
              <a:extLst>
                <a:ext uri="{96DAC541-7B7A-43D3-8B79-37D633B846F1}">
                  <asvg:svgBlip xmlns:asvg="http://schemas.microsoft.com/office/drawing/2016/SVG/main" r:embed="rId9"/>
                </a:ext>
              </a:extLst>
            </a:blip>
            <a:stretch>
              <a:fillRect/>
            </a:stretch>
          </a:blipFill>
          <a:effectLst>
            <a:outerShdw blurRad="50800" dist="38100" dir="5400000" algn="t" rotWithShape="0">
              <a:prstClr val="black">
                <a:alpha val="40000"/>
              </a:prstClr>
            </a:outerShdw>
          </a:effectLst>
        </p:spPr>
        <p:txBody>
          <a:bodyPr/>
          <a:lstStyle/>
          <a:p>
            <a:endParaRPr lang="en-GB" sz="1200"/>
          </a:p>
        </p:txBody>
      </p:sp>
      <p:sp>
        <p:nvSpPr>
          <p:cNvPr id="46" name="Rectangle: Rounded Corners 45">
            <a:extLst>
              <a:ext uri="{FF2B5EF4-FFF2-40B4-BE49-F238E27FC236}">
                <a16:creationId xmlns:a16="http://schemas.microsoft.com/office/drawing/2014/main" id="{723524CC-4707-5319-5C4D-D0B7A10FF357}"/>
              </a:ext>
            </a:extLst>
          </p:cNvPr>
          <p:cNvSpPr/>
          <p:nvPr/>
        </p:nvSpPr>
        <p:spPr bwMode="auto">
          <a:xfrm rot="16200000">
            <a:off x="1037867" y="2667477"/>
            <a:ext cx="1232906" cy="1193515"/>
          </a:xfrm>
          <a:prstGeom prst="roundRect">
            <a:avLst>
              <a:gd name="adj" fmla="val 50000"/>
            </a:avLst>
          </a:prstGeom>
          <a:solidFill>
            <a:schemeClr val="bg1">
              <a:lumMod val="65000"/>
            </a:schemeClr>
          </a:solidFill>
          <a:ln>
            <a:noFill/>
            <a:headEnd/>
            <a:tailEnd/>
          </a:ln>
          <a:effectLst>
            <a:outerShdw blurRad="50800" dist="38100" dir="2700000" algn="tl" rotWithShape="0">
              <a:prstClr val="black">
                <a:alpha val="40000"/>
              </a:prstClr>
            </a:outerShdw>
          </a:effectLst>
          <a:scene3d>
            <a:camera prst="orthographicFront"/>
            <a:lightRig rig="threePt" dir="t"/>
          </a:scene3d>
          <a:sp3d>
            <a:bevelT w="152400" h="44450" prst="angle"/>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48" name="Triangulo 2">
            <a:extLst>
              <a:ext uri="{FF2B5EF4-FFF2-40B4-BE49-F238E27FC236}">
                <a16:creationId xmlns:a16="http://schemas.microsoft.com/office/drawing/2014/main" id="{10366D21-2255-5948-16EE-DCDBAA6582D0}"/>
              </a:ext>
            </a:extLst>
          </p:cNvPr>
          <p:cNvSpPr/>
          <p:nvPr/>
        </p:nvSpPr>
        <p:spPr bwMode="auto">
          <a:xfrm>
            <a:off x="1382746" y="2478314"/>
            <a:ext cx="498642" cy="332205"/>
          </a:xfrm>
          <a:prstGeom prst="triangle">
            <a:avLst/>
          </a:prstGeom>
          <a:solidFill>
            <a:schemeClr val="tx1">
              <a:lumMod val="75000"/>
              <a:lumOff val="2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9" name="Rectangle: Rounded Corners 58">
            <a:extLst>
              <a:ext uri="{FF2B5EF4-FFF2-40B4-BE49-F238E27FC236}">
                <a16:creationId xmlns:a16="http://schemas.microsoft.com/office/drawing/2014/main" id="{5D49CF61-7280-BB9A-C5F0-251F0CC8FE65}"/>
              </a:ext>
            </a:extLst>
          </p:cNvPr>
          <p:cNvSpPr/>
          <p:nvPr/>
        </p:nvSpPr>
        <p:spPr bwMode="auto">
          <a:xfrm rot="16200000">
            <a:off x="1113182" y="2749091"/>
            <a:ext cx="1071911" cy="1030287"/>
          </a:xfrm>
          <a:prstGeom prst="roundRect">
            <a:avLst>
              <a:gd name="adj" fmla="val 50000"/>
            </a:avLst>
          </a:prstGeom>
          <a:solidFill>
            <a:schemeClr val="bg1">
              <a:lumMod val="85000"/>
            </a:schemeClr>
          </a:solidFill>
          <a:ln>
            <a:noFill/>
            <a:headEnd/>
            <a:tailEnd/>
          </a:ln>
          <a:effectLst>
            <a:outerShdw blurRad="50800" dist="38100" dir="2700000" algn="tl" rotWithShape="0">
              <a:prstClr val="black">
                <a:alpha val="40000"/>
              </a:prstClr>
            </a:outerShdw>
          </a:effectLst>
          <a:scene3d>
            <a:camera prst="orthographicFront"/>
            <a:lightRig rig="threePt" dir="t"/>
          </a:scene3d>
          <a:sp3d>
            <a:bevelT w="152400" h="44450" prst="angle"/>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60" name="TextBox 59">
            <a:extLst>
              <a:ext uri="{FF2B5EF4-FFF2-40B4-BE49-F238E27FC236}">
                <a16:creationId xmlns:a16="http://schemas.microsoft.com/office/drawing/2014/main" id="{10B3ED09-310B-7565-0B02-CE570007FB00}"/>
              </a:ext>
            </a:extLst>
          </p:cNvPr>
          <p:cNvSpPr txBox="1"/>
          <p:nvPr/>
        </p:nvSpPr>
        <p:spPr>
          <a:xfrm>
            <a:off x="1153307" y="2886642"/>
            <a:ext cx="981719"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333" b="1" dirty="0">
                <a:solidFill>
                  <a:srgbClr val="EB6E1D"/>
                </a:solidFill>
                <a:latin typeface="Barlow Black" panose="00000A00000000000000" pitchFamily="2" charset="0"/>
              </a:rPr>
              <a:t>IMPACT</a:t>
            </a:r>
          </a:p>
          <a:p>
            <a:pPr algn="ctr">
              <a:spcBef>
                <a:spcPts val="200"/>
              </a:spcBef>
              <a:spcAft>
                <a:spcPts val="200"/>
              </a:spcAft>
              <a:buClr>
                <a:schemeClr val="tx2"/>
              </a:buClr>
              <a:buSzPct val="110000"/>
            </a:pPr>
            <a:r>
              <a:rPr lang="pt-BR" sz="1200" b="1" dirty="0">
                <a:latin typeface="Barlow Black" panose="00000A00000000000000" pitchFamily="2" charset="0"/>
              </a:rPr>
              <a:t>SELLING MODEL</a:t>
            </a:r>
          </a:p>
        </p:txBody>
      </p:sp>
      <p:sp>
        <p:nvSpPr>
          <p:cNvPr id="49" name="No 2">
            <a:extLst>
              <a:ext uri="{FF2B5EF4-FFF2-40B4-BE49-F238E27FC236}">
                <a16:creationId xmlns:a16="http://schemas.microsoft.com/office/drawing/2014/main" id="{2560FC91-0908-468B-E962-27A3D3EC3423}"/>
              </a:ext>
            </a:extLst>
          </p:cNvPr>
          <p:cNvSpPr txBox="1"/>
          <p:nvPr/>
        </p:nvSpPr>
        <p:spPr>
          <a:xfrm>
            <a:off x="1515970" y="2441845"/>
            <a:ext cx="221318"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067" b="1">
                <a:solidFill>
                  <a:schemeClr val="bg1"/>
                </a:solidFill>
                <a:effectLst>
                  <a:outerShdw blurRad="38100" dist="38100" dir="2700000" algn="tl">
                    <a:srgbClr val="000000">
                      <a:alpha val="43137"/>
                    </a:srgbClr>
                  </a:outerShdw>
                </a:effectLst>
                <a:latin typeface="Barlow Black" panose="00000A00000000000000" pitchFamily="2" charset="0"/>
              </a:rPr>
              <a:t>2</a:t>
            </a:r>
            <a:endParaRPr lang="pt-BR" sz="933" b="1">
              <a:solidFill>
                <a:schemeClr val="bg1"/>
              </a:solidFill>
              <a:effectLst>
                <a:outerShdw blurRad="38100" dist="38100" dir="2700000" algn="tl">
                  <a:srgbClr val="000000">
                    <a:alpha val="43137"/>
                  </a:srgbClr>
                </a:outerShdw>
              </a:effectLst>
              <a:latin typeface="Barlow Black" panose="00000A00000000000000" pitchFamily="2" charset="0"/>
            </a:endParaRPr>
          </a:p>
        </p:txBody>
      </p:sp>
      <p:sp>
        <p:nvSpPr>
          <p:cNvPr id="75" name="Arc 74">
            <a:extLst>
              <a:ext uri="{FF2B5EF4-FFF2-40B4-BE49-F238E27FC236}">
                <a16:creationId xmlns:a16="http://schemas.microsoft.com/office/drawing/2014/main" id="{D283A8C2-97ED-43B6-F065-4D165ED0CB13}"/>
              </a:ext>
            </a:extLst>
          </p:cNvPr>
          <p:cNvSpPr/>
          <p:nvPr/>
        </p:nvSpPr>
        <p:spPr>
          <a:xfrm rot="3628162">
            <a:off x="-657318" y="1257803"/>
            <a:ext cx="4495455" cy="4495455"/>
          </a:xfrm>
          <a:prstGeom prst="arc">
            <a:avLst>
              <a:gd name="adj1" fmla="val 13731286"/>
              <a:gd name="adj2" fmla="val 0"/>
            </a:avLst>
          </a:prstGeom>
          <a:ln w="34925" cap="sq">
            <a:solidFill>
              <a:srgbClr val="AA1999"/>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sz="1200"/>
          </a:p>
        </p:txBody>
      </p:sp>
      <p:sp>
        <p:nvSpPr>
          <p:cNvPr id="77" name="Oval 76">
            <a:extLst>
              <a:ext uri="{FF2B5EF4-FFF2-40B4-BE49-F238E27FC236}">
                <a16:creationId xmlns:a16="http://schemas.microsoft.com/office/drawing/2014/main" id="{09215E3A-F5A5-2BD7-A5F4-CA89248E0063}"/>
              </a:ext>
            </a:extLst>
          </p:cNvPr>
          <p:cNvSpPr/>
          <p:nvPr/>
        </p:nvSpPr>
        <p:spPr bwMode="auto">
          <a:xfrm rot="784839">
            <a:off x="2614632" y="1486543"/>
            <a:ext cx="248621" cy="248621"/>
          </a:xfrm>
          <a:prstGeom prst="ellipse">
            <a:avLst/>
          </a:prstGeom>
          <a:solidFill>
            <a:schemeClr val="bg1"/>
          </a:solidFill>
          <a:ln>
            <a:noFill/>
            <a:headEnd/>
            <a:tailEnd/>
          </a:ln>
          <a:effectLst>
            <a:outerShdw blurRad="25400" dist="50800" dir="3660000" algn="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78" name="Oval 77">
            <a:extLst>
              <a:ext uri="{FF2B5EF4-FFF2-40B4-BE49-F238E27FC236}">
                <a16:creationId xmlns:a16="http://schemas.microsoft.com/office/drawing/2014/main" id="{8F263821-6003-E97C-AEE0-F231A318402B}"/>
              </a:ext>
            </a:extLst>
          </p:cNvPr>
          <p:cNvSpPr/>
          <p:nvPr/>
        </p:nvSpPr>
        <p:spPr bwMode="auto">
          <a:xfrm>
            <a:off x="2673393" y="1534475"/>
            <a:ext cx="135277" cy="142740"/>
          </a:xfrm>
          <a:prstGeom prst="ellipse">
            <a:avLst/>
          </a:prstGeom>
          <a:solidFill>
            <a:srgbClr val="C3269F"/>
          </a:solidFill>
          <a:ln>
            <a:noFill/>
            <a:headEnd/>
            <a:tailEnd/>
          </a:ln>
          <a:effectLst>
            <a:innerShdw blurRad="63500" dist="50800" dir="162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cxnSp>
        <p:nvCxnSpPr>
          <p:cNvPr id="80" name="Straight Connector 79">
            <a:extLst>
              <a:ext uri="{FF2B5EF4-FFF2-40B4-BE49-F238E27FC236}">
                <a16:creationId xmlns:a16="http://schemas.microsoft.com/office/drawing/2014/main" id="{3A966465-3707-53ED-57D9-1AAF3007225F}"/>
              </a:ext>
            </a:extLst>
          </p:cNvPr>
          <p:cNvCxnSpPr>
            <a:cxnSpLocks/>
          </p:cNvCxnSpPr>
          <p:nvPr/>
        </p:nvCxnSpPr>
        <p:spPr>
          <a:xfrm>
            <a:off x="2844204" y="1614515"/>
            <a:ext cx="1381526" cy="19488"/>
          </a:xfrm>
          <a:prstGeom prst="line">
            <a:avLst/>
          </a:prstGeom>
          <a:ln w="34925" cap="sq">
            <a:solidFill>
              <a:srgbClr val="AA1999"/>
            </a:solidFill>
            <a:prstDash val="dash"/>
            <a:miter lim="800000"/>
          </a:ln>
        </p:spPr>
        <p:style>
          <a:lnRef idx="1">
            <a:schemeClr val="accent1"/>
          </a:lnRef>
          <a:fillRef idx="0">
            <a:schemeClr val="accent1"/>
          </a:fillRef>
          <a:effectRef idx="0">
            <a:schemeClr val="accent1"/>
          </a:effectRef>
          <a:fontRef idx="minor">
            <a:schemeClr val="tx1"/>
          </a:fontRef>
        </p:style>
      </p:cxnSp>
      <p:sp>
        <p:nvSpPr>
          <p:cNvPr id="5129" name="Rectangle: Rounded Corners 5128">
            <a:extLst>
              <a:ext uri="{FF2B5EF4-FFF2-40B4-BE49-F238E27FC236}">
                <a16:creationId xmlns:a16="http://schemas.microsoft.com/office/drawing/2014/main" id="{69FFE023-EFBA-5D85-590D-6427FD281A57}"/>
              </a:ext>
            </a:extLst>
          </p:cNvPr>
          <p:cNvSpPr/>
          <p:nvPr/>
        </p:nvSpPr>
        <p:spPr bwMode="auto">
          <a:xfrm>
            <a:off x="4181880" y="1027964"/>
            <a:ext cx="4206746" cy="731745"/>
          </a:xfrm>
          <a:prstGeom prst="roundRect">
            <a:avLst>
              <a:gd name="adj" fmla="val 50000"/>
            </a:avLst>
          </a:prstGeom>
          <a:solidFill>
            <a:schemeClr val="bg1">
              <a:lumMod val="95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123" name="Oval 5122">
            <a:extLst>
              <a:ext uri="{FF2B5EF4-FFF2-40B4-BE49-F238E27FC236}">
                <a16:creationId xmlns:a16="http://schemas.microsoft.com/office/drawing/2014/main" id="{AFC7E41E-1915-EBD3-A24D-5C1A0746CBA5}"/>
              </a:ext>
            </a:extLst>
          </p:cNvPr>
          <p:cNvSpPr/>
          <p:nvPr/>
        </p:nvSpPr>
        <p:spPr bwMode="auto">
          <a:xfrm rot="830393">
            <a:off x="4175363" y="983669"/>
            <a:ext cx="750211" cy="791597"/>
          </a:xfrm>
          <a:prstGeom prst="ellipse">
            <a:avLst/>
          </a:prstGeom>
          <a:solidFill>
            <a:srgbClr val="AA1999"/>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dirty="0">
              <a:solidFill>
                <a:schemeClr val="tx1"/>
              </a:solidFill>
            </a:endParaRPr>
          </a:p>
        </p:txBody>
      </p:sp>
      <p:sp>
        <p:nvSpPr>
          <p:cNvPr id="5130" name="Chord 5129">
            <a:extLst>
              <a:ext uri="{FF2B5EF4-FFF2-40B4-BE49-F238E27FC236}">
                <a16:creationId xmlns:a16="http://schemas.microsoft.com/office/drawing/2014/main" id="{C32AA46A-9C28-EC07-9B61-5C43C0799041}"/>
              </a:ext>
            </a:extLst>
          </p:cNvPr>
          <p:cNvSpPr/>
          <p:nvPr/>
        </p:nvSpPr>
        <p:spPr bwMode="auto">
          <a:xfrm rot="10800000">
            <a:off x="7677422" y="1074557"/>
            <a:ext cx="639565" cy="638559"/>
          </a:xfrm>
          <a:prstGeom prst="chord">
            <a:avLst>
              <a:gd name="adj1" fmla="val 5507204"/>
              <a:gd name="adj2" fmla="val 16200000"/>
            </a:avLst>
          </a:prstGeom>
          <a:gradFill>
            <a:gsLst>
              <a:gs pos="0">
                <a:srgbClr val="EF4BC7"/>
              </a:gs>
              <a:gs pos="69000">
                <a:srgbClr val="AF1FA5"/>
              </a:gs>
            </a:gsLst>
            <a:lin ang="13500000" scaled="1"/>
          </a:gra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131" name="TextBox 28">
            <a:extLst>
              <a:ext uri="{FF2B5EF4-FFF2-40B4-BE49-F238E27FC236}">
                <a16:creationId xmlns:a16="http://schemas.microsoft.com/office/drawing/2014/main" id="{2067E6D9-B43D-5B4A-6EA0-E2EAA20CAB8C}"/>
              </a:ext>
            </a:extLst>
          </p:cNvPr>
          <p:cNvSpPr txBox="1"/>
          <p:nvPr/>
        </p:nvSpPr>
        <p:spPr>
          <a:xfrm>
            <a:off x="4897758" y="1197586"/>
            <a:ext cx="3047181" cy="276999"/>
          </a:xfrm>
          <a:prstGeom prst="rect">
            <a:avLst/>
          </a:prstGeom>
        </p:spPr>
        <p:txBody>
          <a:bodyPr wrap="square" lIns="0" tIns="0" rIns="0" bIns="0" rtlCol="0" anchor="t">
            <a:spAutoFit/>
          </a:bodyPr>
          <a:lstStyle/>
          <a:p>
            <a:pPr algn="ctr">
              <a:spcBef>
                <a:spcPct val="0"/>
              </a:spcBef>
              <a:spcAft>
                <a:spcPts val="600"/>
              </a:spcAft>
              <a:defRPr/>
            </a:pPr>
            <a:r>
              <a:rPr lang="en-US" dirty="0">
                <a:latin typeface="Barlow Bold"/>
              </a:rPr>
              <a:t>Challenge The Status Quo</a:t>
            </a:r>
          </a:p>
        </p:txBody>
      </p:sp>
      <p:pic>
        <p:nvPicPr>
          <p:cNvPr id="8" name="Graphic 7" descr="Question Mark with solid fill">
            <a:extLst>
              <a:ext uri="{FF2B5EF4-FFF2-40B4-BE49-F238E27FC236}">
                <a16:creationId xmlns:a16="http://schemas.microsoft.com/office/drawing/2014/main" id="{C763AC81-85E7-F6CD-E57F-6A3D9D677B7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242848" y="1071449"/>
            <a:ext cx="609600" cy="609600"/>
          </a:xfrm>
          <a:prstGeom prst="rect">
            <a:avLst/>
          </a:prstGeom>
          <a:effectLst>
            <a:outerShdw blurRad="63500" sx="102000" sy="102000" algn="ctr" rotWithShape="0">
              <a:prstClr val="black">
                <a:alpha val="40000"/>
              </a:prstClr>
            </a:outerShdw>
          </a:effectLst>
        </p:spPr>
      </p:pic>
      <p:grpSp>
        <p:nvGrpSpPr>
          <p:cNvPr id="5151" name="Group 5150">
            <a:extLst>
              <a:ext uri="{FF2B5EF4-FFF2-40B4-BE49-F238E27FC236}">
                <a16:creationId xmlns:a16="http://schemas.microsoft.com/office/drawing/2014/main" id="{547FD5CA-E51B-4DF7-83DE-DEA508173E2C}"/>
              </a:ext>
            </a:extLst>
          </p:cNvPr>
          <p:cNvGrpSpPr/>
          <p:nvPr/>
        </p:nvGrpSpPr>
        <p:grpSpPr>
          <a:xfrm>
            <a:off x="4508944" y="1815227"/>
            <a:ext cx="5755962" cy="1154859"/>
            <a:chOff x="6755091" y="3076466"/>
            <a:chExt cx="9368860" cy="1721533"/>
          </a:xfrm>
        </p:grpSpPr>
        <p:sp>
          <p:nvSpPr>
            <p:cNvPr id="10" name="Rectangle: Rounded Corners 9">
              <a:extLst>
                <a:ext uri="{FF2B5EF4-FFF2-40B4-BE49-F238E27FC236}">
                  <a16:creationId xmlns:a16="http://schemas.microsoft.com/office/drawing/2014/main" id="{3551A661-CEC1-3C92-BD70-CBBEE4537CF9}"/>
                </a:ext>
              </a:extLst>
            </p:cNvPr>
            <p:cNvSpPr/>
            <p:nvPr/>
          </p:nvSpPr>
          <p:spPr bwMode="auto">
            <a:xfrm>
              <a:off x="7941640" y="3614810"/>
              <a:ext cx="8182311" cy="1183189"/>
            </a:xfrm>
            <a:prstGeom prst="roundRect">
              <a:avLst>
                <a:gd name="adj" fmla="val 50000"/>
              </a:avLst>
            </a:prstGeom>
            <a:gradFill>
              <a:gsLst>
                <a:gs pos="0">
                  <a:srgbClr val="EF4BC7"/>
                </a:gs>
                <a:gs pos="69000">
                  <a:srgbClr val="AF1FA5"/>
                </a:gs>
              </a:gsLst>
              <a:lin ang="13500000" scaled="1"/>
            </a:gradFill>
            <a:ln>
              <a:noFill/>
              <a:headEnd/>
              <a:tailEnd/>
            </a:ln>
            <a:effectLst>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9" name="Rectangle: Rounded Corners 8">
              <a:extLst>
                <a:ext uri="{FF2B5EF4-FFF2-40B4-BE49-F238E27FC236}">
                  <a16:creationId xmlns:a16="http://schemas.microsoft.com/office/drawing/2014/main" id="{2A0ADD38-B81B-CF28-6B2C-546CBE29F260}"/>
                </a:ext>
              </a:extLst>
            </p:cNvPr>
            <p:cNvSpPr/>
            <p:nvPr/>
          </p:nvSpPr>
          <p:spPr bwMode="auto">
            <a:xfrm>
              <a:off x="7729544" y="3384018"/>
              <a:ext cx="8182311" cy="1184624"/>
            </a:xfrm>
            <a:prstGeom prst="roundRect">
              <a:avLst>
                <a:gd name="adj" fmla="val 50000"/>
              </a:avLst>
            </a:prstGeom>
            <a:solidFill>
              <a:schemeClr val="bg1">
                <a:lumMod val="95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16000" tIns="120000" rIns="120000" bIns="120000" numCol="1" spcCol="0" rtlCol="0" fromWordArt="0" anchor="ctr" anchorCtr="0" forceAA="0" compatLnSpc="1">
              <a:prstTxWarp prst="textNoShape">
                <a:avLst/>
              </a:prstTxWarp>
              <a:noAutofit/>
            </a:bodyPr>
            <a:lstStyle/>
            <a:p>
              <a:pPr lvl="0" algn="ctr">
                <a:spcAft>
                  <a:spcPts val="600"/>
                </a:spcAft>
                <a:defRPr/>
              </a:pPr>
              <a:r>
                <a:rPr lang="en-US" dirty="0">
                  <a:solidFill>
                    <a:schemeClr val="tx1"/>
                  </a:solidFill>
                  <a:latin typeface="Barlow Bold"/>
                </a:rPr>
                <a:t>Share Reframe</a:t>
              </a:r>
            </a:p>
          </p:txBody>
        </p:sp>
        <p:cxnSp>
          <p:nvCxnSpPr>
            <p:cNvPr id="14" name="Connector: Elbow 13">
              <a:extLst>
                <a:ext uri="{FF2B5EF4-FFF2-40B4-BE49-F238E27FC236}">
                  <a16:creationId xmlns:a16="http://schemas.microsoft.com/office/drawing/2014/main" id="{7320222E-7445-4DBC-A863-CA4BAD5379F4}"/>
                </a:ext>
              </a:extLst>
            </p:cNvPr>
            <p:cNvCxnSpPr>
              <a:cxnSpLocks/>
              <a:stCxn id="5128" idx="4"/>
              <a:endCxn id="9" idx="1"/>
            </p:cNvCxnSpPr>
            <p:nvPr/>
          </p:nvCxnSpPr>
          <p:spPr>
            <a:xfrm rot="16200000" flipH="1">
              <a:off x="6792386" y="3039171"/>
              <a:ext cx="899864" cy="974454"/>
            </a:xfrm>
            <a:prstGeom prst="bentConnector2">
              <a:avLst/>
            </a:prstGeom>
            <a:ln w="34925" cap="rnd">
              <a:solidFill>
                <a:srgbClr val="EEA8DD">
                  <a:alpha val="54000"/>
                </a:srgbClr>
              </a:solidFill>
            </a:ln>
          </p:spPr>
          <p:style>
            <a:lnRef idx="1">
              <a:schemeClr val="accent1"/>
            </a:lnRef>
            <a:fillRef idx="0">
              <a:schemeClr val="accent1"/>
            </a:fillRef>
            <a:effectRef idx="0">
              <a:schemeClr val="accent1"/>
            </a:effectRef>
            <a:fontRef idx="minor">
              <a:schemeClr val="tx1"/>
            </a:fontRef>
          </p:style>
        </p:cxnSp>
      </p:grpSp>
      <p:sp>
        <p:nvSpPr>
          <p:cNvPr id="5128" name="Oval 5127">
            <a:extLst>
              <a:ext uri="{FF2B5EF4-FFF2-40B4-BE49-F238E27FC236}">
                <a16:creationId xmlns:a16="http://schemas.microsoft.com/office/drawing/2014/main" id="{FAFE0A72-B5BE-5AE8-834F-D893BFDE0C46}"/>
              </a:ext>
            </a:extLst>
          </p:cNvPr>
          <p:cNvSpPr/>
          <p:nvPr/>
        </p:nvSpPr>
        <p:spPr bwMode="auto">
          <a:xfrm rot="310713">
            <a:off x="4114454" y="926477"/>
            <a:ext cx="872030" cy="920136"/>
          </a:xfrm>
          <a:prstGeom prst="ellipse">
            <a:avLst/>
          </a:prstGeom>
          <a:noFill/>
          <a:ln w="76200">
            <a:solidFill>
              <a:srgbClr val="AA1999"/>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grpSp>
        <p:nvGrpSpPr>
          <p:cNvPr id="5150" name="Group 5149">
            <a:extLst>
              <a:ext uri="{FF2B5EF4-FFF2-40B4-BE49-F238E27FC236}">
                <a16:creationId xmlns:a16="http://schemas.microsoft.com/office/drawing/2014/main" id="{C1074D9D-FB41-1624-EA7B-699AA07573D3}"/>
              </a:ext>
            </a:extLst>
          </p:cNvPr>
          <p:cNvGrpSpPr/>
          <p:nvPr/>
        </p:nvGrpSpPr>
        <p:grpSpPr>
          <a:xfrm>
            <a:off x="4825581" y="2439728"/>
            <a:ext cx="5889773" cy="1729459"/>
            <a:chOff x="7237887" y="3812319"/>
            <a:chExt cx="8834660" cy="2594189"/>
          </a:xfrm>
        </p:grpSpPr>
        <p:sp>
          <p:nvSpPr>
            <p:cNvPr id="17" name="Rectangle: Rounded Corners 16">
              <a:extLst>
                <a:ext uri="{FF2B5EF4-FFF2-40B4-BE49-F238E27FC236}">
                  <a16:creationId xmlns:a16="http://schemas.microsoft.com/office/drawing/2014/main" id="{68035A8D-D5AA-6087-EC28-174E8C452566}"/>
                </a:ext>
              </a:extLst>
            </p:cNvPr>
            <p:cNvSpPr/>
            <p:nvPr/>
          </p:nvSpPr>
          <p:spPr bwMode="auto">
            <a:xfrm>
              <a:off x="8604947" y="5221884"/>
              <a:ext cx="7467600" cy="1184624"/>
            </a:xfrm>
            <a:prstGeom prst="roundRect">
              <a:avLst>
                <a:gd name="adj" fmla="val 50000"/>
              </a:avLst>
            </a:prstGeom>
            <a:gradFill>
              <a:gsLst>
                <a:gs pos="0">
                  <a:srgbClr val="EF4BC7"/>
                </a:gs>
                <a:gs pos="69000">
                  <a:srgbClr val="AF1FA5"/>
                </a:gs>
              </a:gsLst>
              <a:lin ang="13500000" scaled="1"/>
            </a:gradFill>
            <a:ln>
              <a:noFill/>
              <a:headEnd/>
              <a:tailEnd/>
            </a:ln>
            <a:effectLst>
              <a:innerShdw blurRad="63500" dist="508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dirty="0">
                <a:solidFill>
                  <a:schemeClr val="tx1"/>
                </a:solidFill>
              </a:endParaRPr>
            </a:p>
          </p:txBody>
        </p:sp>
        <p:sp>
          <p:nvSpPr>
            <p:cNvPr id="18" name="Rectangle: Rounded Corners 17">
              <a:extLst>
                <a:ext uri="{FF2B5EF4-FFF2-40B4-BE49-F238E27FC236}">
                  <a16:creationId xmlns:a16="http://schemas.microsoft.com/office/drawing/2014/main" id="{699F4C7C-15B2-97A0-AFD4-F9D4C5BFB2A4}"/>
                </a:ext>
              </a:extLst>
            </p:cNvPr>
            <p:cNvSpPr/>
            <p:nvPr/>
          </p:nvSpPr>
          <p:spPr bwMode="auto">
            <a:xfrm>
              <a:off x="8392852" y="4991095"/>
              <a:ext cx="7467600" cy="1184623"/>
            </a:xfrm>
            <a:prstGeom prst="roundRect">
              <a:avLst>
                <a:gd name="adj" fmla="val 50000"/>
              </a:avLst>
            </a:prstGeom>
            <a:solidFill>
              <a:schemeClr val="bg1">
                <a:lumMod val="95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16000" tIns="120000" rIns="120000" bIns="120000" numCol="1" spcCol="0" rtlCol="0" fromWordArt="0" anchor="t" anchorCtr="0" forceAA="0" compatLnSpc="1">
              <a:prstTxWarp prst="textNoShape">
                <a:avLst/>
              </a:prstTxWarp>
              <a:noAutofit/>
            </a:bodyPr>
            <a:lstStyle/>
            <a:p>
              <a:pPr algn="ctr">
                <a:spcAft>
                  <a:spcPts val="600"/>
                </a:spcAft>
                <a:defRPr/>
              </a:pPr>
              <a:r>
                <a:rPr lang="en-US" dirty="0">
                  <a:solidFill>
                    <a:schemeClr val="tx1"/>
                  </a:solidFill>
                  <a:latin typeface="Barlow Bold"/>
                </a:rPr>
                <a:t>Introduce Impact</a:t>
              </a:r>
            </a:p>
          </p:txBody>
        </p:sp>
        <p:cxnSp>
          <p:nvCxnSpPr>
            <p:cNvPr id="62" name="Connector: Elbow 61">
              <a:extLst>
                <a:ext uri="{FF2B5EF4-FFF2-40B4-BE49-F238E27FC236}">
                  <a16:creationId xmlns:a16="http://schemas.microsoft.com/office/drawing/2014/main" id="{CC0BB472-0243-5464-D265-D13C3E906356}"/>
                </a:ext>
              </a:extLst>
            </p:cNvPr>
            <p:cNvCxnSpPr>
              <a:cxnSpLocks/>
            </p:cNvCxnSpPr>
            <p:nvPr/>
          </p:nvCxnSpPr>
          <p:spPr>
            <a:xfrm rot="16200000" flipH="1">
              <a:off x="6909450" y="4140756"/>
              <a:ext cx="1833165" cy="1176292"/>
            </a:xfrm>
            <a:prstGeom prst="bentConnector3">
              <a:avLst>
                <a:gd name="adj1" fmla="val 100576"/>
              </a:avLst>
            </a:prstGeom>
            <a:ln w="34925" cap="rnd">
              <a:solidFill>
                <a:srgbClr val="EEA8DD">
                  <a:alpha val="54000"/>
                </a:srgbClr>
              </a:solidFill>
            </a:ln>
          </p:spPr>
          <p:style>
            <a:lnRef idx="1">
              <a:schemeClr val="accent1"/>
            </a:lnRef>
            <a:fillRef idx="0">
              <a:schemeClr val="accent1"/>
            </a:fillRef>
            <a:effectRef idx="0">
              <a:schemeClr val="accent1"/>
            </a:effectRef>
            <a:fontRef idx="minor">
              <a:schemeClr val="tx1"/>
            </a:fontRef>
          </p:style>
        </p:cxnSp>
      </p:grpSp>
      <p:grpSp>
        <p:nvGrpSpPr>
          <p:cNvPr id="5126" name="Group 5125">
            <a:extLst>
              <a:ext uri="{FF2B5EF4-FFF2-40B4-BE49-F238E27FC236}">
                <a16:creationId xmlns:a16="http://schemas.microsoft.com/office/drawing/2014/main" id="{19EFFC56-6C30-FB25-5B73-688D59FB84DC}"/>
              </a:ext>
            </a:extLst>
          </p:cNvPr>
          <p:cNvGrpSpPr/>
          <p:nvPr/>
        </p:nvGrpSpPr>
        <p:grpSpPr>
          <a:xfrm>
            <a:off x="11099235" y="3248635"/>
            <a:ext cx="2026603" cy="2026603"/>
            <a:chOff x="16355745" y="8180613"/>
            <a:chExt cx="3039904" cy="3039904"/>
          </a:xfrm>
        </p:grpSpPr>
        <p:sp>
          <p:nvSpPr>
            <p:cNvPr id="93" name="Oval 92">
              <a:extLst>
                <a:ext uri="{FF2B5EF4-FFF2-40B4-BE49-F238E27FC236}">
                  <a16:creationId xmlns:a16="http://schemas.microsoft.com/office/drawing/2014/main" id="{710BD423-E0BA-DD49-EBB7-39F6ABB615F5}"/>
                </a:ext>
              </a:extLst>
            </p:cNvPr>
            <p:cNvSpPr/>
            <p:nvPr/>
          </p:nvSpPr>
          <p:spPr bwMode="auto">
            <a:xfrm>
              <a:off x="16355745" y="8180613"/>
              <a:ext cx="3039904" cy="3039904"/>
            </a:xfrm>
            <a:prstGeom prst="ellipse">
              <a:avLst/>
            </a:prstGeom>
            <a:solidFill>
              <a:srgbClr val="AA1999"/>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94" name="TextBox 93">
              <a:extLst>
                <a:ext uri="{FF2B5EF4-FFF2-40B4-BE49-F238E27FC236}">
                  <a16:creationId xmlns:a16="http://schemas.microsoft.com/office/drawing/2014/main" id="{F28F32BF-6DBF-6835-5244-D21962DBA70D}"/>
                </a:ext>
              </a:extLst>
            </p:cNvPr>
            <p:cNvSpPr txBox="1"/>
            <p:nvPr/>
          </p:nvSpPr>
          <p:spPr>
            <a:xfrm>
              <a:off x="16840568" y="8319794"/>
              <a:ext cx="2053806" cy="1667928"/>
            </a:xfrm>
            <a:prstGeom prst="rect">
              <a:avLst/>
            </a:prstGeom>
            <a:noFill/>
          </p:spPr>
          <p:txBody>
            <a:bodyPr wrap="square" lIns="120000" tIns="120000" rIns="120000" bIns="120000" rtlCol="0">
              <a:noAutofit/>
            </a:bodyPr>
            <a:lstStyle/>
            <a:p>
              <a:pPr>
                <a:spcBef>
                  <a:spcPts val="200"/>
                </a:spcBef>
                <a:spcAft>
                  <a:spcPts val="200"/>
                </a:spcAft>
                <a:buClr>
                  <a:schemeClr val="tx2"/>
                </a:buClr>
                <a:buSzPct val="110000"/>
              </a:pPr>
              <a:r>
                <a:rPr lang="pt-BR" sz="8400">
                  <a:solidFill>
                    <a:srgbClr val="AF1FA5"/>
                  </a:solidFill>
                  <a:latin typeface="Amasis MT Pro Black" panose="02040A04050005020304" pitchFamily="18" charset="0"/>
                </a:rPr>
                <a:t>2</a:t>
              </a:r>
            </a:p>
          </p:txBody>
        </p:sp>
      </p:grpSp>
      <p:pic>
        <p:nvPicPr>
          <p:cNvPr id="2" name="Picture 6" descr="Discounted Trelegy Online - Insulin Outlet">
            <a:extLst>
              <a:ext uri="{FF2B5EF4-FFF2-40B4-BE49-F238E27FC236}">
                <a16:creationId xmlns:a16="http://schemas.microsoft.com/office/drawing/2014/main" id="{BA2901E5-4111-279A-6C7F-FEFC432C95AE}"/>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8CB8E3D4-250F-5F1E-1B94-473A17C381DE}"/>
              </a:ext>
            </a:extLst>
          </p:cNvPr>
          <p:cNvSpPr/>
          <p:nvPr/>
        </p:nvSpPr>
        <p:spPr bwMode="auto">
          <a:xfrm>
            <a:off x="5945489" y="4375196"/>
            <a:ext cx="5201914" cy="789749"/>
          </a:xfrm>
          <a:prstGeom prst="roundRect">
            <a:avLst>
              <a:gd name="adj" fmla="val 50000"/>
            </a:avLst>
          </a:prstGeom>
          <a:solidFill>
            <a:schemeClr val="bg1">
              <a:lumMod val="95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24000" tIns="180000" rIns="180000" bIns="180000" numCol="1" spcCol="0" rtlCol="0" fromWordArt="0" anchor="t" anchorCtr="0" forceAA="0" compatLnSpc="1">
            <a:prstTxWarp prst="textNoShape">
              <a:avLst/>
            </a:prstTxWarp>
            <a:noAutofit/>
          </a:bodyPr>
          <a:lstStyle/>
          <a:p>
            <a:pPr lvl="0" algn="ctr">
              <a:spcAft>
                <a:spcPts val="600"/>
              </a:spcAft>
              <a:defRPr/>
            </a:pPr>
            <a:r>
              <a:rPr lang="en-US" dirty="0">
                <a:solidFill>
                  <a:schemeClr val="tx1"/>
                </a:solidFill>
                <a:latin typeface="Barlow Bold"/>
              </a:rPr>
              <a:t>Reveal Value</a:t>
            </a:r>
          </a:p>
        </p:txBody>
      </p:sp>
      <p:cxnSp>
        <p:nvCxnSpPr>
          <p:cNvPr id="6" name="Connector: Elbow 5">
            <a:extLst>
              <a:ext uri="{FF2B5EF4-FFF2-40B4-BE49-F238E27FC236}">
                <a16:creationId xmlns:a16="http://schemas.microsoft.com/office/drawing/2014/main" id="{DB7C4B17-2AF5-5406-E79A-85478AAD03F3}"/>
              </a:ext>
            </a:extLst>
          </p:cNvPr>
          <p:cNvCxnSpPr>
            <a:cxnSpLocks/>
            <a:endCxn id="4" idx="1"/>
          </p:cNvCxnSpPr>
          <p:nvPr/>
        </p:nvCxnSpPr>
        <p:spPr>
          <a:xfrm rot="16200000" flipH="1">
            <a:off x="4947601" y="3772183"/>
            <a:ext cx="1110604" cy="885172"/>
          </a:xfrm>
          <a:prstGeom prst="bentConnector2">
            <a:avLst/>
          </a:prstGeom>
          <a:ln w="34925" cap="rnd">
            <a:solidFill>
              <a:srgbClr val="EEA8DD">
                <a:alpha val="54000"/>
              </a:srgb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5A7567D-5EFB-09E1-4E03-4CD79D9CB8B2}"/>
              </a:ext>
            </a:extLst>
          </p:cNvPr>
          <p:cNvSpPr txBox="1"/>
          <p:nvPr/>
        </p:nvSpPr>
        <p:spPr>
          <a:xfrm>
            <a:off x="9094552" y="556786"/>
            <a:ext cx="2910942" cy="1077218"/>
          </a:xfrm>
          <a:prstGeom prst="rect">
            <a:avLst/>
          </a:prstGeom>
          <a:solidFill>
            <a:schemeClr val="bg1"/>
          </a:solidFill>
        </p:spPr>
        <p:txBody>
          <a:bodyPr wrap="square">
            <a:spAutoFit/>
          </a:bodyPr>
          <a:lstStyle/>
          <a:p>
            <a:r>
              <a:rPr lang="en-US" sz="3200" b="1" dirty="0">
                <a:solidFill>
                  <a:srgbClr val="FAD1A8"/>
                </a:solidFill>
                <a:effectLst>
                  <a:outerShdw blurRad="38100" dist="38100" dir="2700000" algn="tl">
                    <a:srgbClr val="000000">
                      <a:alpha val="43137"/>
                    </a:srgbClr>
                  </a:outerShdw>
                </a:effectLst>
                <a:latin typeface="Arial"/>
                <a:ea typeface="+mj-ea"/>
                <a:cs typeface="Arial"/>
              </a:rPr>
              <a:t>Challenger Rep</a:t>
            </a:r>
            <a:endParaRPr lang="en-GB" sz="3200" b="1" dirty="0">
              <a:solidFill>
                <a:srgbClr val="FAD1A8"/>
              </a:solidFill>
              <a:effectLst>
                <a:outerShdw blurRad="38100" dist="38100" dir="2700000" algn="tl">
                  <a:srgbClr val="000000">
                    <a:alpha val="43137"/>
                  </a:srgbClr>
                </a:outerShdw>
              </a:effectLst>
              <a:latin typeface="Arial"/>
              <a:ea typeface="+mj-ea"/>
              <a:cs typeface="Arial"/>
            </a:endParaRPr>
          </a:p>
        </p:txBody>
      </p:sp>
      <p:sp>
        <p:nvSpPr>
          <p:cNvPr id="3" name="Slide Number Placeholder 3">
            <a:extLst>
              <a:ext uri="{FF2B5EF4-FFF2-40B4-BE49-F238E27FC236}">
                <a16:creationId xmlns:a16="http://schemas.microsoft.com/office/drawing/2014/main" id="{723AEF39-E4A3-B196-C3D5-6CE6AB7F3822}"/>
              </a:ext>
            </a:extLst>
          </p:cNvPr>
          <p:cNvSpPr txBox="1">
            <a:spLocks/>
          </p:cNvSpPr>
          <p:nvPr/>
        </p:nvSpPr>
        <p:spPr>
          <a:xfrm>
            <a:off x="537687" y="6273022"/>
            <a:ext cx="540000" cy="26987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B9B3B01-9C27-4D4B-B55E-30DD78B743D4}" type="slidenum">
              <a:rPr lang="en-US" sz="1000" smtClean="0">
                <a:solidFill>
                  <a:srgbClr val="000000"/>
                </a:solidFill>
                <a:latin typeface="Arial"/>
              </a:rPr>
              <a:pPr>
                <a:defRPr/>
              </a:pPr>
              <a:t>13</a:t>
            </a:fld>
            <a:endParaRPr lang="en-US" sz="1000">
              <a:solidFill>
                <a:srgbClr val="000000"/>
              </a:solidFill>
              <a:latin typeface="Arial"/>
            </a:endParaRPr>
          </a:p>
        </p:txBody>
      </p:sp>
    </p:spTree>
    <p:extLst>
      <p:ext uri="{BB962C8B-B14F-4D97-AF65-F5344CB8AC3E}">
        <p14:creationId xmlns:p14="http://schemas.microsoft.com/office/powerpoint/2010/main" val="896730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heel(1)">
                                      <p:cBhvr>
                                        <p:cTn id="7" dur="20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15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15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1" grpId="0" animBg="1"/>
      <p:bldP spid="5129" grpId="0" animBg="1"/>
      <p:bldP spid="5123" grpId="0" animBg="1"/>
      <p:bldP spid="5130" grpId="0" animBg="1"/>
      <p:bldP spid="5131" grpId="0"/>
      <p:bldP spid="5128" grpId="0" animBg="1"/>
      <p:bldP spid="4"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042B80F-9C07-420D-A478-1BB72328EB61}"/>
              </a:ext>
            </a:extLst>
          </p:cNvPr>
          <p:cNvSpPr>
            <a:spLocks noGrp="1"/>
          </p:cNvSpPr>
          <p:nvPr>
            <p:ph type="body" sz="quarter" idx="18"/>
          </p:nvPr>
        </p:nvSpPr>
        <p:spPr>
          <a:xfrm>
            <a:off x="255397" y="6194774"/>
            <a:ext cx="11460164" cy="298800"/>
          </a:xfrm>
        </p:spPr>
        <p:txBody>
          <a:bodyPr/>
          <a:lstStyle/>
          <a:p>
            <a:pPr marL="0" indent="0">
              <a:buNone/>
            </a:pPr>
            <a:r>
              <a:rPr lang="en-GB"/>
              <a:t>      </a:t>
            </a:r>
          </a:p>
          <a:p>
            <a:pPr marL="0" indent="0">
              <a:buNone/>
            </a:pPr>
            <a:endParaRPr lang="en-GB"/>
          </a:p>
          <a:p>
            <a:pPr marL="0" indent="0">
              <a:buNone/>
            </a:pPr>
            <a:r>
              <a:rPr lang="en-GB"/>
              <a:t>       </a:t>
            </a:r>
            <a:endParaRPr lang="en-GB" sz="2400"/>
          </a:p>
        </p:txBody>
      </p:sp>
      <p:sp>
        <p:nvSpPr>
          <p:cNvPr id="2" name="Title 1"/>
          <p:cNvSpPr>
            <a:spLocks noGrp="1"/>
          </p:cNvSpPr>
          <p:nvPr>
            <p:ph type="title"/>
          </p:nvPr>
        </p:nvSpPr>
        <p:spPr/>
        <p:txBody>
          <a:bodyPr>
            <a:noAutofit/>
          </a:bodyPr>
          <a:lstStyle/>
          <a:p>
            <a:r>
              <a:rPr lang="en-US" sz="3200" b="0" dirty="0">
                <a:latin typeface="Arial" panose="020B0604020202020204" pitchFamily="34" charset="0"/>
                <a:cs typeface="Arial" panose="020B0604020202020204" pitchFamily="34" charset="0"/>
              </a:rPr>
              <a:t>Challenge The Status Quo</a:t>
            </a:r>
          </a:p>
        </p:txBody>
      </p:sp>
      <p:graphicFrame>
        <p:nvGraphicFramePr>
          <p:cNvPr id="4" name="Diagram 3">
            <a:extLst>
              <a:ext uri="{FF2B5EF4-FFF2-40B4-BE49-F238E27FC236}">
                <a16:creationId xmlns:a16="http://schemas.microsoft.com/office/drawing/2014/main" id="{5C88991A-3841-4D93-862E-4A291C5B5778}"/>
              </a:ext>
            </a:extLst>
          </p:cNvPr>
          <p:cNvGraphicFramePr/>
          <p:nvPr/>
        </p:nvGraphicFramePr>
        <p:xfrm>
          <a:off x="4347985" y="46561"/>
          <a:ext cx="8648699" cy="19783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TextBox 8"/>
          <p:cNvSpPr txBox="1"/>
          <p:nvPr/>
        </p:nvSpPr>
        <p:spPr>
          <a:xfrm>
            <a:off x="4844472" y="4118317"/>
            <a:ext cx="167385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GSK Precision Light"/>
                <a:ea typeface="+mn-ea"/>
                <a:cs typeface="Arial"/>
              </a:rPr>
              <a:t>Dial of Tension</a:t>
            </a:r>
          </a:p>
        </p:txBody>
      </p:sp>
      <p:sp>
        <p:nvSpPr>
          <p:cNvPr id="11" name="TextBox 10"/>
          <p:cNvSpPr txBox="1"/>
          <p:nvPr/>
        </p:nvSpPr>
        <p:spPr>
          <a:xfrm>
            <a:off x="638522" y="3134743"/>
            <a:ext cx="134311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GSK Precision Light"/>
                <a:cs typeface="Arial"/>
              </a:rPr>
              <a:t>No tension</a:t>
            </a:r>
          </a:p>
        </p:txBody>
      </p:sp>
      <p:sp>
        <p:nvSpPr>
          <p:cNvPr id="13" name="TextBox 12"/>
          <p:cNvSpPr txBox="1"/>
          <p:nvPr/>
        </p:nvSpPr>
        <p:spPr>
          <a:xfrm>
            <a:off x="9673350" y="3087628"/>
            <a:ext cx="1371601"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effectLst/>
                <a:uLnTx/>
                <a:uFillTx/>
                <a:latin typeface="GSK Precision Light"/>
                <a:ea typeface="+mn-ea"/>
                <a:cs typeface="Arial"/>
              </a:rPr>
              <a:t>Too Much Tension</a:t>
            </a:r>
          </a:p>
        </p:txBody>
      </p:sp>
      <p:sp>
        <p:nvSpPr>
          <p:cNvPr id="3" name="Rectangle 2">
            <a:extLst>
              <a:ext uri="{FF2B5EF4-FFF2-40B4-BE49-F238E27FC236}">
                <a16:creationId xmlns:a16="http://schemas.microsoft.com/office/drawing/2014/main" id="{F966E063-F674-48DC-BD4E-2488FF6FA3C9}"/>
              </a:ext>
            </a:extLst>
          </p:cNvPr>
          <p:cNvSpPr/>
          <p:nvPr/>
        </p:nvSpPr>
        <p:spPr>
          <a:xfrm>
            <a:off x="289301" y="619773"/>
            <a:ext cx="4264309"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000000"/>
                </a:solidFill>
                <a:effectLst/>
                <a:uLnTx/>
                <a:uFillTx/>
                <a:latin typeface="GSK Precision Light"/>
                <a:ea typeface="+mn-ea"/>
                <a:cs typeface="Arial"/>
              </a:rPr>
              <a:t>Creating Constructive Tension</a:t>
            </a:r>
          </a:p>
        </p:txBody>
      </p:sp>
      <p:sp>
        <p:nvSpPr>
          <p:cNvPr id="6" name="TextBox 5">
            <a:extLst>
              <a:ext uri="{FF2B5EF4-FFF2-40B4-BE49-F238E27FC236}">
                <a16:creationId xmlns:a16="http://schemas.microsoft.com/office/drawing/2014/main" id="{EFDEDFCE-CA2E-2A07-6DC2-9C6733EE231F}"/>
              </a:ext>
            </a:extLst>
          </p:cNvPr>
          <p:cNvSpPr txBox="1"/>
          <p:nvPr/>
        </p:nvSpPr>
        <p:spPr>
          <a:xfrm rot="17566490">
            <a:off x="2122397" y="2893600"/>
            <a:ext cx="3885473" cy="1015244"/>
          </a:xfrm>
          <a:prstGeom prst="ellipse">
            <a:avLst/>
          </a:prstGeom>
          <a:noFill/>
        </p:spPr>
        <p:txBody>
          <a:bodyPr wrap="square" lIns="0" tIns="0" rIns="0" bIns="0" rtlCol="0">
            <a:prstTxWarp prst="textArchUp">
              <a:avLst>
                <a:gd name="adj" fmla="val 12260533"/>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GSK Precision Light"/>
                <a:ea typeface="+mn-ea"/>
                <a:cs typeface="Arial"/>
              </a:rPr>
              <a:t>No Tension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GSK Precision Light"/>
                <a:ea typeface="+mn-ea"/>
                <a:cs typeface="Arial"/>
              </a:rPr>
              <a:t>(Passive)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8" name="TextBox 7">
            <a:extLst>
              <a:ext uri="{FF2B5EF4-FFF2-40B4-BE49-F238E27FC236}">
                <a16:creationId xmlns:a16="http://schemas.microsoft.com/office/drawing/2014/main" id="{5389A83C-92C0-5467-E00A-2AD3B8DE0258}"/>
              </a:ext>
            </a:extLst>
          </p:cNvPr>
          <p:cNvSpPr txBox="1"/>
          <p:nvPr/>
        </p:nvSpPr>
        <p:spPr>
          <a:xfrm>
            <a:off x="3506845" y="1578365"/>
            <a:ext cx="4292867" cy="738664"/>
          </a:xfrm>
          <a:prstGeom prst="rect">
            <a:avLst/>
          </a:prstGeom>
          <a:noFill/>
        </p:spPr>
        <p:txBody>
          <a:bodyPr wrap="square" lIns="0" tIns="0" rIns="0" bIns="0"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GSK Precision Light"/>
                <a:ea typeface="+mn-ea"/>
                <a:cs typeface="Arial"/>
              </a:rPr>
              <a:t>Constructive Tension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GSK Precision Light"/>
                <a:ea typeface="+mn-ea"/>
                <a:cs typeface="Arial"/>
              </a:rPr>
              <a:t>(Assertive)</a:t>
            </a:r>
          </a:p>
        </p:txBody>
      </p:sp>
      <p:sp>
        <p:nvSpPr>
          <p:cNvPr id="10" name="TextBox 9">
            <a:extLst>
              <a:ext uri="{FF2B5EF4-FFF2-40B4-BE49-F238E27FC236}">
                <a16:creationId xmlns:a16="http://schemas.microsoft.com/office/drawing/2014/main" id="{950242CE-BB35-E553-CDA8-DBE218A62D47}"/>
              </a:ext>
            </a:extLst>
          </p:cNvPr>
          <p:cNvSpPr txBox="1"/>
          <p:nvPr/>
        </p:nvSpPr>
        <p:spPr>
          <a:xfrm rot="3978578">
            <a:off x="5723025" y="2774944"/>
            <a:ext cx="3885473" cy="996792"/>
          </a:xfrm>
          <a:prstGeom prst="ellipse">
            <a:avLst/>
          </a:prstGeom>
          <a:noFill/>
        </p:spPr>
        <p:txBody>
          <a:bodyPr wrap="square" lIns="0" tIns="0" rIns="0" bIns="0" rtlCol="0">
            <a:prstTxWarp prst="textArchUp">
              <a:avLst>
                <a:gd name="adj" fmla="val 12260533"/>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GSK Precision Light"/>
                <a:ea typeface="+mn-ea"/>
                <a:cs typeface="Arial"/>
              </a:rPr>
              <a:t>Too Much Tension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GSK Precision Light"/>
                <a:ea typeface="+mn-ea"/>
                <a:cs typeface="Arial"/>
              </a:rPr>
              <a:t>(Aggressive)</a:t>
            </a:r>
          </a:p>
        </p:txBody>
      </p:sp>
      <p:pic>
        <p:nvPicPr>
          <p:cNvPr id="14" name="Picture 13">
            <a:extLst>
              <a:ext uri="{FF2B5EF4-FFF2-40B4-BE49-F238E27FC236}">
                <a16:creationId xmlns:a16="http://schemas.microsoft.com/office/drawing/2014/main" id="{C6D78F6E-A1A9-2FFE-4FF3-9F161208F311}"/>
              </a:ext>
            </a:extLst>
          </p:cNvPr>
          <p:cNvPicPr>
            <a:picLocks noChangeAspect="1"/>
          </p:cNvPicPr>
          <p:nvPr/>
        </p:nvPicPr>
        <p:blipFill>
          <a:blip r:embed="rId9"/>
          <a:srcRect/>
          <a:stretch/>
        </p:blipFill>
        <p:spPr>
          <a:xfrm>
            <a:off x="3447245" y="1723390"/>
            <a:ext cx="4412068" cy="2391056"/>
          </a:xfrm>
          <a:prstGeom prst="rect">
            <a:avLst/>
          </a:prstGeom>
        </p:spPr>
      </p:pic>
      <p:sp>
        <p:nvSpPr>
          <p:cNvPr id="15" name="Rectangle 14">
            <a:extLst>
              <a:ext uri="{FF2B5EF4-FFF2-40B4-BE49-F238E27FC236}">
                <a16:creationId xmlns:a16="http://schemas.microsoft.com/office/drawing/2014/main" id="{90E490D4-0532-14A5-0FD6-7CF5588F429B}"/>
              </a:ext>
            </a:extLst>
          </p:cNvPr>
          <p:cNvSpPr/>
          <p:nvPr/>
        </p:nvSpPr>
        <p:spPr>
          <a:xfrm>
            <a:off x="121492" y="4109349"/>
            <a:ext cx="2721200" cy="2222147"/>
          </a:xfrm>
          <a:prstGeom prst="rect">
            <a:avLst/>
          </a:prstGeom>
        </p:spPr>
        <p:txBody>
          <a:bodyPr wrap="square" lIns="0" tIns="0" rIns="0" bIns="0">
            <a:spAutoFit/>
          </a:bodyPr>
          <a:lstStyle/>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dirty="0">
                <a:ln>
                  <a:noFill/>
                </a:ln>
                <a:solidFill>
                  <a:srgbClr val="000000"/>
                </a:solidFill>
                <a:effectLst/>
                <a:uLnTx/>
                <a:uFillTx/>
                <a:latin typeface="GSK Precision Light"/>
                <a:ea typeface="Calibri"/>
                <a:cs typeface="Times New Roman"/>
              </a:rPr>
              <a:t>Relaxed</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dirty="0">
                <a:ln>
                  <a:noFill/>
                </a:ln>
                <a:solidFill>
                  <a:srgbClr val="000000"/>
                </a:solidFill>
                <a:effectLst/>
                <a:uLnTx/>
                <a:uFillTx/>
                <a:latin typeface="GSK Precision Light"/>
                <a:ea typeface="Calibri"/>
                <a:cs typeface="Times New Roman"/>
              </a:rPr>
              <a:t>Leaning back in chair, at ease</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dirty="0" err="1">
                <a:ln>
                  <a:noFill/>
                </a:ln>
                <a:solidFill>
                  <a:srgbClr val="000000"/>
                </a:solidFill>
                <a:effectLst/>
                <a:uLnTx/>
                <a:uFillTx/>
                <a:latin typeface="GSK Precision Light"/>
                <a:ea typeface="Calibri"/>
                <a:cs typeface="Times New Roman"/>
              </a:rPr>
              <a:t>Nonchalange</a:t>
            </a:r>
            <a:r>
              <a:rPr kumimoji="0" lang="en-US" sz="1680" b="0" i="0" u="none" strike="noStrike" kern="1200" cap="none" spc="0" normalizeH="0" baseline="0" noProof="0" dirty="0">
                <a:ln>
                  <a:noFill/>
                </a:ln>
                <a:solidFill>
                  <a:srgbClr val="000000"/>
                </a:solidFill>
                <a:effectLst/>
                <a:uLnTx/>
                <a:uFillTx/>
                <a:latin typeface="GSK Precision Light"/>
                <a:ea typeface="Calibri"/>
                <a:cs typeface="Times New Roman"/>
              </a:rPr>
              <a:t> (like information is old news or the customer doesn’t feel like they have a problem)</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1" i="0" u="none" strike="noStrike" kern="1200" cap="none" spc="0" normalizeH="0" baseline="0" noProof="0" dirty="0">
                <a:ln>
                  <a:noFill/>
                </a:ln>
                <a:solidFill>
                  <a:srgbClr val="000000"/>
                </a:solidFill>
                <a:effectLst/>
                <a:uLnTx/>
                <a:uFillTx/>
                <a:latin typeface="GSK Precision Light"/>
                <a:ea typeface="Calibri"/>
                <a:cs typeface="Times New Roman"/>
              </a:rPr>
              <a:t>No need for action</a:t>
            </a:r>
          </a:p>
        </p:txBody>
      </p:sp>
      <p:pic>
        <p:nvPicPr>
          <p:cNvPr id="17" name="Picture 16">
            <a:extLst>
              <a:ext uri="{FF2B5EF4-FFF2-40B4-BE49-F238E27FC236}">
                <a16:creationId xmlns:a16="http://schemas.microsoft.com/office/drawing/2014/main" id="{CB44E3B7-67BC-5D14-D447-05F6CFA23713}"/>
              </a:ext>
            </a:extLst>
          </p:cNvPr>
          <p:cNvPicPr>
            <a:picLocks noChangeAspect="1"/>
          </p:cNvPicPr>
          <p:nvPr/>
        </p:nvPicPr>
        <p:blipFill>
          <a:blip r:embed="rId10"/>
          <a:srcRect/>
          <a:stretch/>
        </p:blipFill>
        <p:spPr>
          <a:xfrm>
            <a:off x="962824" y="3679734"/>
            <a:ext cx="659792" cy="364435"/>
          </a:xfrm>
          <a:prstGeom prst="rect">
            <a:avLst/>
          </a:prstGeom>
        </p:spPr>
      </p:pic>
      <p:sp>
        <p:nvSpPr>
          <p:cNvPr id="18" name="Rectangle 17">
            <a:extLst>
              <a:ext uri="{FF2B5EF4-FFF2-40B4-BE49-F238E27FC236}">
                <a16:creationId xmlns:a16="http://schemas.microsoft.com/office/drawing/2014/main" id="{C700CF85-9E05-B137-70CE-68F0C5495454}"/>
              </a:ext>
            </a:extLst>
          </p:cNvPr>
          <p:cNvSpPr/>
          <p:nvPr/>
        </p:nvSpPr>
        <p:spPr>
          <a:xfrm>
            <a:off x="9242359" y="4299521"/>
            <a:ext cx="3055907" cy="1705082"/>
          </a:xfrm>
          <a:prstGeom prst="rect">
            <a:avLst/>
          </a:prstGeom>
        </p:spPr>
        <p:txBody>
          <a:bodyPr wrap="square" lIns="0" tIns="0" rIns="0" bIns="0">
            <a:spAutoFit/>
          </a:bodyPr>
          <a:lstStyle/>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Stressed</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Arms crossed, shut down</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Sounding defensive, heightened tone of voice</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1" i="0" u="none" strike="noStrike" kern="1200" cap="none" spc="0" normalizeH="0" baseline="0" noProof="0">
                <a:ln>
                  <a:noFill/>
                </a:ln>
                <a:solidFill>
                  <a:srgbClr val="000000"/>
                </a:solidFill>
                <a:effectLst/>
                <a:uLnTx/>
                <a:uFillTx/>
                <a:latin typeface="GSK Precision Light"/>
                <a:ea typeface="Calibri"/>
                <a:cs typeface="Times New Roman"/>
              </a:rPr>
              <a:t>Refuses action, </a:t>
            </a: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questions </a:t>
            </a:r>
            <a:b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br>
            <a:r>
              <a:rPr kumimoji="0" lang="en-US" sz="1680" b="0" i="0" u="none" strike="noStrike" kern="1200" cap="none" spc="0" normalizeH="0" baseline="0" noProof="0">
                <a:ln>
                  <a:noFill/>
                </a:ln>
                <a:solidFill>
                  <a:srgbClr val="000000"/>
                </a:solidFill>
                <a:effectLst/>
                <a:uLnTx/>
                <a:uFillTx/>
                <a:latin typeface="GSK Precision Light"/>
                <a:ea typeface="Calibri"/>
                <a:cs typeface="Times New Roman"/>
              </a:rPr>
              <a:t>seller’s intentions</a:t>
            </a:r>
          </a:p>
        </p:txBody>
      </p:sp>
      <p:pic>
        <p:nvPicPr>
          <p:cNvPr id="20" name="Picture 19">
            <a:extLst>
              <a:ext uri="{FF2B5EF4-FFF2-40B4-BE49-F238E27FC236}">
                <a16:creationId xmlns:a16="http://schemas.microsoft.com/office/drawing/2014/main" id="{26710D3B-63E1-A5FC-9CE6-16273D0E2FB7}"/>
              </a:ext>
            </a:extLst>
          </p:cNvPr>
          <p:cNvPicPr>
            <a:picLocks noChangeAspect="1"/>
          </p:cNvPicPr>
          <p:nvPr/>
        </p:nvPicPr>
        <p:blipFill>
          <a:blip r:embed="rId11"/>
          <a:srcRect/>
          <a:stretch/>
        </p:blipFill>
        <p:spPr>
          <a:xfrm>
            <a:off x="10063871" y="3698898"/>
            <a:ext cx="590560" cy="370900"/>
          </a:xfrm>
          <a:prstGeom prst="rect">
            <a:avLst/>
          </a:prstGeom>
        </p:spPr>
      </p:pic>
      <p:sp>
        <p:nvSpPr>
          <p:cNvPr id="21" name="Rectangle 20">
            <a:extLst>
              <a:ext uri="{FF2B5EF4-FFF2-40B4-BE49-F238E27FC236}">
                <a16:creationId xmlns:a16="http://schemas.microsoft.com/office/drawing/2014/main" id="{D9B3FB31-BDBE-FE9F-2AFC-9DF6EA88782E}"/>
              </a:ext>
            </a:extLst>
          </p:cNvPr>
          <p:cNvSpPr/>
          <p:nvPr/>
        </p:nvSpPr>
        <p:spPr>
          <a:xfrm>
            <a:off x="4347985" y="4984226"/>
            <a:ext cx="5561509" cy="1705082"/>
          </a:xfrm>
          <a:prstGeom prst="rect">
            <a:avLst/>
          </a:prstGeom>
        </p:spPr>
        <p:txBody>
          <a:bodyPr wrap="square" lIns="0" tIns="0" rIns="0" bIns="0">
            <a:spAutoFit/>
          </a:bodyPr>
          <a:lstStyle/>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dirty="0">
                <a:ln>
                  <a:noFill/>
                </a:ln>
                <a:solidFill>
                  <a:srgbClr val="000000"/>
                </a:solidFill>
                <a:effectLst/>
                <a:uLnTx/>
                <a:uFillTx/>
                <a:latin typeface="GSK Precision Light"/>
                <a:ea typeface="Calibri"/>
                <a:cs typeface="Times New Roman"/>
              </a:rPr>
              <a:t>Intrigued</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dirty="0">
                <a:ln>
                  <a:noFill/>
                </a:ln>
                <a:solidFill>
                  <a:srgbClr val="000000"/>
                </a:solidFill>
                <a:effectLst/>
                <a:uLnTx/>
                <a:uFillTx/>
                <a:latin typeface="GSK Precision Light"/>
                <a:ea typeface="Calibri"/>
                <a:cs typeface="Times New Roman"/>
              </a:rPr>
              <a:t>Leaning forward in chair, </a:t>
            </a:r>
            <a:br>
              <a:rPr kumimoji="0" lang="en-US" sz="1680" b="0" i="0" u="none" strike="noStrike" kern="1200" cap="none" spc="0" normalizeH="0" baseline="0" noProof="0" dirty="0">
                <a:ln>
                  <a:noFill/>
                </a:ln>
                <a:solidFill>
                  <a:srgbClr val="000000"/>
                </a:solidFill>
                <a:effectLst/>
                <a:uLnTx/>
                <a:uFillTx/>
                <a:latin typeface="GSK Precision Light"/>
                <a:ea typeface="Calibri"/>
                <a:cs typeface="Times New Roman"/>
              </a:rPr>
            </a:br>
            <a:r>
              <a:rPr kumimoji="0" lang="en-US" sz="1680" b="0" i="0" u="none" strike="noStrike" kern="1200" cap="none" spc="0" normalizeH="0" baseline="0" noProof="0" dirty="0">
                <a:ln>
                  <a:noFill/>
                </a:ln>
                <a:solidFill>
                  <a:srgbClr val="000000"/>
                </a:solidFill>
                <a:effectLst/>
                <a:uLnTx/>
                <a:uFillTx/>
                <a:latin typeface="GSK Precision Light"/>
                <a:ea typeface="Calibri"/>
                <a:cs typeface="Times New Roman"/>
              </a:rPr>
              <a:t>appears engaged</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0" i="0" u="none" strike="noStrike" kern="1200" cap="none" spc="0" normalizeH="0" baseline="0" noProof="0" dirty="0">
                <a:ln>
                  <a:noFill/>
                </a:ln>
                <a:solidFill>
                  <a:srgbClr val="000000"/>
                </a:solidFill>
                <a:effectLst/>
                <a:uLnTx/>
                <a:uFillTx/>
                <a:latin typeface="GSK Precision Light"/>
                <a:ea typeface="Calibri"/>
                <a:cs typeface="Times New Roman"/>
              </a:rPr>
              <a:t>Asking lots of questions, may </a:t>
            </a:r>
            <a:br>
              <a:rPr kumimoji="0" lang="en-US" sz="1680" b="0" i="0" u="none" strike="noStrike" kern="1200" cap="none" spc="0" normalizeH="0" baseline="0" noProof="0" dirty="0">
                <a:ln>
                  <a:noFill/>
                </a:ln>
                <a:solidFill>
                  <a:srgbClr val="000000"/>
                </a:solidFill>
                <a:effectLst/>
                <a:uLnTx/>
                <a:uFillTx/>
                <a:latin typeface="GSK Precision Light"/>
                <a:ea typeface="Calibri"/>
                <a:cs typeface="Times New Roman"/>
              </a:rPr>
            </a:br>
            <a:r>
              <a:rPr kumimoji="0" lang="en-US" sz="1680" b="0" i="0" u="none" strike="noStrike" kern="1200" cap="none" spc="0" normalizeH="0" baseline="0" noProof="0" dirty="0">
                <a:ln>
                  <a:noFill/>
                </a:ln>
                <a:solidFill>
                  <a:srgbClr val="000000"/>
                </a:solidFill>
                <a:effectLst/>
                <a:uLnTx/>
                <a:uFillTx/>
                <a:latin typeface="GSK Precision Light"/>
                <a:ea typeface="Calibri"/>
                <a:cs typeface="Times New Roman"/>
              </a:rPr>
              <a:t>even seem skeptical (because gears are turning)</a:t>
            </a:r>
          </a:p>
          <a:p>
            <a:pPr marL="164592" marR="0" lvl="0" indent="-164592" algn="l" defTabSz="914400" rtl="0" eaLnBrk="1" fontAlgn="auto" latinLnBrk="0" hangingPunct="1">
              <a:lnSpc>
                <a:spcPct val="100000"/>
              </a:lnSpc>
              <a:spcBef>
                <a:spcPts val="0"/>
              </a:spcBef>
              <a:spcAft>
                <a:spcPts val="360"/>
              </a:spcAft>
              <a:buClr>
                <a:srgbClr val="E21860"/>
              </a:buClr>
              <a:buSzTx/>
              <a:buFont typeface="Arial" panose="020B0604020202020204" pitchFamily="34" charset="0"/>
              <a:buChar char="•"/>
              <a:tabLst/>
              <a:defRPr/>
            </a:pPr>
            <a:r>
              <a:rPr kumimoji="0" lang="en-US" sz="1680" b="1" i="0" u="none" strike="noStrike" kern="1200" cap="none" spc="0" normalizeH="0" baseline="0" noProof="0" dirty="0">
                <a:ln>
                  <a:noFill/>
                </a:ln>
                <a:solidFill>
                  <a:srgbClr val="000000"/>
                </a:solidFill>
                <a:effectLst/>
                <a:uLnTx/>
                <a:uFillTx/>
                <a:latin typeface="GSK Precision Light"/>
                <a:ea typeface="Calibri"/>
                <a:cs typeface="Times New Roman"/>
              </a:rPr>
              <a:t>Need for action</a:t>
            </a:r>
          </a:p>
        </p:txBody>
      </p:sp>
      <p:pic>
        <p:nvPicPr>
          <p:cNvPr id="23" name="Picture 22">
            <a:extLst>
              <a:ext uri="{FF2B5EF4-FFF2-40B4-BE49-F238E27FC236}">
                <a16:creationId xmlns:a16="http://schemas.microsoft.com/office/drawing/2014/main" id="{2492D254-11B0-67E8-6556-F19FA630F3BF}"/>
              </a:ext>
            </a:extLst>
          </p:cNvPr>
          <p:cNvPicPr>
            <a:picLocks noChangeAspect="1"/>
          </p:cNvPicPr>
          <p:nvPr/>
        </p:nvPicPr>
        <p:blipFill>
          <a:blip r:embed="rId12"/>
          <a:srcRect/>
          <a:stretch/>
        </p:blipFill>
        <p:spPr>
          <a:xfrm>
            <a:off x="5322961" y="4502136"/>
            <a:ext cx="722131" cy="398868"/>
          </a:xfrm>
          <a:prstGeom prst="rect">
            <a:avLst/>
          </a:prstGeom>
        </p:spPr>
      </p:pic>
      <p:sp>
        <p:nvSpPr>
          <p:cNvPr id="7" name="Slide Number Placeholder 6">
            <a:extLst>
              <a:ext uri="{FF2B5EF4-FFF2-40B4-BE49-F238E27FC236}">
                <a16:creationId xmlns:a16="http://schemas.microsoft.com/office/drawing/2014/main" id="{8C7B342C-C0DC-24E2-307C-88202BFDA039}"/>
              </a:ext>
            </a:extLst>
          </p:cNvPr>
          <p:cNvSpPr>
            <a:spLocks noGrp="1"/>
          </p:cNvSpPr>
          <p:nvPr>
            <p:ph type="sldNum" sz="quarter" idx="21"/>
          </p:nvPr>
        </p:nvSpPr>
        <p:spPr/>
        <p:txBody>
          <a:bodyPr/>
          <a:lstStyle/>
          <a:p>
            <a:fld id="{9F9F533D-B52E-4A2F-BF72-0ADD2D94BD75}" type="slidenum">
              <a:rPr lang="en-GB" smtClean="0"/>
              <a:pPr/>
              <a:t>14</a:t>
            </a:fld>
            <a:endParaRPr lang="en-GB"/>
          </a:p>
        </p:txBody>
      </p:sp>
    </p:spTree>
    <p:custDataLst>
      <p:tags r:id="rId1"/>
    </p:custDataLst>
    <p:extLst>
      <p:ext uri="{BB962C8B-B14F-4D97-AF65-F5344CB8AC3E}">
        <p14:creationId xmlns:p14="http://schemas.microsoft.com/office/powerpoint/2010/main" val="2830417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8" grpId="0"/>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60F3D-42CF-D6DA-9115-A8EA7211792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2FF855-D62C-EEB0-30A1-774B272EC03D}"/>
              </a:ext>
            </a:extLst>
          </p:cNvPr>
          <p:cNvSpPr>
            <a:spLocks noGrp="1"/>
          </p:cNvSpPr>
          <p:nvPr>
            <p:ph type="sldNum" sz="quarter" idx="2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GSK Precision Light"/>
                <a:ea typeface="+mn-ea"/>
                <a:cs typeface="Arial"/>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GB" sz="1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6" name="Title 5">
            <a:extLst>
              <a:ext uri="{FF2B5EF4-FFF2-40B4-BE49-F238E27FC236}">
                <a16:creationId xmlns:a16="http://schemas.microsoft.com/office/drawing/2014/main" id="{BE1F0788-207B-C472-2C99-CAC14E09E5D6}"/>
              </a:ext>
            </a:extLst>
          </p:cNvPr>
          <p:cNvSpPr>
            <a:spLocks noGrp="1"/>
          </p:cNvSpPr>
          <p:nvPr>
            <p:ph type="title"/>
          </p:nvPr>
        </p:nvSpPr>
        <p:spPr>
          <a:xfrm>
            <a:off x="365125" y="242888"/>
            <a:ext cx="11460163" cy="838799"/>
          </a:xfrm>
        </p:spPr>
        <p:txBody>
          <a:bodyPr/>
          <a:lstStyle/>
          <a:p>
            <a:r>
              <a:rPr lang="en-US" dirty="0">
                <a:solidFill>
                  <a:srgbClr val="FAD1A8"/>
                </a:solidFill>
                <a:effectLst>
                  <a:outerShdw blurRad="38100" dist="38100" dir="2700000" algn="tl">
                    <a:srgbClr val="000000">
                      <a:alpha val="43137"/>
                    </a:srgbClr>
                  </a:outerShdw>
                </a:effectLst>
                <a:latin typeface="Arial"/>
              </a:rPr>
              <a:t>Challenger Rep</a:t>
            </a:r>
            <a:br>
              <a:rPr lang="en-GB" dirty="0">
                <a:solidFill>
                  <a:srgbClr val="FAD1A8"/>
                </a:solidFill>
                <a:effectLst>
                  <a:outerShdw blurRad="38100" dist="38100" dir="2700000" algn="tl">
                    <a:srgbClr val="000000">
                      <a:alpha val="43137"/>
                    </a:srgbClr>
                  </a:outerShdw>
                </a:effectLst>
                <a:latin typeface="Arial"/>
              </a:rPr>
            </a:br>
            <a:r>
              <a:rPr lang="en-SG" dirty="0">
                <a:solidFill>
                  <a:srgbClr val="F36633"/>
                </a:solidFill>
                <a:latin typeface="Arial"/>
              </a:rPr>
              <a:t>3-Phase Message</a:t>
            </a:r>
            <a:endParaRPr lang="en-US" dirty="0">
              <a:solidFill>
                <a:srgbClr val="F36633"/>
              </a:solidFill>
              <a:latin typeface="Arial"/>
            </a:endParaRPr>
          </a:p>
        </p:txBody>
      </p:sp>
      <p:pic>
        <p:nvPicPr>
          <p:cNvPr id="21" name="Picture 20">
            <a:extLst>
              <a:ext uri="{FF2B5EF4-FFF2-40B4-BE49-F238E27FC236}">
                <a16:creationId xmlns:a16="http://schemas.microsoft.com/office/drawing/2014/main" id="{CCCC9216-9791-37D3-068F-04FE3E1FD37B}"/>
              </a:ext>
            </a:extLst>
          </p:cNvPr>
          <p:cNvPicPr>
            <a:picLocks noChangeAspect="1"/>
          </p:cNvPicPr>
          <p:nvPr/>
        </p:nvPicPr>
        <p:blipFill>
          <a:blip r:embed="rId3"/>
          <a:srcRect/>
          <a:stretch/>
        </p:blipFill>
        <p:spPr>
          <a:xfrm>
            <a:off x="2319337" y="1271412"/>
            <a:ext cx="8460802" cy="4591183"/>
          </a:xfrm>
          <a:prstGeom prst="rect">
            <a:avLst/>
          </a:prstGeom>
        </p:spPr>
      </p:pic>
      <p:sp>
        <p:nvSpPr>
          <p:cNvPr id="22" name="TextBox 21">
            <a:extLst>
              <a:ext uri="{FF2B5EF4-FFF2-40B4-BE49-F238E27FC236}">
                <a16:creationId xmlns:a16="http://schemas.microsoft.com/office/drawing/2014/main" id="{5C042AFF-8225-DFF5-C3A6-D583CC0827A3}"/>
              </a:ext>
            </a:extLst>
          </p:cNvPr>
          <p:cNvSpPr txBox="1"/>
          <p:nvPr/>
        </p:nvSpPr>
        <p:spPr>
          <a:xfrm>
            <a:off x="2582944" y="1448550"/>
            <a:ext cx="2274073"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dirty="0">
                <a:ln>
                  <a:noFill/>
                </a:ln>
                <a:solidFill>
                  <a:srgbClr val="8E0048"/>
                </a:solidFill>
                <a:effectLst/>
                <a:uLnTx/>
                <a:uFillTx/>
                <a:latin typeface="Graphik Bold"/>
                <a:ea typeface="+mn-ea"/>
                <a:cs typeface="Arial"/>
              </a:rPr>
              <a:t>Share </a:t>
            </a:r>
            <a:r>
              <a:rPr kumimoji="0" lang="en-US" sz="2400" b="1" i="0" u="none" strike="noStrike" kern="1200" cap="none" spc="0" normalizeH="0" baseline="0" noProof="0" dirty="0">
                <a:ln>
                  <a:noFill/>
                </a:ln>
                <a:solidFill>
                  <a:srgbClr val="8E0048"/>
                </a:solidFill>
                <a:effectLst/>
                <a:uLnTx/>
                <a:uFillTx/>
                <a:latin typeface="Graphik Bold"/>
                <a:ea typeface="+mn-ea"/>
                <a:cs typeface="Arial"/>
              </a:rPr>
              <a:t>Reframe</a:t>
            </a:r>
          </a:p>
        </p:txBody>
      </p:sp>
      <p:sp>
        <p:nvSpPr>
          <p:cNvPr id="23" name="TextBox 22">
            <a:extLst>
              <a:ext uri="{FF2B5EF4-FFF2-40B4-BE49-F238E27FC236}">
                <a16:creationId xmlns:a16="http://schemas.microsoft.com/office/drawing/2014/main" id="{F1885A60-8D5E-EA3C-0146-4EB61FE396B9}"/>
              </a:ext>
            </a:extLst>
          </p:cNvPr>
          <p:cNvSpPr txBox="1"/>
          <p:nvPr/>
        </p:nvSpPr>
        <p:spPr>
          <a:xfrm>
            <a:off x="5460952" y="1448550"/>
            <a:ext cx="2274073"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dirty="0">
                <a:ln>
                  <a:noFill/>
                </a:ln>
                <a:solidFill>
                  <a:srgbClr val="F05523"/>
                </a:solidFill>
                <a:effectLst/>
                <a:uLnTx/>
                <a:uFillTx/>
                <a:latin typeface="Graphik Bold"/>
                <a:ea typeface="+mn-ea"/>
                <a:cs typeface="Arial"/>
              </a:rPr>
              <a:t>Introduce </a:t>
            </a:r>
            <a:r>
              <a:rPr kumimoji="0" lang="en-US" sz="2400" b="1" i="0" u="none" strike="noStrike" kern="1200" cap="none" spc="0" normalizeH="0" baseline="0" noProof="0" dirty="0">
                <a:ln>
                  <a:noFill/>
                </a:ln>
                <a:solidFill>
                  <a:srgbClr val="F05523"/>
                </a:solidFill>
                <a:effectLst/>
                <a:uLnTx/>
                <a:uFillTx/>
                <a:latin typeface="Graphik Bold"/>
                <a:ea typeface="+mn-ea"/>
                <a:cs typeface="Arial"/>
              </a:rPr>
              <a:t>Impact</a:t>
            </a:r>
          </a:p>
        </p:txBody>
      </p:sp>
      <p:sp>
        <p:nvSpPr>
          <p:cNvPr id="24" name="TextBox 23">
            <a:extLst>
              <a:ext uri="{FF2B5EF4-FFF2-40B4-BE49-F238E27FC236}">
                <a16:creationId xmlns:a16="http://schemas.microsoft.com/office/drawing/2014/main" id="{7A392DDF-2500-B982-0A50-DC6AF4F1EA89}"/>
              </a:ext>
            </a:extLst>
          </p:cNvPr>
          <p:cNvSpPr txBox="1"/>
          <p:nvPr/>
        </p:nvSpPr>
        <p:spPr>
          <a:xfrm>
            <a:off x="8288599" y="1448550"/>
            <a:ext cx="2274073"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dirty="0">
                <a:ln>
                  <a:noFill/>
                </a:ln>
                <a:solidFill>
                  <a:srgbClr val="056687"/>
                </a:solidFill>
                <a:effectLst/>
                <a:uLnTx/>
                <a:uFillTx/>
                <a:latin typeface="Graphik Bold"/>
                <a:ea typeface="+mn-ea"/>
                <a:cs typeface="Arial"/>
              </a:rPr>
              <a:t>Reveal </a:t>
            </a:r>
            <a:r>
              <a:rPr kumimoji="0" lang="en-US" sz="2400" b="1" i="0" u="none" strike="noStrike" kern="1200" cap="none" spc="0" normalizeH="0" baseline="0" noProof="0" dirty="0">
                <a:ln>
                  <a:noFill/>
                </a:ln>
                <a:solidFill>
                  <a:srgbClr val="056687"/>
                </a:solidFill>
                <a:effectLst/>
                <a:uLnTx/>
                <a:uFillTx/>
                <a:latin typeface="Graphik Bold"/>
                <a:ea typeface="+mn-ea"/>
                <a:cs typeface="Arial"/>
              </a:rPr>
              <a:t>Value</a:t>
            </a:r>
          </a:p>
        </p:txBody>
      </p:sp>
      <p:sp>
        <p:nvSpPr>
          <p:cNvPr id="25" name="TextBox 24">
            <a:extLst>
              <a:ext uri="{FF2B5EF4-FFF2-40B4-BE49-F238E27FC236}">
                <a16:creationId xmlns:a16="http://schemas.microsoft.com/office/drawing/2014/main" id="{A33365F2-BC31-F531-EFB6-67FF4856AC4D}"/>
              </a:ext>
            </a:extLst>
          </p:cNvPr>
          <p:cNvSpPr txBox="1"/>
          <p:nvPr/>
        </p:nvSpPr>
        <p:spPr>
          <a:xfrm>
            <a:off x="1176866" y="1324011"/>
            <a:ext cx="103551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Positive</a:t>
            </a:r>
          </a:p>
        </p:txBody>
      </p:sp>
      <p:sp>
        <p:nvSpPr>
          <p:cNvPr id="26" name="TextBox 25">
            <a:extLst>
              <a:ext uri="{FF2B5EF4-FFF2-40B4-BE49-F238E27FC236}">
                <a16:creationId xmlns:a16="http://schemas.microsoft.com/office/drawing/2014/main" id="{CBEC3C4B-FFFE-BA11-D52D-17B785B00E8E}"/>
              </a:ext>
            </a:extLst>
          </p:cNvPr>
          <p:cNvSpPr txBox="1"/>
          <p:nvPr/>
        </p:nvSpPr>
        <p:spPr>
          <a:xfrm>
            <a:off x="1176866" y="4947740"/>
            <a:ext cx="103551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Negative</a:t>
            </a:r>
          </a:p>
        </p:txBody>
      </p:sp>
      <p:sp>
        <p:nvSpPr>
          <p:cNvPr id="27" name="TextBox 26">
            <a:extLst>
              <a:ext uri="{FF2B5EF4-FFF2-40B4-BE49-F238E27FC236}">
                <a16:creationId xmlns:a16="http://schemas.microsoft.com/office/drawing/2014/main" id="{034A78DE-CCE0-9BE7-4156-467D0AF975A0}"/>
              </a:ext>
            </a:extLst>
          </p:cNvPr>
          <p:cNvSpPr txBox="1"/>
          <p:nvPr/>
        </p:nvSpPr>
        <p:spPr>
          <a:xfrm>
            <a:off x="1176866" y="3122053"/>
            <a:ext cx="1035511"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Neutral</a:t>
            </a:r>
          </a:p>
        </p:txBody>
      </p:sp>
      <p:sp>
        <p:nvSpPr>
          <p:cNvPr id="28" name="TextBox 27">
            <a:extLst>
              <a:ext uri="{FF2B5EF4-FFF2-40B4-BE49-F238E27FC236}">
                <a16:creationId xmlns:a16="http://schemas.microsoft.com/office/drawing/2014/main" id="{393650D0-9E85-F50D-F561-55EE0B3DCAC8}"/>
              </a:ext>
            </a:extLst>
          </p:cNvPr>
          <p:cNvSpPr txBox="1"/>
          <p:nvPr/>
        </p:nvSpPr>
        <p:spPr>
          <a:xfrm rot="16200000">
            <a:off x="136054" y="3122053"/>
            <a:ext cx="2663686"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7F7F7F"/>
                </a:solidFill>
                <a:effectLst/>
                <a:uLnTx/>
                <a:uFillTx/>
                <a:latin typeface="Graphik Bold"/>
                <a:ea typeface="+mn-ea"/>
                <a:cs typeface="Arial"/>
              </a:rPr>
              <a:t>Customer Emotional State</a:t>
            </a:r>
          </a:p>
        </p:txBody>
      </p:sp>
      <p:sp>
        <p:nvSpPr>
          <p:cNvPr id="29" name="TextBox 28">
            <a:extLst>
              <a:ext uri="{FF2B5EF4-FFF2-40B4-BE49-F238E27FC236}">
                <a16:creationId xmlns:a16="http://schemas.microsoft.com/office/drawing/2014/main" id="{42442A42-E76E-2A9B-62E9-4FBB91226636}"/>
              </a:ext>
            </a:extLst>
          </p:cNvPr>
          <p:cNvSpPr txBox="1"/>
          <p:nvPr/>
        </p:nvSpPr>
        <p:spPr>
          <a:xfrm>
            <a:off x="2291607" y="5098854"/>
            <a:ext cx="2274073"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raphik Bold"/>
                <a:ea typeface="+mn-ea"/>
                <a:cs typeface="Arial"/>
              </a:rPr>
              <a:t>A</a:t>
            </a:r>
          </a:p>
        </p:txBody>
      </p:sp>
      <p:sp>
        <p:nvSpPr>
          <p:cNvPr id="30" name="TextBox 29">
            <a:extLst>
              <a:ext uri="{FF2B5EF4-FFF2-40B4-BE49-F238E27FC236}">
                <a16:creationId xmlns:a16="http://schemas.microsoft.com/office/drawing/2014/main" id="{18F87D0C-3280-A35D-A7F6-E46F89AAC92D}"/>
              </a:ext>
            </a:extLst>
          </p:cNvPr>
          <p:cNvSpPr txBox="1"/>
          <p:nvPr/>
        </p:nvSpPr>
        <p:spPr>
          <a:xfrm>
            <a:off x="2910888" y="5637814"/>
            <a:ext cx="1035511"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raphik Bold"/>
                <a:ea typeface="+mn-ea"/>
                <a:cs typeface="Arial"/>
              </a:rPr>
              <a:t>Current State</a:t>
            </a:r>
          </a:p>
        </p:txBody>
      </p:sp>
      <p:sp>
        <p:nvSpPr>
          <p:cNvPr id="31" name="TextBox 30">
            <a:extLst>
              <a:ext uri="{FF2B5EF4-FFF2-40B4-BE49-F238E27FC236}">
                <a16:creationId xmlns:a16="http://schemas.microsoft.com/office/drawing/2014/main" id="{FFA30D98-E359-B71D-86D6-7EEE5C156367}"/>
              </a:ext>
            </a:extLst>
          </p:cNvPr>
          <p:cNvSpPr txBox="1"/>
          <p:nvPr/>
        </p:nvSpPr>
        <p:spPr>
          <a:xfrm>
            <a:off x="8280130" y="5098854"/>
            <a:ext cx="2274073"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raphik Bold"/>
                <a:ea typeface="+mn-ea"/>
                <a:cs typeface="Arial"/>
              </a:rPr>
              <a:t>B</a:t>
            </a:r>
          </a:p>
        </p:txBody>
      </p:sp>
      <p:sp>
        <p:nvSpPr>
          <p:cNvPr id="32" name="TextBox 31">
            <a:extLst>
              <a:ext uri="{FF2B5EF4-FFF2-40B4-BE49-F238E27FC236}">
                <a16:creationId xmlns:a16="http://schemas.microsoft.com/office/drawing/2014/main" id="{9DFB175F-8DFC-7465-27C9-82B8C6628982}"/>
              </a:ext>
            </a:extLst>
          </p:cNvPr>
          <p:cNvSpPr txBox="1"/>
          <p:nvPr/>
        </p:nvSpPr>
        <p:spPr>
          <a:xfrm>
            <a:off x="8822806" y="5637814"/>
            <a:ext cx="1188720"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raphik Bold"/>
                <a:ea typeface="+mn-ea"/>
                <a:cs typeface="Arial"/>
              </a:rPr>
              <a:t>New Approach</a:t>
            </a:r>
          </a:p>
        </p:txBody>
      </p:sp>
      <p:sp>
        <p:nvSpPr>
          <p:cNvPr id="33" name="TextBox 32">
            <a:extLst>
              <a:ext uri="{FF2B5EF4-FFF2-40B4-BE49-F238E27FC236}">
                <a16:creationId xmlns:a16="http://schemas.microsoft.com/office/drawing/2014/main" id="{19146942-AF85-F10E-02A0-18A5013D3DA1}"/>
              </a:ext>
            </a:extLst>
          </p:cNvPr>
          <p:cNvSpPr txBox="1"/>
          <p:nvPr/>
        </p:nvSpPr>
        <p:spPr>
          <a:xfrm>
            <a:off x="5097621" y="5352878"/>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C6C7C7"/>
                </a:solidFill>
                <a:effectLst/>
                <a:uLnTx/>
                <a:uFillTx/>
                <a:latin typeface="Graphik Bold"/>
                <a:ea typeface="+mn-ea"/>
                <a:cs typeface="Arial"/>
              </a:rPr>
              <a:t>GAP</a:t>
            </a:r>
          </a:p>
        </p:txBody>
      </p:sp>
      <p:pic>
        <p:nvPicPr>
          <p:cNvPr id="8" name="Picture 6" descr="Discounted Trelegy Online - Insulin Outlet">
            <a:extLst>
              <a:ext uri="{FF2B5EF4-FFF2-40B4-BE49-F238E27FC236}">
                <a16:creationId xmlns:a16="http://schemas.microsoft.com/office/drawing/2014/main" id="{E56D3483-8E30-4EEC-483E-545EB47A3A5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2671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52753-E3E0-4A08-8B26-45253D1C72D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8A3F646-EEA6-88EB-F886-63FF682F941B}"/>
              </a:ext>
            </a:extLst>
          </p:cNvPr>
          <p:cNvSpPr>
            <a:spLocks noGrp="1"/>
          </p:cNvSpPr>
          <p:nvPr>
            <p:ph type="title"/>
          </p:nvPr>
        </p:nvSpPr>
        <p:spPr>
          <a:xfrm>
            <a:off x="365125" y="133653"/>
            <a:ext cx="11667041" cy="452062"/>
          </a:xfrm>
        </p:spPr>
        <p:txBody>
          <a:bodyPr/>
          <a:lstStyle/>
          <a:p>
            <a:r>
              <a:rPr lang="en-US" sz="2400" dirty="0">
                <a:solidFill>
                  <a:srgbClr val="F36633"/>
                </a:solidFill>
                <a:latin typeface="Arial"/>
              </a:rPr>
              <a:t>Disrupting the Status Quo by addressing customer problem in a right way </a:t>
            </a:r>
          </a:p>
        </p:txBody>
      </p:sp>
      <p:sp>
        <p:nvSpPr>
          <p:cNvPr id="7" name="Subtitle 6">
            <a:extLst>
              <a:ext uri="{FF2B5EF4-FFF2-40B4-BE49-F238E27FC236}">
                <a16:creationId xmlns:a16="http://schemas.microsoft.com/office/drawing/2014/main" id="{57CAD1E9-7DF0-671F-C89C-296765D36E9A}"/>
              </a:ext>
            </a:extLst>
          </p:cNvPr>
          <p:cNvSpPr>
            <a:spLocks noGrp="1"/>
          </p:cNvSpPr>
          <p:nvPr>
            <p:ph type="subTitle" idx="1"/>
          </p:nvPr>
        </p:nvSpPr>
        <p:spPr/>
        <p:txBody>
          <a:bodyPr/>
          <a:lstStyle/>
          <a:p>
            <a:r>
              <a:rPr lang="en-US" dirty="0">
                <a:solidFill>
                  <a:srgbClr val="000000"/>
                </a:solidFill>
                <a:latin typeface="Graphik Regular"/>
              </a:rPr>
              <a:t>Present an idea that </a:t>
            </a:r>
            <a:r>
              <a:rPr lang="en-US" b="1" dirty="0">
                <a:solidFill>
                  <a:srgbClr val="000000"/>
                </a:solidFill>
                <a:latin typeface="Graphik Bold"/>
              </a:rPr>
              <a:t>changes </a:t>
            </a:r>
            <a:r>
              <a:rPr lang="en-US" dirty="0">
                <a:solidFill>
                  <a:srgbClr val="000000"/>
                </a:solidFill>
                <a:latin typeface="Graphik Regular"/>
              </a:rPr>
              <a:t>how your customer views their </a:t>
            </a:r>
            <a:r>
              <a:rPr lang="en-US" b="1" dirty="0">
                <a:solidFill>
                  <a:srgbClr val="000000"/>
                </a:solidFill>
                <a:latin typeface="Graphik Bold"/>
              </a:rPr>
              <a:t>situation or problem </a:t>
            </a:r>
            <a:endParaRPr lang="en-US" dirty="0"/>
          </a:p>
          <a:p>
            <a:endParaRPr lang="en-US" dirty="0"/>
          </a:p>
        </p:txBody>
      </p:sp>
      <p:sp>
        <p:nvSpPr>
          <p:cNvPr id="2" name="TextBox 1">
            <a:extLst>
              <a:ext uri="{FF2B5EF4-FFF2-40B4-BE49-F238E27FC236}">
                <a16:creationId xmlns:a16="http://schemas.microsoft.com/office/drawing/2014/main" id="{570EB08B-1ED6-A675-CE69-4E773B524F5E}"/>
              </a:ext>
            </a:extLst>
          </p:cNvPr>
          <p:cNvSpPr txBox="1"/>
          <p:nvPr/>
        </p:nvSpPr>
        <p:spPr>
          <a:xfrm>
            <a:off x="862875" y="5021605"/>
            <a:ext cx="2643809" cy="338827"/>
          </a:xfrm>
          <a:prstGeom prst="rect">
            <a:avLst/>
          </a:prstGeom>
        </p:spPr>
        <p:style>
          <a:lnRef idx="1">
            <a:schemeClr val="accent6"/>
          </a:lnRef>
          <a:fillRef idx="3">
            <a:schemeClr val="accent6"/>
          </a:fillRef>
          <a:effectRef idx="2">
            <a:schemeClr val="accent6"/>
          </a:effectRef>
          <a:fontRef idx="minor">
            <a:schemeClr val="lt1"/>
          </a:fontRef>
        </p:style>
        <p:txBody>
          <a:bodyPr wrap="square" lIns="36000" tIns="36000" rIns="36000" bIns="36000" rtlCol="0">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SG" sz="2000" b="1" i="0" u="none" strike="noStrike" kern="1200" cap="none" spc="0" normalizeH="0" baseline="0" noProof="0">
                <a:ln>
                  <a:noFill/>
                </a:ln>
                <a:solidFill>
                  <a:srgbClr val="FFFFFF"/>
                </a:solidFill>
                <a:effectLst/>
                <a:uLnTx/>
                <a:uFillTx/>
                <a:latin typeface="GSK Precision Light"/>
                <a:ea typeface="+mn-ea"/>
                <a:cs typeface="Arial"/>
              </a:rPr>
              <a:t>(1) Share a reframe</a:t>
            </a:r>
            <a:endParaRPr kumimoji="0" lang="en-US" sz="2000" b="1"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5" name="TextBox 4">
            <a:extLst>
              <a:ext uri="{FF2B5EF4-FFF2-40B4-BE49-F238E27FC236}">
                <a16:creationId xmlns:a16="http://schemas.microsoft.com/office/drawing/2014/main" id="{EDD2A5CA-519E-0B35-BF6A-9D6E7ED75344}"/>
              </a:ext>
            </a:extLst>
          </p:cNvPr>
          <p:cNvSpPr txBox="1"/>
          <p:nvPr/>
        </p:nvSpPr>
        <p:spPr>
          <a:xfrm>
            <a:off x="3980226" y="5039978"/>
            <a:ext cx="4064548" cy="338827"/>
          </a:xfrm>
          <a:prstGeom prst="rect">
            <a:avLst/>
          </a:prstGeom>
        </p:spPr>
        <p:style>
          <a:lnRef idx="1">
            <a:schemeClr val="accent6"/>
          </a:lnRef>
          <a:fillRef idx="3">
            <a:schemeClr val="accent6"/>
          </a:fillRef>
          <a:effectRef idx="2">
            <a:schemeClr val="accent6"/>
          </a:effectRef>
          <a:fontRef idx="minor">
            <a:schemeClr val="lt1"/>
          </a:fontRef>
        </p:style>
        <p:txBody>
          <a:bodyPr wrap="square" lIns="36000" tIns="36000" rIns="36000" bIns="36000" rtlCol="0">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SG" sz="2000" b="1" i="0" u="none" strike="noStrike" kern="1200" cap="none" spc="0" normalizeH="0" baseline="0" noProof="0">
                <a:ln>
                  <a:noFill/>
                </a:ln>
                <a:solidFill>
                  <a:srgbClr val="FFFFFF"/>
                </a:solidFill>
                <a:effectLst/>
                <a:uLnTx/>
                <a:uFillTx/>
                <a:latin typeface="GSK Precision Light"/>
                <a:ea typeface="+mn-ea"/>
                <a:cs typeface="Arial"/>
              </a:rPr>
              <a:t>(2) Introduce Impact</a:t>
            </a:r>
            <a:endParaRPr kumimoji="0" lang="en-US" sz="2000" b="1"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8" name="TextBox 7">
            <a:extLst>
              <a:ext uri="{FF2B5EF4-FFF2-40B4-BE49-F238E27FC236}">
                <a16:creationId xmlns:a16="http://schemas.microsoft.com/office/drawing/2014/main" id="{A3CDCC9B-71B6-3BCD-6447-5E47755B2648}"/>
              </a:ext>
            </a:extLst>
          </p:cNvPr>
          <p:cNvSpPr txBox="1"/>
          <p:nvPr/>
        </p:nvSpPr>
        <p:spPr>
          <a:xfrm>
            <a:off x="8562218" y="5021604"/>
            <a:ext cx="2826975" cy="338827"/>
          </a:xfrm>
          <a:prstGeom prst="rect">
            <a:avLst/>
          </a:prstGeom>
        </p:spPr>
        <p:style>
          <a:lnRef idx="1">
            <a:schemeClr val="accent6"/>
          </a:lnRef>
          <a:fillRef idx="3">
            <a:schemeClr val="accent6"/>
          </a:fillRef>
          <a:effectRef idx="2">
            <a:schemeClr val="accent6"/>
          </a:effectRef>
          <a:fontRef idx="minor">
            <a:schemeClr val="lt1"/>
          </a:fontRef>
        </p:style>
        <p:txBody>
          <a:bodyPr wrap="square" lIns="36000" tIns="36000" rIns="36000" bIns="36000" rtlCol="0">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SG" sz="2000" b="1" i="0" u="none" strike="noStrike" kern="1200" cap="none" spc="0" normalizeH="0" baseline="0" noProof="0">
                <a:ln>
                  <a:noFill/>
                </a:ln>
                <a:solidFill>
                  <a:srgbClr val="FFFFFF"/>
                </a:solidFill>
                <a:effectLst/>
                <a:uLnTx/>
                <a:uFillTx/>
                <a:latin typeface="GSK Precision Light"/>
                <a:ea typeface="+mn-ea"/>
                <a:cs typeface="Arial"/>
              </a:rPr>
              <a:t>(3) Reveal Value</a:t>
            </a:r>
            <a:endParaRPr kumimoji="0" lang="en-US" sz="2000" b="1" i="0" u="none" strike="noStrike" kern="1200" cap="none" spc="0" normalizeH="0" baseline="0" noProof="0">
              <a:ln>
                <a:noFill/>
              </a:ln>
              <a:solidFill>
                <a:srgbClr val="FFFFFF"/>
              </a:solidFill>
              <a:effectLst/>
              <a:uLnTx/>
              <a:uFillTx/>
              <a:latin typeface="GSK Precision Light"/>
              <a:ea typeface="+mn-ea"/>
              <a:cs typeface="Arial"/>
            </a:endParaRPr>
          </a:p>
        </p:txBody>
      </p:sp>
      <p:pic>
        <p:nvPicPr>
          <p:cNvPr id="20" name="Picture 19">
            <a:extLst>
              <a:ext uri="{FF2B5EF4-FFF2-40B4-BE49-F238E27FC236}">
                <a16:creationId xmlns:a16="http://schemas.microsoft.com/office/drawing/2014/main" id="{7E9EBB85-EDC8-B8CD-8E6D-15491D320CA4}"/>
              </a:ext>
            </a:extLst>
          </p:cNvPr>
          <p:cNvPicPr>
            <a:picLocks noChangeAspect="1"/>
          </p:cNvPicPr>
          <p:nvPr/>
        </p:nvPicPr>
        <p:blipFill>
          <a:blip r:embed="rId3"/>
          <a:srcRect/>
          <a:stretch/>
        </p:blipFill>
        <p:spPr>
          <a:xfrm>
            <a:off x="905125" y="1849573"/>
            <a:ext cx="10402423" cy="2170112"/>
          </a:xfrm>
          <a:prstGeom prst="rect">
            <a:avLst/>
          </a:prstGeom>
        </p:spPr>
      </p:pic>
      <p:sp>
        <p:nvSpPr>
          <p:cNvPr id="21" name="TextBox 20">
            <a:extLst>
              <a:ext uri="{FF2B5EF4-FFF2-40B4-BE49-F238E27FC236}">
                <a16:creationId xmlns:a16="http://schemas.microsoft.com/office/drawing/2014/main" id="{A076F5E6-3122-40C2-5187-EF612BFF9F79}"/>
              </a:ext>
            </a:extLst>
          </p:cNvPr>
          <p:cNvSpPr txBox="1"/>
          <p:nvPr/>
        </p:nvSpPr>
        <p:spPr>
          <a:xfrm>
            <a:off x="1098798" y="1923730"/>
            <a:ext cx="2274073" cy="92333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0" b="0" i="0" u="none" strike="noStrike" kern="1200" cap="none" spc="0" normalizeH="0" baseline="0" noProof="0">
                <a:ln>
                  <a:noFill/>
                </a:ln>
                <a:solidFill>
                  <a:srgbClr val="F36633"/>
                </a:solidFill>
                <a:effectLst/>
                <a:uLnTx/>
                <a:uFillTx/>
                <a:latin typeface="GSK Precision Light"/>
                <a:ea typeface="+mn-ea"/>
                <a:cs typeface="Arial"/>
              </a:rPr>
              <a:t>A</a:t>
            </a:r>
          </a:p>
        </p:txBody>
      </p:sp>
      <p:sp>
        <p:nvSpPr>
          <p:cNvPr id="22" name="TextBox 21">
            <a:extLst>
              <a:ext uri="{FF2B5EF4-FFF2-40B4-BE49-F238E27FC236}">
                <a16:creationId xmlns:a16="http://schemas.microsoft.com/office/drawing/2014/main" id="{D291D282-11C7-13D3-223E-D20A9485943D}"/>
              </a:ext>
            </a:extLst>
          </p:cNvPr>
          <p:cNvSpPr txBox="1"/>
          <p:nvPr/>
        </p:nvSpPr>
        <p:spPr>
          <a:xfrm>
            <a:off x="1098798" y="2749028"/>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36633"/>
                </a:solidFill>
                <a:effectLst/>
                <a:uLnTx/>
                <a:uFillTx/>
                <a:latin typeface="GSK Precision Light"/>
                <a:ea typeface="+mn-ea"/>
                <a:cs typeface="Arial"/>
              </a:rPr>
              <a:t>Current State</a:t>
            </a:r>
          </a:p>
        </p:txBody>
      </p:sp>
      <p:sp>
        <p:nvSpPr>
          <p:cNvPr id="23" name="TextBox 22">
            <a:extLst>
              <a:ext uri="{FF2B5EF4-FFF2-40B4-BE49-F238E27FC236}">
                <a16:creationId xmlns:a16="http://schemas.microsoft.com/office/drawing/2014/main" id="{D937C403-F6F2-6A0E-4BDC-EDFDA80FBDD1}"/>
              </a:ext>
            </a:extLst>
          </p:cNvPr>
          <p:cNvSpPr txBox="1"/>
          <p:nvPr/>
        </p:nvSpPr>
        <p:spPr>
          <a:xfrm>
            <a:off x="903991" y="3200757"/>
            <a:ext cx="2663686"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SK Precision Light"/>
                <a:ea typeface="+mn-ea"/>
                <a:cs typeface="Arial"/>
              </a:rPr>
              <a:t>Captures the customer’s current thinking</a:t>
            </a:r>
          </a:p>
        </p:txBody>
      </p:sp>
      <p:sp>
        <p:nvSpPr>
          <p:cNvPr id="24" name="TextBox 23">
            <a:extLst>
              <a:ext uri="{FF2B5EF4-FFF2-40B4-BE49-F238E27FC236}">
                <a16:creationId xmlns:a16="http://schemas.microsoft.com/office/drawing/2014/main" id="{5696BEEA-0B5B-1817-3833-76CAABC6C569}"/>
              </a:ext>
            </a:extLst>
          </p:cNvPr>
          <p:cNvSpPr txBox="1"/>
          <p:nvPr/>
        </p:nvSpPr>
        <p:spPr>
          <a:xfrm>
            <a:off x="5155314" y="3200757"/>
            <a:ext cx="1902042"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SK Precision Light"/>
                <a:ea typeface="+mn-ea"/>
                <a:cs typeface="Arial"/>
              </a:rPr>
              <a:t>What the customer is missing</a:t>
            </a:r>
          </a:p>
        </p:txBody>
      </p:sp>
      <p:sp>
        <p:nvSpPr>
          <p:cNvPr id="25" name="TextBox 24">
            <a:extLst>
              <a:ext uri="{FF2B5EF4-FFF2-40B4-BE49-F238E27FC236}">
                <a16:creationId xmlns:a16="http://schemas.microsoft.com/office/drawing/2014/main" id="{61CF6287-FC58-6EC0-96CC-6E1F2C86243B}"/>
              </a:ext>
            </a:extLst>
          </p:cNvPr>
          <p:cNvSpPr txBox="1"/>
          <p:nvPr/>
        </p:nvSpPr>
        <p:spPr>
          <a:xfrm>
            <a:off x="4969299" y="2383898"/>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mn-ea"/>
                <a:cs typeface="Arial"/>
              </a:rPr>
              <a:t>GAP</a:t>
            </a:r>
          </a:p>
        </p:txBody>
      </p:sp>
      <p:sp>
        <p:nvSpPr>
          <p:cNvPr id="26" name="TextBox 25">
            <a:extLst>
              <a:ext uri="{FF2B5EF4-FFF2-40B4-BE49-F238E27FC236}">
                <a16:creationId xmlns:a16="http://schemas.microsoft.com/office/drawing/2014/main" id="{FF981549-79E6-393F-0A81-FD36CDF99EA1}"/>
              </a:ext>
            </a:extLst>
          </p:cNvPr>
          <p:cNvSpPr txBox="1"/>
          <p:nvPr/>
        </p:nvSpPr>
        <p:spPr>
          <a:xfrm>
            <a:off x="8767829" y="3200757"/>
            <a:ext cx="2415754"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SK Precision Light"/>
                <a:ea typeface="+mn-ea"/>
                <a:cs typeface="Arial"/>
              </a:rPr>
              <a:t>Offers a new way to address the problem (leading to your solution)</a:t>
            </a:r>
          </a:p>
        </p:txBody>
      </p:sp>
      <p:sp>
        <p:nvSpPr>
          <p:cNvPr id="27" name="TextBox 26">
            <a:extLst>
              <a:ext uri="{FF2B5EF4-FFF2-40B4-BE49-F238E27FC236}">
                <a16:creationId xmlns:a16="http://schemas.microsoft.com/office/drawing/2014/main" id="{E59CC1E3-0C92-84CA-2571-5C12BAA20DE0}"/>
              </a:ext>
            </a:extLst>
          </p:cNvPr>
          <p:cNvSpPr txBox="1"/>
          <p:nvPr/>
        </p:nvSpPr>
        <p:spPr>
          <a:xfrm>
            <a:off x="8838670" y="2749028"/>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E21860"/>
                </a:solidFill>
                <a:effectLst/>
                <a:uLnTx/>
                <a:uFillTx/>
                <a:latin typeface="GSK Precision Light"/>
                <a:ea typeface="+mn-ea"/>
                <a:cs typeface="Arial"/>
              </a:rPr>
              <a:t>New Approach</a:t>
            </a:r>
          </a:p>
        </p:txBody>
      </p:sp>
      <p:sp>
        <p:nvSpPr>
          <p:cNvPr id="28" name="TextBox 27">
            <a:extLst>
              <a:ext uri="{FF2B5EF4-FFF2-40B4-BE49-F238E27FC236}">
                <a16:creationId xmlns:a16="http://schemas.microsoft.com/office/drawing/2014/main" id="{10D73280-D2E2-F9A7-8139-CBEF6BAB101B}"/>
              </a:ext>
            </a:extLst>
          </p:cNvPr>
          <p:cNvSpPr txBox="1"/>
          <p:nvPr/>
        </p:nvSpPr>
        <p:spPr>
          <a:xfrm>
            <a:off x="8838670" y="1923730"/>
            <a:ext cx="2274073" cy="92333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0" b="0" i="0" u="none" strike="noStrike" kern="1200" cap="none" spc="0" normalizeH="0" baseline="0" noProof="0">
                <a:ln>
                  <a:noFill/>
                </a:ln>
                <a:solidFill>
                  <a:srgbClr val="E21860"/>
                </a:solidFill>
                <a:effectLst/>
                <a:uLnTx/>
                <a:uFillTx/>
                <a:latin typeface="GSK Precision Light"/>
                <a:ea typeface="+mn-ea"/>
                <a:cs typeface="Arial"/>
              </a:rPr>
              <a:t>B</a:t>
            </a:r>
          </a:p>
        </p:txBody>
      </p:sp>
      <p:sp>
        <p:nvSpPr>
          <p:cNvPr id="29" name="Title 1">
            <a:extLst>
              <a:ext uri="{FF2B5EF4-FFF2-40B4-BE49-F238E27FC236}">
                <a16:creationId xmlns:a16="http://schemas.microsoft.com/office/drawing/2014/main" id="{1C9871FD-7FF1-62F5-3711-4AEAC77E8D96}"/>
              </a:ext>
            </a:extLst>
          </p:cNvPr>
          <p:cNvSpPr txBox="1">
            <a:spLocks/>
          </p:cNvSpPr>
          <p:nvPr/>
        </p:nvSpPr>
        <p:spPr>
          <a:xfrm>
            <a:off x="4162089" y="4378310"/>
            <a:ext cx="3287138" cy="443198"/>
          </a:xfrm>
          <a:prstGeom prst="rect">
            <a:avLst/>
          </a:prstGeom>
        </p:spPr>
        <p:txBody>
          <a:bodyPr vert="horz" lIns="0" tIns="0" rIns="0" bIns="0" rtlCol="0" anchor="b" anchorCtr="0">
            <a:noAutofit/>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pPr marL="0" marR="0" lvl="0" indent="0" algn="ctr" defTabSz="121917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srgbClr val="F36633"/>
                </a:solidFill>
                <a:effectLst/>
                <a:uLnTx/>
                <a:uFillTx/>
                <a:latin typeface="GSK Precision" pitchFamily="2" charset="0"/>
                <a:ea typeface="+mj-ea"/>
                <a:cs typeface="Arial"/>
              </a:rPr>
              <a:t>3-Phase Message</a:t>
            </a:r>
          </a:p>
        </p:txBody>
      </p:sp>
      <p:sp>
        <p:nvSpPr>
          <p:cNvPr id="3" name="Slide Number Placeholder 2">
            <a:extLst>
              <a:ext uri="{FF2B5EF4-FFF2-40B4-BE49-F238E27FC236}">
                <a16:creationId xmlns:a16="http://schemas.microsoft.com/office/drawing/2014/main" id="{4843232D-1290-8167-AB2D-364026395CDA}"/>
              </a:ext>
            </a:extLst>
          </p:cNvPr>
          <p:cNvSpPr>
            <a:spLocks noGrp="1"/>
          </p:cNvSpPr>
          <p:nvPr>
            <p:ph type="sldNum" sz="quarter" idx="21"/>
          </p:nvPr>
        </p:nvSpPr>
        <p:spPr/>
        <p:txBody>
          <a:bodyPr/>
          <a:lstStyle/>
          <a:p>
            <a:fld id="{9F9F533D-B52E-4A2F-BF72-0ADD2D94BD75}" type="slidenum">
              <a:rPr lang="en-GB" smtClean="0"/>
              <a:pPr/>
              <a:t>16</a:t>
            </a:fld>
            <a:endParaRPr lang="en-GB"/>
          </a:p>
        </p:txBody>
      </p:sp>
    </p:spTree>
    <p:extLst>
      <p:ext uri="{BB962C8B-B14F-4D97-AF65-F5344CB8AC3E}">
        <p14:creationId xmlns:p14="http://schemas.microsoft.com/office/powerpoint/2010/main" val="204764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8" grpId="0" animBg="1"/>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0E27-3564-4C2F-9B6C-13066A0D4A62}"/>
              </a:ext>
            </a:extLst>
          </p:cNvPr>
          <p:cNvSpPr>
            <a:spLocks noGrp="1"/>
          </p:cNvSpPr>
          <p:nvPr>
            <p:ph type="title"/>
          </p:nvPr>
        </p:nvSpPr>
        <p:spPr/>
        <p:txBody>
          <a:bodyPr/>
          <a:lstStyle/>
          <a:p>
            <a:r>
              <a:rPr lang="en-US" sz="3200" b="0" dirty="0">
                <a:latin typeface="Arial" panose="020B0604020202020204" pitchFamily="34" charset="0"/>
                <a:cs typeface="Arial" panose="020B0604020202020204" pitchFamily="34" charset="0"/>
              </a:rPr>
              <a:t>Characteristics of a Reframe</a:t>
            </a:r>
          </a:p>
        </p:txBody>
      </p:sp>
      <p:sp>
        <p:nvSpPr>
          <p:cNvPr id="14" name="AutoShape 23">
            <a:extLst>
              <a:ext uri="{FF2B5EF4-FFF2-40B4-BE49-F238E27FC236}">
                <a16:creationId xmlns:a16="http://schemas.microsoft.com/office/drawing/2014/main" id="{A14AF425-F842-413A-A286-CF24694BF6A8}"/>
              </a:ext>
            </a:extLst>
          </p:cNvPr>
          <p:cNvSpPr>
            <a:spLocks noChangeArrowheads="1"/>
          </p:cNvSpPr>
          <p:nvPr/>
        </p:nvSpPr>
        <p:spPr bwMode="auto">
          <a:xfrm>
            <a:off x="419100" y="1393992"/>
            <a:ext cx="3768211" cy="369332"/>
          </a:xfrm>
          <a:prstGeom prst="rect">
            <a:avLst/>
          </a:prstGeom>
          <a:noFill/>
          <a:ln w="9525">
            <a:noFill/>
            <a:round/>
            <a:headEnd/>
            <a:tailEnd/>
          </a:ln>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Lyon Text Bold" panose="02000505080000020004" pitchFamily="50" charset="0"/>
                <a:ea typeface="+mn-ea"/>
                <a:cs typeface="Arial" pitchFamily="34" charset="0"/>
              </a:rPr>
              <a:t>An Effective Reframe is…</a:t>
            </a:r>
            <a:endParaRPr kumimoji="0" lang="en-US" sz="2400" b="0" i="0" u="none" strike="noStrike" kern="1200" cap="none" spc="0" normalizeH="0" baseline="0" noProof="0">
              <a:ln>
                <a:noFill/>
              </a:ln>
              <a:solidFill>
                <a:srgbClr val="000000"/>
              </a:solidFill>
              <a:effectLst/>
              <a:uLnTx/>
              <a:uFillTx/>
              <a:latin typeface="Lyon Text Bold" panose="02000505080000020004" pitchFamily="50" charset="0"/>
              <a:ea typeface="ＭＳ Ｐゴシック"/>
              <a:cs typeface="Arial" pitchFamily="34" charset="0"/>
            </a:endParaRPr>
          </a:p>
        </p:txBody>
      </p:sp>
      <p:sp>
        <p:nvSpPr>
          <p:cNvPr id="8" name="Rectangle: Top Corners Rounded 14">
            <a:extLst>
              <a:ext uri="{FF2B5EF4-FFF2-40B4-BE49-F238E27FC236}">
                <a16:creationId xmlns:a16="http://schemas.microsoft.com/office/drawing/2014/main" id="{EF83EDE4-B7D1-8D27-9A0F-14CB50597EC1}"/>
              </a:ext>
            </a:extLst>
          </p:cNvPr>
          <p:cNvSpPr/>
          <p:nvPr/>
        </p:nvSpPr>
        <p:spPr>
          <a:xfrm>
            <a:off x="4423004" y="2002760"/>
            <a:ext cx="3383280" cy="3383280"/>
          </a:xfrm>
          <a:prstGeom prst="roundRect">
            <a:avLst/>
          </a:prstGeom>
          <a:gradFill>
            <a:gsLst>
              <a:gs pos="0">
                <a:srgbClr val="2B4953"/>
              </a:gs>
              <a:gs pos="50000">
                <a:srgbClr val="183944"/>
              </a:gs>
              <a:gs pos="100000">
                <a:srgbClr val="062935"/>
              </a:gs>
            </a:gsLst>
            <a:lin ang="540000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2" name="AutoShape 23">
            <a:extLst>
              <a:ext uri="{FF2B5EF4-FFF2-40B4-BE49-F238E27FC236}">
                <a16:creationId xmlns:a16="http://schemas.microsoft.com/office/drawing/2014/main" id="{667D0180-95C8-4300-BB60-3F67F955309D}"/>
              </a:ext>
            </a:extLst>
          </p:cNvPr>
          <p:cNvSpPr>
            <a:spLocks noChangeArrowheads="1"/>
          </p:cNvSpPr>
          <p:nvPr/>
        </p:nvSpPr>
        <p:spPr bwMode="auto">
          <a:xfrm>
            <a:off x="4336520" y="3682398"/>
            <a:ext cx="3556248" cy="681038"/>
          </a:xfrm>
          <a:prstGeom prst="roundRect">
            <a:avLst/>
          </a:prstGeom>
          <a:noFill/>
          <a:ln w="9525">
            <a:noFill/>
            <a:round/>
            <a:headEnd/>
            <a:tailEnd/>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4000" b="0" i="0" u="none" strike="noStrike" kern="1200" cap="none" spc="0" normalizeH="0" baseline="0" noProof="0">
                <a:ln>
                  <a:noFill/>
                </a:ln>
                <a:solidFill>
                  <a:srgbClr val="FFFFFF"/>
                </a:solidFill>
                <a:effectLst/>
                <a:uLnTx/>
                <a:uFillTx/>
                <a:latin typeface="Graphik Bold" panose="020B0803030202060203" pitchFamily="34" charset="0"/>
                <a:ea typeface="ＭＳ Ｐゴシック"/>
                <a:cs typeface="Arial" pitchFamily="34" charset="0"/>
              </a:rPr>
              <a:t>Sizable</a:t>
            </a:r>
            <a:endParaRPr kumimoji="0" lang="en-US" sz="4000" b="0" i="0" u="none" strike="noStrike" kern="1200" cap="none" spc="0" normalizeH="0" baseline="0" noProof="0">
              <a:ln>
                <a:noFill/>
              </a:ln>
              <a:solidFill>
                <a:srgbClr val="FFFFFF"/>
              </a:solidFill>
              <a:effectLst/>
              <a:uLnTx/>
              <a:uFillTx/>
              <a:latin typeface="Graphik Regular" panose="020B0503030202060203" pitchFamily="34" charset="0"/>
              <a:ea typeface="ＭＳ Ｐゴシック"/>
              <a:cs typeface="Arial" pitchFamily="34" charset="0"/>
            </a:endParaRPr>
          </a:p>
        </p:txBody>
      </p:sp>
      <p:sp>
        <p:nvSpPr>
          <p:cNvPr id="16" name="AutoShape 23">
            <a:extLst>
              <a:ext uri="{FF2B5EF4-FFF2-40B4-BE49-F238E27FC236}">
                <a16:creationId xmlns:a16="http://schemas.microsoft.com/office/drawing/2014/main" id="{5B46BE4C-4473-452C-B790-7CDFB538ABEF}"/>
              </a:ext>
            </a:extLst>
          </p:cNvPr>
          <p:cNvSpPr>
            <a:spLocks noChangeArrowheads="1"/>
          </p:cNvSpPr>
          <p:nvPr/>
        </p:nvSpPr>
        <p:spPr bwMode="auto">
          <a:xfrm>
            <a:off x="4336520" y="4456377"/>
            <a:ext cx="3556248" cy="276999"/>
          </a:xfrm>
          <a:prstGeom prst="rect">
            <a:avLst/>
          </a:prstGeom>
          <a:noFill/>
          <a:ln w="9525">
            <a:noFill/>
            <a:round/>
            <a:headEnd/>
            <a:tailEnd/>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ＭＳ Ｐゴシック"/>
                <a:cs typeface="Arial" pitchFamily="34" charset="0"/>
              </a:rPr>
              <a:t>Must be worth solving </a:t>
            </a:r>
          </a:p>
        </p:txBody>
      </p:sp>
      <p:pic>
        <p:nvPicPr>
          <p:cNvPr id="5" name="Graphic 4">
            <a:extLst>
              <a:ext uri="{FF2B5EF4-FFF2-40B4-BE49-F238E27FC236}">
                <a16:creationId xmlns:a16="http://schemas.microsoft.com/office/drawing/2014/main" id="{11B0CE07-5C2A-4404-DF55-C21ABA53A09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76810" y="2736050"/>
            <a:ext cx="875668" cy="875668"/>
          </a:xfrm>
          <a:prstGeom prst="rect">
            <a:avLst/>
          </a:prstGeom>
        </p:spPr>
      </p:pic>
      <p:sp>
        <p:nvSpPr>
          <p:cNvPr id="4" name="Rectangle: Top Corners Rounded 14">
            <a:extLst>
              <a:ext uri="{FF2B5EF4-FFF2-40B4-BE49-F238E27FC236}">
                <a16:creationId xmlns:a16="http://schemas.microsoft.com/office/drawing/2014/main" id="{7FB65DEF-B127-655C-8B50-ABA791FEA8D6}"/>
              </a:ext>
            </a:extLst>
          </p:cNvPr>
          <p:cNvSpPr/>
          <p:nvPr/>
        </p:nvSpPr>
        <p:spPr>
          <a:xfrm>
            <a:off x="471976" y="2002760"/>
            <a:ext cx="3383280" cy="3383280"/>
          </a:xfrm>
          <a:prstGeom prst="roundRect">
            <a:avLst/>
          </a:prstGeom>
          <a:gradFill>
            <a:gsLst>
              <a:gs pos="0">
                <a:srgbClr val="448DA6"/>
              </a:gs>
              <a:gs pos="50000">
                <a:srgbClr val="257A97"/>
              </a:gs>
              <a:gs pos="100000">
                <a:srgbClr val="066788"/>
              </a:gs>
            </a:gsLst>
            <a:lin ang="540000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1" name="AutoShape 23">
            <a:extLst>
              <a:ext uri="{FF2B5EF4-FFF2-40B4-BE49-F238E27FC236}">
                <a16:creationId xmlns:a16="http://schemas.microsoft.com/office/drawing/2014/main" id="{AAA715F8-4BF0-49E2-9D8D-CE51FBDE88DB}"/>
              </a:ext>
            </a:extLst>
          </p:cNvPr>
          <p:cNvSpPr>
            <a:spLocks noChangeArrowheads="1"/>
          </p:cNvSpPr>
          <p:nvPr/>
        </p:nvSpPr>
        <p:spPr bwMode="auto">
          <a:xfrm>
            <a:off x="385492" y="3682398"/>
            <a:ext cx="3556248" cy="681038"/>
          </a:xfrm>
          <a:prstGeom prst="roundRect">
            <a:avLst/>
          </a:prstGeom>
          <a:noFill/>
          <a:ln w="9525">
            <a:noFill/>
            <a:round/>
            <a:headEnd/>
            <a:tailEnd/>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4000" b="0" i="0" u="none" strike="noStrike" kern="1200" cap="none" spc="0" normalizeH="0" baseline="0" noProof="0">
                <a:ln>
                  <a:noFill/>
                </a:ln>
                <a:solidFill>
                  <a:srgbClr val="FFFFFF"/>
                </a:solidFill>
                <a:effectLst/>
                <a:uLnTx/>
                <a:uFillTx/>
                <a:latin typeface="Graphik Bold" panose="020B0803030202060203" pitchFamily="34" charset="0"/>
                <a:ea typeface="ＭＳ Ｐゴシック"/>
                <a:cs typeface="Arial" pitchFamily="34" charset="0"/>
              </a:rPr>
              <a:t>Surprising</a:t>
            </a:r>
            <a:endParaRPr kumimoji="0" lang="en-US" sz="4000" b="0" i="0" u="none" strike="noStrike" kern="1200" cap="none" spc="0" normalizeH="0" baseline="0" noProof="0">
              <a:ln>
                <a:noFill/>
              </a:ln>
              <a:solidFill>
                <a:srgbClr val="FFFFFF"/>
              </a:solidFill>
              <a:effectLst/>
              <a:uLnTx/>
              <a:uFillTx/>
              <a:latin typeface="Graphik Regular" panose="020B0503030202060203" pitchFamily="34" charset="0"/>
              <a:ea typeface="ＭＳ Ｐゴシック"/>
              <a:cs typeface="Arial" pitchFamily="34" charset="0"/>
            </a:endParaRPr>
          </a:p>
        </p:txBody>
      </p:sp>
      <p:sp>
        <p:nvSpPr>
          <p:cNvPr id="15" name="AutoShape 23">
            <a:extLst>
              <a:ext uri="{FF2B5EF4-FFF2-40B4-BE49-F238E27FC236}">
                <a16:creationId xmlns:a16="http://schemas.microsoft.com/office/drawing/2014/main" id="{E57D4ABB-3C94-4B0F-9AE8-0613B82F1E6B}"/>
              </a:ext>
            </a:extLst>
          </p:cNvPr>
          <p:cNvSpPr>
            <a:spLocks noChangeArrowheads="1"/>
          </p:cNvSpPr>
          <p:nvPr/>
        </p:nvSpPr>
        <p:spPr bwMode="auto">
          <a:xfrm>
            <a:off x="385492" y="4456377"/>
            <a:ext cx="3556248" cy="276999"/>
          </a:xfrm>
          <a:prstGeom prst="rect">
            <a:avLst/>
          </a:prstGeom>
          <a:noFill/>
          <a:ln w="9525">
            <a:noFill/>
            <a:round/>
            <a:headEnd/>
            <a:tailEnd/>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ＭＳ Ｐゴシック"/>
                <a:cs typeface="Arial" pitchFamily="34" charset="0"/>
              </a:rPr>
              <a:t>Must be unexpected</a:t>
            </a:r>
          </a:p>
        </p:txBody>
      </p:sp>
      <p:pic>
        <p:nvPicPr>
          <p:cNvPr id="7" name="Graphic 6">
            <a:extLst>
              <a:ext uri="{FF2B5EF4-FFF2-40B4-BE49-F238E27FC236}">
                <a16:creationId xmlns:a16="http://schemas.microsoft.com/office/drawing/2014/main" id="{F81140FE-9EB4-75C1-4DBE-F584A26B4F4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25782" y="2736050"/>
            <a:ext cx="875668" cy="875668"/>
          </a:xfrm>
          <a:prstGeom prst="rect">
            <a:avLst/>
          </a:prstGeom>
        </p:spPr>
      </p:pic>
      <p:sp>
        <p:nvSpPr>
          <p:cNvPr id="22" name="Rectangle: Top Corners Rounded 14">
            <a:extLst>
              <a:ext uri="{FF2B5EF4-FFF2-40B4-BE49-F238E27FC236}">
                <a16:creationId xmlns:a16="http://schemas.microsoft.com/office/drawing/2014/main" id="{1B1B279F-A4CD-EAED-B279-20484652D0B6}"/>
              </a:ext>
            </a:extLst>
          </p:cNvPr>
          <p:cNvSpPr/>
          <p:nvPr/>
        </p:nvSpPr>
        <p:spPr>
          <a:xfrm>
            <a:off x="8374032" y="2002760"/>
            <a:ext cx="3383280" cy="3383280"/>
          </a:xfrm>
          <a:prstGeom prst="roundRect">
            <a:avLst/>
          </a:prstGeom>
          <a:gradFill>
            <a:gsLst>
              <a:gs pos="0">
                <a:srgbClr val="A5336D"/>
              </a:gs>
              <a:gs pos="50000">
                <a:srgbClr val="99195B"/>
              </a:gs>
              <a:gs pos="100000">
                <a:srgbClr val="8E0049"/>
              </a:gs>
            </a:gsLst>
            <a:lin ang="540000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3" name="AutoShape 23">
            <a:extLst>
              <a:ext uri="{FF2B5EF4-FFF2-40B4-BE49-F238E27FC236}">
                <a16:creationId xmlns:a16="http://schemas.microsoft.com/office/drawing/2014/main" id="{084E54F6-8BF9-4F8A-8F05-C616FD02ED4D}"/>
              </a:ext>
            </a:extLst>
          </p:cNvPr>
          <p:cNvSpPr>
            <a:spLocks noChangeArrowheads="1"/>
          </p:cNvSpPr>
          <p:nvPr/>
        </p:nvSpPr>
        <p:spPr bwMode="auto">
          <a:xfrm>
            <a:off x="8287548" y="3682398"/>
            <a:ext cx="3556248" cy="681038"/>
          </a:xfrm>
          <a:prstGeom prst="roundRect">
            <a:avLst/>
          </a:prstGeom>
          <a:noFill/>
          <a:ln w="9525">
            <a:noFill/>
            <a:round/>
            <a:headEnd/>
            <a:tailEnd/>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4000" b="0" i="0" u="none" strike="noStrike" kern="1200" cap="none" spc="0" normalizeH="0" baseline="0" noProof="0">
                <a:ln>
                  <a:noFill/>
                </a:ln>
                <a:solidFill>
                  <a:srgbClr val="FFFFFF"/>
                </a:solidFill>
                <a:effectLst/>
                <a:uLnTx/>
                <a:uFillTx/>
                <a:latin typeface="Graphik Bold" panose="020B0803030202060203" pitchFamily="34" charset="0"/>
                <a:ea typeface="ＭＳ Ｐゴシック"/>
                <a:cs typeface="Arial" pitchFamily="34" charset="0"/>
              </a:rPr>
              <a:t>Solvable</a:t>
            </a:r>
            <a:endParaRPr kumimoji="0" lang="en-US" sz="4000" b="0" i="0" u="none" strike="noStrike" kern="1200" cap="none" spc="0" normalizeH="0" baseline="0" noProof="0">
              <a:ln>
                <a:noFill/>
              </a:ln>
              <a:solidFill>
                <a:srgbClr val="FFFFFF"/>
              </a:solidFill>
              <a:effectLst/>
              <a:uLnTx/>
              <a:uFillTx/>
              <a:latin typeface="Graphik Regular" panose="020B0503030202060203" pitchFamily="34" charset="0"/>
              <a:ea typeface="ＭＳ Ｐゴシック"/>
              <a:cs typeface="Arial" pitchFamily="34" charset="0"/>
            </a:endParaRPr>
          </a:p>
        </p:txBody>
      </p:sp>
      <p:sp>
        <p:nvSpPr>
          <p:cNvPr id="17" name="AutoShape 23">
            <a:extLst>
              <a:ext uri="{FF2B5EF4-FFF2-40B4-BE49-F238E27FC236}">
                <a16:creationId xmlns:a16="http://schemas.microsoft.com/office/drawing/2014/main" id="{EF65ADF8-C24A-4DC1-AF01-73D82CC80CD3}"/>
              </a:ext>
            </a:extLst>
          </p:cNvPr>
          <p:cNvSpPr>
            <a:spLocks noChangeArrowheads="1"/>
          </p:cNvSpPr>
          <p:nvPr/>
        </p:nvSpPr>
        <p:spPr bwMode="auto">
          <a:xfrm>
            <a:off x="8287548" y="4456377"/>
            <a:ext cx="3556248" cy="553998"/>
          </a:xfrm>
          <a:prstGeom prst="rect">
            <a:avLst/>
          </a:prstGeom>
          <a:noFill/>
          <a:ln w="9525">
            <a:noFill/>
            <a:round/>
            <a:headEnd/>
            <a:tailEnd/>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ＭＳ Ｐゴシック"/>
                <a:cs typeface="Arial" pitchFamily="34" charset="0"/>
              </a:rPr>
              <a:t>Must eventually </a:t>
            </a:r>
            <a:br>
              <a:rPr kumimoji="0" lang="en-US" sz="1800" b="0" i="0" u="none" strike="noStrike" kern="1200" cap="none" spc="0" normalizeH="0" baseline="0" noProof="0">
                <a:ln>
                  <a:noFill/>
                </a:ln>
                <a:solidFill>
                  <a:srgbClr val="FFFFFF"/>
                </a:solidFill>
                <a:effectLst/>
                <a:uLnTx/>
                <a:uFillTx/>
                <a:latin typeface="GSK Precision Light"/>
                <a:ea typeface="ＭＳ Ｐゴシック"/>
                <a:cs typeface="Arial" pitchFamily="34" charset="0"/>
              </a:rPr>
            </a:br>
            <a:r>
              <a:rPr kumimoji="0" lang="en-US" sz="1800" b="0" i="0" u="none" strike="noStrike" kern="1200" cap="none" spc="0" normalizeH="0" baseline="0" noProof="0">
                <a:ln>
                  <a:noFill/>
                </a:ln>
                <a:solidFill>
                  <a:srgbClr val="FFFFFF"/>
                </a:solidFill>
                <a:effectLst/>
                <a:uLnTx/>
                <a:uFillTx/>
                <a:latin typeface="GSK Precision Light"/>
                <a:ea typeface="ＭＳ Ｐゴシック"/>
                <a:cs typeface="Arial" pitchFamily="34" charset="0"/>
              </a:rPr>
              <a:t>lead back to you</a:t>
            </a:r>
          </a:p>
        </p:txBody>
      </p:sp>
      <p:grpSp>
        <p:nvGrpSpPr>
          <p:cNvPr id="49" name="Group 48">
            <a:extLst>
              <a:ext uri="{FF2B5EF4-FFF2-40B4-BE49-F238E27FC236}">
                <a16:creationId xmlns:a16="http://schemas.microsoft.com/office/drawing/2014/main" id="{007DFFDA-1FC3-1636-C692-BEA1ACABE9B9}"/>
              </a:ext>
            </a:extLst>
          </p:cNvPr>
          <p:cNvGrpSpPr/>
          <p:nvPr/>
        </p:nvGrpSpPr>
        <p:grpSpPr>
          <a:xfrm>
            <a:off x="9764141" y="2287387"/>
            <a:ext cx="1421060" cy="1324332"/>
            <a:chOff x="9764141" y="2638651"/>
            <a:chExt cx="1421060" cy="1324332"/>
          </a:xfrm>
        </p:grpSpPr>
        <p:pic>
          <p:nvPicPr>
            <p:cNvPr id="37" name="Graphic 36">
              <a:extLst>
                <a:ext uri="{FF2B5EF4-FFF2-40B4-BE49-F238E27FC236}">
                  <a16:creationId xmlns:a16="http://schemas.microsoft.com/office/drawing/2014/main" id="{51B2E345-7E2D-63E4-57A6-78C86E45213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74322" y="2638651"/>
              <a:ext cx="910879" cy="560541"/>
            </a:xfrm>
            <a:prstGeom prst="rect">
              <a:avLst/>
            </a:prstGeom>
          </p:spPr>
        </p:pic>
        <p:grpSp>
          <p:nvGrpSpPr>
            <p:cNvPr id="38" name="Graphic 5">
              <a:extLst>
                <a:ext uri="{FF2B5EF4-FFF2-40B4-BE49-F238E27FC236}">
                  <a16:creationId xmlns:a16="http://schemas.microsoft.com/office/drawing/2014/main" id="{47209E72-9235-1732-8635-30B446336620}"/>
                </a:ext>
              </a:extLst>
            </p:cNvPr>
            <p:cNvGrpSpPr/>
            <p:nvPr/>
          </p:nvGrpSpPr>
          <p:grpSpPr>
            <a:xfrm>
              <a:off x="9764141" y="3188623"/>
              <a:ext cx="642622" cy="774360"/>
              <a:chOff x="9744159" y="3188623"/>
              <a:chExt cx="642622" cy="774360"/>
            </a:xfrm>
            <a:noFill/>
          </p:grpSpPr>
          <p:sp>
            <p:nvSpPr>
              <p:cNvPr id="39" name="Freeform: Shape 38">
                <a:extLst>
                  <a:ext uri="{FF2B5EF4-FFF2-40B4-BE49-F238E27FC236}">
                    <a16:creationId xmlns:a16="http://schemas.microsoft.com/office/drawing/2014/main" id="{68620AFB-E846-C6A9-D737-A8CB9325E3F0}"/>
                  </a:ext>
                </a:extLst>
              </p:cNvPr>
              <p:cNvSpPr/>
              <p:nvPr/>
            </p:nvSpPr>
            <p:spPr>
              <a:xfrm flipV="1">
                <a:off x="9888749" y="3188623"/>
                <a:ext cx="353442" cy="208852"/>
              </a:xfrm>
              <a:custGeom>
                <a:avLst/>
                <a:gdLst>
                  <a:gd name="connsiteX0" fmla="*/ 353894 w 353442"/>
                  <a:gd name="connsiteY0" fmla="*/ 42 h 208852"/>
                  <a:gd name="connsiteX1" fmla="*/ 353894 w 353442"/>
                  <a:gd name="connsiteY1" fmla="*/ 96435 h 208852"/>
                  <a:gd name="connsiteX2" fmla="*/ 241435 w 353442"/>
                  <a:gd name="connsiteY2" fmla="*/ 208894 h 208852"/>
                  <a:gd name="connsiteX3" fmla="*/ 186902 w 353442"/>
                  <a:gd name="connsiteY3" fmla="*/ 208894 h 208852"/>
                  <a:gd name="connsiteX4" fmla="*/ 96845 w 353442"/>
                  <a:gd name="connsiteY4" fmla="*/ 160697 h 208852"/>
                  <a:gd name="connsiteX5" fmla="*/ 80779 w 353442"/>
                  <a:gd name="connsiteY5" fmla="*/ 160697 h 208852"/>
                  <a:gd name="connsiteX6" fmla="*/ 451 w 353442"/>
                  <a:gd name="connsiteY6" fmla="*/ 80369 h 208852"/>
                  <a:gd name="connsiteX7" fmla="*/ 451 w 353442"/>
                  <a:gd name="connsiteY7" fmla="*/ 42 h 208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442" h="208852">
                    <a:moveTo>
                      <a:pt x="353894" y="42"/>
                    </a:moveTo>
                    <a:lnTo>
                      <a:pt x="353894" y="96435"/>
                    </a:lnTo>
                    <a:cubicBezTo>
                      <a:pt x="353894" y="158544"/>
                      <a:pt x="303544" y="208894"/>
                      <a:pt x="241435" y="208894"/>
                    </a:cubicBezTo>
                    <a:lnTo>
                      <a:pt x="186902" y="208894"/>
                    </a:lnTo>
                    <a:cubicBezTo>
                      <a:pt x="150712" y="208894"/>
                      <a:pt x="116919" y="190807"/>
                      <a:pt x="96845" y="160697"/>
                    </a:cubicBezTo>
                    <a:lnTo>
                      <a:pt x="80779" y="160697"/>
                    </a:lnTo>
                    <a:cubicBezTo>
                      <a:pt x="36416" y="160697"/>
                      <a:pt x="451" y="124733"/>
                      <a:pt x="451" y="80369"/>
                    </a:cubicBezTo>
                    <a:lnTo>
                      <a:pt x="451" y="42"/>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0" name="Freeform: Shape 39">
                <a:extLst>
                  <a:ext uri="{FF2B5EF4-FFF2-40B4-BE49-F238E27FC236}">
                    <a16:creationId xmlns:a16="http://schemas.microsoft.com/office/drawing/2014/main" id="{DDC5F5FC-1485-DB67-4574-7999E113A9C4}"/>
                  </a:ext>
                </a:extLst>
              </p:cNvPr>
              <p:cNvSpPr/>
              <p:nvPr/>
            </p:nvSpPr>
            <p:spPr>
              <a:xfrm flipV="1">
                <a:off x="9744159" y="3702721"/>
                <a:ext cx="642622" cy="260261"/>
              </a:xfrm>
              <a:custGeom>
                <a:avLst/>
                <a:gdLst>
                  <a:gd name="connsiteX0" fmla="*/ 225199 w 642622"/>
                  <a:gd name="connsiteY0" fmla="*/ 260898 h 260261"/>
                  <a:gd name="connsiteX1" fmla="*/ 160937 w 642622"/>
                  <a:gd name="connsiteY1" fmla="*/ 260898 h 260261"/>
                  <a:gd name="connsiteX2" fmla="*/ 281 w 642622"/>
                  <a:gd name="connsiteY2" fmla="*/ 100242 h 260261"/>
                  <a:gd name="connsiteX3" fmla="*/ 281 w 642622"/>
                  <a:gd name="connsiteY3" fmla="*/ 636 h 260261"/>
                  <a:gd name="connsiteX4" fmla="*/ 642903 w 642622"/>
                  <a:gd name="connsiteY4" fmla="*/ 636 h 260261"/>
                  <a:gd name="connsiteX5" fmla="*/ 642903 w 642622"/>
                  <a:gd name="connsiteY5" fmla="*/ 100242 h 260261"/>
                  <a:gd name="connsiteX6" fmla="*/ 482248 w 642622"/>
                  <a:gd name="connsiteY6" fmla="*/ 260898 h 260261"/>
                  <a:gd name="connsiteX7" fmla="*/ 417986 w 642622"/>
                  <a:gd name="connsiteY7" fmla="*/ 260898 h 260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2622" h="260261">
                    <a:moveTo>
                      <a:pt x="225199" y="260898"/>
                    </a:moveTo>
                    <a:lnTo>
                      <a:pt x="160937" y="260898"/>
                    </a:lnTo>
                    <a:cubicBezTo>
                      <a:pt x="72208" y="260898"/>
                      <a:pt x="281" y="188971"/>
                      <a:pt x="281" y="100242"/>
                    </a:cubicBezTo>
                    <a:lnTo>
                      <a:pt x="281" y="636"/>
                    </a:lnTo>
                    <a:lnTo>
                      <a:pt x="642903" y="636"/>
                    </a:lnTo>
                    <a:lnTo>
                      <a:pt x="642903" y="100242"/>
                    </a:lnTo>
                    <a:cubicBezTo>
                      <a:pt x="642903" y="188971"/>
                      <a:pt x="570976" y="260898"/>
                      <a:pt x="482248" y="260898"/>
                    </a:cubicBezTo>
                    <a:lnTo>
                      <a:pt x="417986" y="260898"/>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1" name="Freeform: Shape 40">
                <a:extLst>
                  <a:ext uri="{FF2B5EF4-FFF2-40B4-BE49-F238E27FC236}">
                    <a16:creationId xmlns:a16="http://schemas.microsoft.com/office/drawing/2014/main" id="{493F2B75-CA39-3736-2EAD-FEDFF1E5E399}"/>
                  </a:ext>
                </a:extLst>
              </p:cNvPr>
              <p:cNvSpPr/>
              <p:nvPr/>
            </p:nvSpPr>
            <p:spPr>
              <a:xfrm flipV="1">
                <a:off x="9953011" y="3639317"/>
                <a:ext cx="224917" cy="175863"/>
              </a:xfrm>
              <a:custGeom>
                <a:avLst/>
                <a:gdLst>
                  <a:gd name="connsiteX0" fmla="*/ 48498 w 224917"/>
                  <a:gd name="connsiteY0" fmla="*/ 176385 h 175863"/>
                  <a:gd name="connsiteX1" fmla="*/ 48498 w 224917"/>
                  <a:gd name="connsiteY1" fmla="*/ 112981 h 175863"/>
                  <a:gd name="connsiteX2" fmla="*/ 301 w 224917"/>
                  <a:gd name="connsiteY2" fmla="*/ 112981 h 175863"/>
                  <a:gd name="connsiteX3" fmla="*/ 112760 w 224917"/>
                  <a:gd name="connsiteY3" fmla="*/ 522 h 175863"/>
                  <a:gd name="connsiteX4" fmla="*/ 225219 w 224917"/>
                  <a:gd name="connsiteY4" fmla="*/ 112981 h 175863"/>
                  <a:gd name="connsiteX5" fmla="*/ 177022 w 224917"/>
                  <a:gd name="connsiteY5" fmla="*/ 112981 h 175863"/>
                  <a:gd name="connsiteX6" fmla="*/ 177022 w 224917"/>
                  <a:gd name="connsiteY6" fmla="*/ 176385 h 175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917" h="175863">
                    <a:moveTo>
                      <a:pt x="48498" y="176385"/>
                    </a:moveTo>
                    <a:lnTo>
                      <a:pt x="48498" y="112981"/>
                    </a:lnTo>
                    <a:lnTo>
                      <a:pt x="301" y="112981"/>
                    </a:lnTo>
                    <a:cubicBezTo>
                      <a:pt x="301" y="50873"/>
                      <a:pt x="50651" y="522"/>
                      <a:pt x="112760" y="522"/>
                    </a:cubicBezTo>
                    <a:cubicBezTo>
                      <a:pt x="174870" y="522"/>
                      <a:pt x="225219" y="50873"/>
                      <a:pt x="225219" y="112981"/>
                    </a:cubicBezTo>
                    <a:lnTo>
                      <a:pt x="177022" y="112981"/>
                    </a:lnTo>
                    <a:lnTo>
                      <a:pt x="177022" y="176385"/>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2" name="Freeform: Shape 41">
                <a:extLst>
                  <a:ext uri="{FF2B5EF4-FFF2-40B4-BE49-F238E27FC236}">
                    <a16:creationId xmlns:a16="http://schemas.microsoft.com/office/drawing/2014/main" id="{8877D2E9-964F-6EC7-2B83-DBF84ECB93F8}"/>
                  </a:ext>
                </a:extLst>
              </p:cNvPr>
              <p:cNvSpPr/>
              <p:nvPr/>
            </p:nvSpPr>
            <p:spPr>
              <a:xfrm flipV="1">
                <a:off x="10210060" y="3397475"/>
                <a:ext cx="80327" cy="96393"/>
              </a:xfrm>
              <a:custGeom>
                <a:avLst/>
                <a:gdLst>
                  <a:gd name="connsiteX0" fmla="*/ 32621 w 80327"/>
                  <a:gd name="connsiteY0" fmla="*/ 203 h 96393"/>
                  <a:gd name="connsiteX1" fmla="*/ 490 w 80327"/>
                  <a:gd name="connsiteY1" fmla="*/ 203 h 96393"/>
                  <a:gd name="connsiteX2" fmla="*/ 490 w 80327"/>
                  <a:gd name="connsiteY2" fmla="*/ 96597 h 96393"/>
                  <a:gd name="connsiteX3" fmla="*/ 32621 w 80327"/>
                  <a:gd name="connsiteY3" fmla="*/ 96597 h 96393"/>
                  <a:gd name="connsiteX4" fmla="*/ 80817 w 80327"/>
                  <a:gd name="connsiteY4" fmla="*/ 48400 h 96393"/>
                  <a:gd name="connsiteX5" fmla="*/ 32621 w 80327"/>
                  <a:gd name="connsiteY5" fmla="*/ 203 h 9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327" h="96393">
                    <a:moveTo>
                      <a:pt x="32621" y="203"/>
                    </a:moveTo>
                    <a:lnTo>
                      <a:pt x="490" y="203"/>
                    </a:lnTo>
                    <a:lnTo>
                      <a:pt x="490" y="96597"/>
                    </a:lnTo>
                    <a:lnTo>
                      <a:pt x="32621" y="96597"/>
                    </a:lnTo>
                    <a:cubicBezTo>
                      <a:pt x="59238" y="96597"/>
                      <a:pt x="80817" y="75017"/>
                      <a:pt x="80817" y="48400"/>
                    </a:cubicBezTo>
                    <a:cubicBezTo>
                      <a:pt x="80817" y="21783"/>
                      <a:pt x="59238" y="203"/>
                      <a:pt x="32621" y="203"/>
                    </a:cubicBezTo>
                    <a:close/>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3" name="Freeform: Shape 42">
                <a:extLst>
                  <a:ext uri="{FF2B5EF4-FFF2-40B4-BE49-F238E27FC236}">
                    <a16:creationId xmlns:a16="http://schemas.microsoft.com/office/drawing/2014/main" id="{DD598EBC-F2DE-2DDE-DEC4-C6DAFEA62CA4}"/>
                  </a:ext>
                </a:extLst>
              </p:cNvPr>
              <p:cNvSpPr/>
              <p:nvPr/>
            </p:nvSpPr>
            <p:spPr>
              <a:xfrm flipV="1">
                <a:off x="9840552" y="3397475"/>
                <a:ext cx="80327" cy="96393"/>
              </a:xfrm>
              <a:custGeom>
                <a:avLst/>
                <a:gdLst>
                  <a:gd name="connsiteX0" fmla="*/ 48390 w 80327"/>
                  <a:gd name="connsiteY0" fmla="*/ 203 h 96393"/>
                  <a:gd name="connsiteX1" fmla="*/ 80521 w 80327"/>
                  <a:gd name="connsiteY1" fmla="*/ 203 h 96393"/>
                  <a:gd name="connsiteX2" fmla="*/ 80521 w 80327"/>
                  <a:gd name="connsiteY2" fmla="*/ 96597 h 96393"/>
                  <a:gd name="connsiteX3" fmla="*/ 48390 w 80327"/>
                  <a:gd name="connsiteY3" fmla="*/ 96597 h 96393"/>
                  <a:gd name="connsiteX4" fmla="*/ 193 w 80327"/>
                  <a:gd name="connsiteY4" fmla="*/ 48400 h 96393"/>
                  <a:gd name="connsiteX5" fmla="*/ 48390 w 80327"/>
                  <a:gd name="connsiteY5" fmla="*/ 203 h 9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327" h="96393">
                    <a:moveTo>
                      <a:pt x="48390" y="203"/>
                    </a:moveTo>
                    <a:lnTo>
                      <a:pt x="80521" y="203"/>
                    </a:lnTo>
                    <a:lnTo>
                      <a:pt x="80521" y="96597"/>
                    </a:lnTo>
                    <a:lnTo>
                      <a:pt x="48390" y="96597"/>
                    </a:lnTo>
                    <a:cubicBezTo>
                      <a:pt x="21772" y="96597"/>
                      <a:pt x="193" y="75017"/>
                      <a:pt x="193" y="48400"/>
                    </a:cubicBezTo>
                    <a:cubicBezTo>
                      <a:pt x="193" y="21783"/>
                      <a:pt x="21772" y="203"/>
                      <a:pt x="48390" y="203"/>
                    </a:cubicBezTo>
                    <a:close/>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4" name="Freeform: Shape 43">
                <a:extLst>
                  <a:ext uri="{FF2B5EF4-FFF2-40B4-BE49-F238E27FC236}">
                    <a16:creationId xmlns:a16="http://schemas.microsoft.com/office/drawing/2014/main" id="{CD8375A8-9594-CA8A-FFF6-C1B2767F9C5E}"/>
                  </a:ext>
                </a:extLst>
              </p:cNvPr>
              <p:cNvSpPr/>
              <p:nvPr/>
            </p:nvSpPr>
            <p:spPr>
              <a:xfrm flipV="1">
                <a:off x="10065470" y="3815180"/>
                <a:ext cx="1204" cy="147803"/>
              </a:xfrm>
              <a:custGeom>
                <a:avLst/>
                <a:gdLst>
                  <a:gd name="connsiteX0" fmla="*/ 341 w 1204"/>
                  <a:gd name="connsiteY0" fmla="*/ 555 h 147803"/>
                  <a:gd name="connsiteX1" fmla="*/ 341 w 1204"/>
                  <a:gd name="connsiteY1" fmla="*/ 148358 h 147803"/>
                </a:gdLst>
                <a:ahLst/>
                <a:cxnLst>
                  <a:cxn ang="0">
                    <a:pos x="connsiteX0" y="connsiteY0"/>
                  </a:cxn>
                  <a:cxn ang="0">
                    <a:pos x="connsiteX1" y="connsiteY1"/>
                  </a:cxn>
                </a:cxnLst>
                <a:rect l="l" t="t" r="r" b="b"/>
                <a:pathLst>
                  <a:path w="1204" h="147803">
                    <a:moveTo>
                      <a:pt x="341" y="555"/>
                    </a:moveTo>
                    <a:lnTo>
                      <a:pt x="341" y="148358"/>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5" name="Freeform: Shape 44">
                <a:extLst>
                  <a:ext uri="{FF2B5EF4-FFF2-40B4-BE49-F238E27FC236}">
                    <a16:creationId xmlns:a16="http://schemas.microsoft.com/office/drawing/2014/main" id="{3377655F-8E77-0EC4-8BBE-3DB14EA2B15F}"/>
                  </a:ext>
                </a:extLst>
              </p:cNvPr>
              <p:cNvSpPr/>
              <p:nvPr/>
            </p:nvSpPr>
            <p:spPr>
              <a:xfrm flipV="1">
                <a:off x="10274322" y="3863377"/>
                <a:ext cx="1204" cy="99606"/>
              </a:xfrm>
              <a:custGeom>
                <a:avLst/>
                <a:gdLst>
                  <a:gd name="connsiteX0" fmla="*/ 515 w 1204"/>
                  <a:gd name="connsiteY0" fmla="*/ 590 h 99606"/>
                  <a:gd name="connsiteX1" fmla="*/ 515 w 1204"/>
                  <a:gd name="connsiteY1" fmla="*/ 100197 h 99606"/>
                </a:gdLst>
                <a:ahLst/>
                <a:cxnLst>
                  <a:cxn ang="0">
                    <a:pos x="connsiteX0" y="connsiteY0"/>
                  </a:cxn>
                  <a:cxn ang="0">
                    <a:pos x="connsiteX1" y="connsiteY1"/>
                  </a:cxn>
                </a:cxnLst>
                <a:rect l="l" t="t" r="r" b="b"/>
                <a:pathLst>
                  <a:path w="1204" h="99606">
                    <a:moveTo>
                      <a:pt x="515" y="590"/>
                    </a:moveTo>
                    <a:lnTo>
                      <a:pt x="515" y="100197"/>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6" name="Freeform: Shape 45">
                <a:extLst>
                  <a:ext uri="{FF2B5EF4-FFF2-40B4-BE49-F238E27FC236}">
                    <a16:creationId xmlns:a16="http://schemas.microsoft.com/office/drawing/2014/main" id="{17B4C5EE-3F0B-C05B-E08F-FF8B64542DA4}"/>
                  </a:ext>
                </a:extLst>
              </p:cNvPr>
              <p:cNvSpPr/>
              <p:nvPr/>
            </p:nvSpPr>
            <p:spPr>
              <a:xfrm flipV="1">
                <a:off x="9856617" y="3863377"/>
                <a:ext cx="1204" cy="99606"/>
              </a:xfrm>
              <a:custGeom>
                <a:avLst/>
                <a:gdLst>
                  <a:gd name="connsiteX0" fmla="*/ 168 w 1204"/>
                  <a:gd name="connsiteY0" fmla="*/ 590 h 99606"/>
                  <a:gd name="connsiteX1" fmla="*/ 168 w 1204"/>
                  <a:gd name="connsiteY1" fmla="*/ 100197 h 99606"/>
                </a:gdLst>
                <a:ahLst/>
                <a:cxnLst>
                  <a:cxn ang="0">
                    <a:pos x="connsiteX0" y="connsiteY0"/>
                  </a:cxn>
                  <a:cxn ang="0">
                    <a:pos x="connsiteX1" y="connsiteY1"/>
                  </a:cxn>
                </a:cxnLst>
                <a:rect l="l" t="t" r="r" b="b"/>
                <a:pathLst>
                  <a:path w="1204" h="99606">
                    <a:moveTo>
                      <a:pt x="168" y="590"/>
                    </a:moveTo>
                    <a:lnTo>
                      <a:pt x="168" y="100197"/>
                    </a:lnTo>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7" name="Freeform: Shape 46">
                <a:extLst>
                  <a:ext uri="{FF2B5EF4-FFF2-40B4-BE49-F238E27FC236}">
                    <a16:creationId xmlns:a16="http://schemas.microsoft.com/office/drawing/2014/main" id="{103733D8-F2CD-C9AE-DDB9-416EB43CC354}"/>
                  </a:ext>
                </a:extLst>
              </p:cNvPr>
              <p:cNvSpPr/>
              <p:nvPr/>
            </p:nvSpPr>
            <p:spPr>
              <a:xfrm flipV="1">
                <a:off x="9920880" y="3333213"/>
                <a:ext cx="289179" cy="321311"/>
              </a:xfrm>
              <a:custGeom>
                <a:avLst/>
                <a:gdLst>
                  <a:gd name="connsiteX0" fmla="*/ 289611 w 289179"/>
                  <a:gd name="connsiteY0" fmla="*/ 257382 h 321311"/>
                  <a:gd name="connsiteX1" fmla="*/ 283158 w 289179"/>
                  <a:gd name="connsiteY1" fmla="*/ 263836 h 321311"/>
                  <a:gd name="connsiteX2" fmla="*/ 184652 w 289179"/>
                  <a:gd name="connsiteY2" fmla="*/ 289361 h 321311"/>
                  <a:gd name="connsiteX3" fmla="*/ 96825 w 289179"/>
                  <a:gd name="connsiteY3" fmla="*/ 321644 h 321311"/>
                  <a:gd name="connsiteX4" fmla="*/ 93433 w 289179"/>
                  <a:gd name="connsiteY4" fmla="*/ 314860 h 321311"/>
                  <a:gd name="connsiteX5" fmla="*/ 431 w 289179"/>
                  <a:gd name="connsiteY5" fmla="*/ 257382 h 321311"/>
                  <a:gd name="connsiteX6" fmla="*/ 431 w 289179"/>
                  <a:gd name="connsiteY6" fmla="*/ 144923 h 321311"/>
                  <a:gd name="connsiteX7" fmla="*/ 145021 w 289179"/>
                  <a:gd name="connsiteY7" fmla="*/ 333 h 321311"/>
                  <a:gd name="connsiteX8" fmla="*/ 289611 w 289179"/>
                  <a:gd name="connsiteY8" fmla="*/ 144923 h 321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179" h="321311">
                    <a:moveTo>
                      <a:pt x="289611" y="257382"/>
                    </a:moveTo>
                    <a:lnTo>
                      <a:pt x="283158" y="263836"/>
                    </a:lnTo>
                    <a:cubicBezTo>
                      <a:pt x="257393" y="289600"/>
                      <a:pt x="219688" y="299371"/>
                      <a:pt x="184652" y="289361"/>
                    </a:cubicBezTo>
                    <a:cubicBezTo>
                      <a:pt x="151472" y="279880"/>
                      <a:pt x="115967" y="292930"/>
                      <a:pt x="96825" y="321644"/>
                    </a:cubicBezTo>
                    <a:lnTo>
                      <a:pt x="93433" y="314860"/>
                    </a:lnTo>
                    <a:cubicBezTo>
                      <a:pt x="75819" y="279635"/>
                      <a:pt x="39816" y="257382"/>
                      <a:pt x="431" y="257382"/>
                    </a:cubicBezTo>
                    <a:lnTo>
                      <a:pt x="431" y="144923"/>
                    </a:lnTo>
                    <a:cubicBezTo>
                      <a:pt x="431" y="65068"/>
                      <a:pt x="65166" y="333"/>
                      <a:pt x="145021" y="333"/>
                    </a:cubicBezTo>
                    <a:cubicBezTo>
                      <a:pt x="224877" y="333"/>
                      <a:pt x="289611" y="65068"/>
                      <a:pt x="289611" y="144923"/>
                    </a:cubicBezTo>
                    <a:close/>
                  </a:path>
                </a:pathLst>
              </a:custGeom>
              <a:noFill/>
              <a:ln w="47973"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mn-ea"/>
                  <a:cs typeface="Arial"/>
                </a:endParaRPr>
              </a:p>
            </p:txBody>
          </p:sp>
        </p:grpSp>
      </p:grpSp>
      <p:pic>
        <p:nvPicPr>
          <p:cNvPr id="3" name="Picture 6" descr="Discounted Trelegy Online - Insulin Outlet">
            <a:extLst>
              <a:ext uri="{FF2B5EF4-FFF2-40B4-BE49-F238E27FC236}">
                <a16:creationId xmlns:a16="http://schemas.microsoft.com/office/drawing/2014/main" id="{BA0CE3C6-40A1-031B-7A07-DF444E80167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32877" b="17814"/>
          <a:stretch/>
        </p:blipFill>
        <p:spPr bwMode="auto">
          <a:xfrm>
            <a:off x="10426566" y="176830"/>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3">
            <a:extLst>
              <a:ext uri="{FF2B5EF4-FFF2-40B4-BE49-F238E27FC236}">
                <a16:creationId xmlns:a16="http://schemas.microsoft.com/office/drawing/2014/main" id="{AE640D32-E82B-936E-B6D7-6A4E77C82035}"/>
              </a:ext>
            </a:extLst>
          </p:cNvPr>
          <p:cNvSpPr txBox="1">
            <a:spLocks/>
          </p:cNvSpPr>
          <p:nvPr/>
        </p:nvSpPr>
        <p:spPr>
          <a:xfrm>
            <a:off x="537687" y="6273022"/>
            <a:ext cx="540000" cy="26987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B9B3B01-9C27-4D4B-B55E-30DD78B743D4}" type="slidenum">
              <a:rPr lang="en-US" sz="1000" smtClean="0">
                <a:solidFill>
                  <a:srgbClr val="000000"/>
                </a:solidFill>
                <a:latin typeface="Arial"/>
              </a:rPr>
              <a:pPr>
                <a:defRPr/>
              </a:pPr>
              <a:t>17</a:t>
            </a:fld>
            <a:endParaRPr lang="en-US" sz="1000">
              <a:solidFill>
                <a:srgbClr val="000000"/>
              </a:solidFill>
              <a:latin typeface="Arial"/>
            </a:endParaRPr>
          </a:p>
        </p:txBody>
      </p:sp>
    </p:spTree>
    <p:custDataLst>
      <p:tags r:id="rId1"/>
    </p:custDataLst>
    <p:extLst>
      <p:ext uri="{BB962C8B-B14F-4D97-AF65-F5344CB8AC3E}">
        <p14:creationId xmlns:p14="http://schemas.microsoft.com/office/powerpoint/2010/main" val="3467560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6B02366-F04B-49AF-2D05-92D7ADD98943}"/>
              </a:ext>
            </a:extLst>
          </p:cNvPr>
          <p:cNvSpPr>
            <a:spLocks noChangeArrowheads="1"/>
          </p:cNvSpPr>
          <p:nvPr/>
        </p:nvSpPr>
        <p:spPr bwMode="auto">
          <a:xfrm>
            <a:off x="419099" y="1119827"/>
            <a:ext cx="3657600" cy="1463040"/>
          </a:xfrm>
          <a:prstGeom prst="roundRect">
            <a:avLst>
              <a:gd name="adj" fmla="val 5556"/>
            </a:avLst>
          </a:prstGeom>
          <a:solidFill>
            <a:schemeClr val="bg2"/>
          </a:solidFill>
          <a:ln w="9525">
            <a:noFill/>
            <a:miter lim="800000"/>
            <a:headEnd/>
            <a:tailEnd/>
          </a:ln>
        </p:spPr>
        <p:txBody>
          <a:bodyPr vert="horz" wrap="square" lIns="109728" tIns="109728" rIns="109728" bIns="109728" numCol="1" anchor="ctr" anchorCtr="0" compatLnSpc="1">
            <a:prstTxWarp prst="textNoShape">
              <a:avLst/>
            </a:prstTxWarp>
            <a:no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ＭＳ Ｐゴシック"/>
              <a:cs typeface="Arial"/>
            </a:endParaRPr>
          </a:p>
        </p:txBody>
      </p:sp>
      <p:grpSp>
        <p:nvGrpSpPr>
          <p:cNvPr id="14" name="Group 13">
            <a:extLst>
              <a:ext uri="{FF2B5EF4-FFF2-40B4-BE49-F238E27FC236}">
                <a16:creationId xmlns:a16="http://schemas.microsoft.com/office/drawing/2014/main" id="{44D5ADF8-2D79-559C-22F0-69812B2ADBCB}"/>
              </a:ext>
            </a:extLst>
          </p:cNvPr>
          <p:cNvGrpSpPr/>
          <p:nvPr/>
        </p:nvGrpSpPr>
        <p:grpSpPr>
          <a:xfrm>
            <a:off x="1104265" y="1041192"/>
            <a:ext cx="2287267" cy="1003204"/>
            <a:chOff x="268569" y="1757939"/>
            <a:chExt cx="2287267" cy="1003204"/>
          </a:xfrm>
        </p:grpSpPr>
        <p:sp>
          <p:nvSpPr>
            <p:cNvPr id="4" name="TextBox 3">
              <a:extLst>
                <a:ext uri="{FF2B5EF4-FFF2-40B4-BE49-F238E27FC236}">
                  <a16:creationId xmlns:a16="http://schemas.microsoft.com/office/drawing/2014/main" id="{D385F855-9B11-B020-E782-3F23FE14C7D7}"/>
                </a:ext>
              </a:extLst>
            </p:cNvPr>
            <p:cNvSpPr txBox="1"/>
            <p:nvPr/>
          </p:nvSpPr>
          <p:spPr>
            <a:xfrm>
              <a:off x="268569" y="1757939"/>
              <a:ext cx="2274073" cy="92333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0" b="0" i="0" u="none" strike="noStrike" kern="1200" cap="none" spc="0" normalizeH="0" baseline="0" noProof="0">
                  <a:ln>
                    <a:noFill/>
                  </a:ln>
                  <a:solidFill>
                    <a:srgbClr val="FFFFFF"/>
                  </a:solidFill>
                  <a:effectLst/>
                  <a:uLnTx/>
                  <a:uFillTx/>
                  <a:latin typeface="GSK Precision Light"/>
                  <a:ea typeface="+mn-ea"/>
                  <a:cs typeface="Arial"/>
                </a:rPr>
                <a:t>A</a:t>
              </a:r>
            </a:p>
          </p:txBody>
        </p:sp>
        <p:sp>
          <p:nvSpPr>
            <p:cNvPr id="11" name="TextBox 10">
              <a:extLst>
                <a:ext uri="{FF2B5EF4-FFF2-40B4-BE49-F238E27FC236}">
                  <a16:creationId xmlns:a16="http://schemas.microsoft.com/office/drawing/2014/main" id="{91226B85-C78D-0D31-4280-48A106D47F6A}"/>
                </a:ext>
              </a:extLst>
            </p:cNvPr>
            <p:cNvSpPr txBox="1"/>
            <p:nvPr/>
          </p:nvSpPr>
          <p:spPr>
            <a:xfrm>
              <a:off x="281763" y="2484144"/>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GSK Precision Light"/>
                  <a:ea typeface="+mn-ea"/>
                  <a:cs typeface="Arial"/>
                </a:rPr>
                <a:t>Current State</a:t>
              </a:r>
            </a:p>
          </p:txBody>
        </p:sp>
      </p:grpSp>
      <p:sp>
        <p:nvSpPr>
          <p:cNvPr id="6" name="Rectangle 13">
            <a:extLst>
              <a:ext uri="{FF2B5EF4-FFF2-40B4-BE49-F238E27FC236}">
                <a16:creationId xmlns:a16="http://schemas.microsoft.com/office/drawing/2014/main" id="{DB690375-4E5E-4BAE-8148-8EFE0C208C06}"/>
              </a:ext>
            </a:extLst>
          </p:cNvPr>
          <p:cNvSpPr>
            <a:spLocks noChangeArrowheads="1"/>
          </p:cNvSpPr>
          <p:nvPr/>
        </p:nvSpPr>
        <p:spPr bwMode="auto">
          <a:xfrm>
            <a:off x="510026" y="3824166"/>
            <a:ext cx="3488938" cy="227754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defTabSz="1097280" fontAlgn="base">
              <a:spcBef>
                <a:spcPct val="0"/>
              </a:spcBef>
              <a:spcAft>
                <a:spcPts val="600"/>
              </a:spcAft>
              <a:buClr>
                <a:srgbClr val="E21860"/>
              </a:buClr>
              <a:defRPr/>
            </a:pPr>
            <a:r>
              <a:rPr lang="en-US" sz="1600" dirty="0">
                <a:latin typeface="Arial" panose="020B0604020202020204" pitchFamily="34" charset="0"/>
                <a:ea typeface="+mj-ea"/>
                <a:cs typeface="Arial" panose="020B0604020202020204" pitchFamily="34" charset="0"/>
              </a:rPr>
              <a:t>Sample Phrasing: </a:t>
            </a:r>
            <a:endParaRPr kumimoji="0" lang="en-US" sz="1300" b="0" i="0" u="none" strike="noStrike" kern="1200" cap="none" spc="0" normalizeH="0" baseline="0" noProof="0" dirty="0">
              <a:ln>
                <a:noFill/>
              </a:ln>
              <a:solidFill>
                <a:srgbClr val="000000"/>
              </a:solidFill>
              <a:effectLst/>
              <a:uLnTx/>
              <a:uFillTx/>
              <a:latin typeface="GSK Precision Light"/>
              <a:ea typeface="ＭＳ Ｐゴシック"/>
              <a:cs typeface="Arial"/>
            </a:endParaRP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Last time we met, you explained…</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Most pulmonologists tell us they are facing challenge…..…</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From our conversations with KOLs, they have shared that…</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When it comes to COPD treatment, we hear that most HCPs are challenged with…</a:t>
            </a:r>
          </a:p>
        </p:txBody>
      </p:sp>
      <p:sp>
        <p:nvSpPr>
          <p:cNvPr id="13" name="Title 1">
            <a:extLst>
              <a:ext uri="{FF2B5EF4-FFF2-40B4-BE49-F238E27FC236}">
                <a16:creationId xmlns:a16="http://schemas.microsoft.com/office/drawing/2014/main" id="{04D0CEB6-19B0-3349-D7CC-FF9F11595317}"/>
              </a:ext>
            </a:extLst>
          </p:cNvPr>
          <p:cNvSpPr>
            <a:spLocks noGrp="1"/>
          </p:cNvSpPr>
          <p:nvPr>
            <p:ph type="title"/>
          </p:nvPr>
        </p:nvSpPr>
        <p:spPr>
          <a:xfrm>
            <a:off x="419100" y="482252"/>
            <a:ext cx="11353800" cy="443198"/>
          </a:xfrm>
        </p:spPr>
        <p:txBody>
          <a:bodyPr/>
          <a:lstStyle/>
          <a:p>
            <a:r>
              <a:rPr lang="en-US" sz="3200" b="0" dirty="0">
                <a:latin typeface="Arial" panose="020B0604020202020204" pitchFamily="34" charset="0"/>
                <a:cs typeface="Arial" panose="020B0604020202020204" pitchFamily="34" charset="0"/>
              </a:rPr>
              <a:t>Scripting Your Reframe</a:t>
            </a:r>
          </a:p>
        </p:txBody>
      </p:sp>
      <p:sp>
        <p:nvSpPr>
          <p:cNvPr id="3" name="Rectangle 2">
            <a:extLst>
              <a:ext uri="{FF2B5EF4-FFF2-40B4-BE49-F238E27FC236}">
                <a16:creationId xmlns:a16="http://schemas.microsoft.com/office/drawing/2014/main" id="{013E8CC9-41A4-3147-AA4F-273A7547FF7A}"/>
              </a:ext>
            </a:extLst>
          </p:cNvPr>
          <p:cNvSpPr/>
          <p:nvPr/>
        </p:nvSpPr>
        <p:spPr>
          <a:xfrm>
            <a:off x="556259" y="2861706"/>
            <a:ext cx="3383280" cy="548640"/>
          </a:xfrm>
          <a:prstGeom prst="rect">
            <a:avLst/>
          </a:prstGeom>
        </p:spPr>
        <p:txBody>
          <a:bodyPr wrap="square" lIns="0" tIns="0" rIns="0" bIns="0">
            <a:sp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SK Precision Light"/>
                <a:ea typeface="ＭＳ Ｐゴシック"/>
                <a:cs typeface="Arial"/>
              </a:rPr>
              <a:t>In your words, empathetically describe the status quo</a:t>
            </a:r>
          </a:p>
        </p:txBody>
      </p:sp>
      <p:sp>
        <p:nvSpPr>
          <p:cNvPr id="20" name="Rectangle: Rounded Corners 19">
            <a:extLst>
              <a:ext uri="{FF2B5EF4-FFF2-40B4-BE49-F238E27FC236}">
                <a16:creationId xmlns:a16="http://schemas.microsoft.com/office/drawing/2014/main" id="{2B17A53C-6025-BAC7-929C-F4B8FCF0D51D}"/>
              </a:ext>
            </a:extLst>
          </p:cNvPr>
          <p:cNvSpPr/>
          <p:nvPr/>
        </p:nvSpPr>
        <p:spPr>
          <a:xfrm>
            <a:off x="419099" y="3653326"/>
            <a:ext cx="3657600" cy="2586109"/>
          </a:xfrm>
          <a:prstGeom prst="roundRect">
            <a:avLst>
              <a:gd name="adj" fmla="val 2227"/>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23" name="Rectangle 13">
            <a:extLst>
              <a:ext uri="{FF2B5EF4-FFF2-40B4-BE49-F238E27FC236}">
                <a16:creationId xmlns:a16="http://schemas.microsoft.com/office/drawing/2014/main" id="{B46C5457-1907-F5D7-E588-40012BF308BE}"/>
              </a:ext>
            </a:extLst>
          </p:cNvPr>
          <p:cNvSpPr>
            <a:spLocks noChangeArrowheads="1"/>
          </p:cNvSpPr>
          <p:nvPr/>
        </p:nvSpPr>
        <p:spPr bwMode="auto">
          <a:xfrm>
            <a:off x="4672011" y="3824166"/>
            <a:ext cx="2249806" cy="1415772"/>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1097280" rtl="0" eaLnBrk="1" fontAlgn="base" latinLnBrk="0" hangingPunct="1">
              <a:lnSpc>
                <a:spcPct val="100000"/>
              </a:lnSpc>
              <a:spcBef>
                <a:spcPct val="0"/>
              </a:spcBef>
              <a:spcAft>
                <a:spcPts val="600"/>
              </a:spcAft>
              <a:buClr>
                <a:srgbClr val="E21860"/>
              </a:buClr>
              <a:buSzTx/>
              <a:buFontTx/>
              <a:buNone/>
              <a:tabLst/>
              <a:defRPr/>
            </a:pPr>
            <a:r>
              <a:rPr lang="en-US" sz="1600" dirty="0">
                <a:latin typeface="Arial" panose="020B0604020202020204" pitchFamily="34" charset="0"/>
                <a:ea typeface="+mj-ea"/>
                <a:cs typeface="Arial" panose="020B0604020202020204" pitchFamily="34" charset="0"/>
              </a:rPr>
              <a:t>Sample Phrasing: </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…but…..</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…unfortunately…</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…the reality is…</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…in contrast…</a:t>
            </a:r>
          </a:p>
        </p:txBody>
      </p:sp>
      <p:sp>
        <p:nvSpPr>
          <p:cNvPr id="33" name="TextBox 32">
            <a:extLst>
              <a:ext uri="{FF2B5EF4-FFF2-40B4-BE49-F238E27FC236}">
                <a16:creationId xmlns:a16="http://schemas.microsoft.com/office/drawing/2014/main" id="{A2D129F5-9E41-A7F5-16FA-5BDE9214A476}"/>
              </a:ext>
            </a:extLst>
          </p:cNvPr>
          <p:cNvSpPr txBox="1"/>
          <p:nvPr/>
        </p:nvSpPr>
        <p:spPr>
          <a:xfrm>
            <a:off x="1150619" y="2078549"/>
            <a:ext cx="2194560"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SK Precision Light"/>
                <a:ea typeface="+mn-ea"/>
                <a:cs typeface="Arial"/>
              </a:rPr>
              <a:t>Captures the customer’s current thinking</a:t>
            </a:r>
          </a:p>
        </p:txBody>
      </p:sp>
      <p:sp>
        <p:nvSpPr>
          <p:cNvPr id="10" name="Rectangle 13">
            <a:extLst>
              <a:ext uri="{FF2B5EF4-FFF2-40B4-BE49-F238E27FC236}">
                <a16:creationId xmlns:a16="http://schemas.microsoft.com/office/drawing/2014/main" id="{BFC8DB89-06B9-44B9-B59A-9463915A06C1}"/>
              </a:ext>
            </a:extLst>
          </p:cNvPr>
          <p:cNvSpPr>
            <a:spLocks noChangeArrowheads="1"/>
          </p:cNvSpPr>
          <p:nvPr/>
        </p:nvSpPr>
        <p:spPr bwMode="auto">
          <a:xfrm>
            <a:off x="8252460" y="3842536"/>
            <a:ext cx="3520440" cy="163121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1097280" rtl="0" eaLnBrk="1" fontAlgn="base" latinLnBrk="0" hangingPunct="1">
              <a:lnSpc>
                <a:spcPct val="100000"/>
              </a:lnSpc>
              <a:spcBef>
                <a:spcPct val="0"/>
              </a:spcBef>
              <a:spcAft>
                <a:spcPts val="600"/>
              </a:spcAft>
              <a:buClr>
                <a:srgbClr val="E21860"/>
              </a:buClr>
              <a:buSzTx/>
              <a:buFontTx/>
              <a:buNone/>
              <a:tabLst/>
              <a:defRPr/>
            </a:pPr>
            <a:r>
              <a:rPr lang="en-US" sz="1600" dirty="0">
                <a:latin typeface="Arial" panose="020B0604020202020204" pitchFamily="34" charset="0"/>
                <a:ea typeface="+mj-ea"/>
                <a:cs typeface="Arial" panose="020B0604020202020204" pitchFamily="34" charset="0"/>
              </a:rPr>
              <a:t>Sample Phrasing: </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…this sector of patients is bigger than you think…</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…your customers see this differently…</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…the downstream issues are costly…</a:t>
            </a:r>
          </a:p>
          <a:p>
            <a:pPr marL="114300" marR="0" lvl="0" indent="-114300" algn="l" defTabSz="1097280" rtl="0" eaLnBrk="1" fontAlgn="base" latinLnBrk="0" hangingPunct="1">
              <a:lnSpc>
                <a:spcPct val="100000"/>
              </a:lnSpc>
              <a:spcBef>
                <a:spcPct val="0"/>
              </a:spcBef>
              <a:spcAft>
                <a:spcPts val="600"/>
              </a:spcAft>
              <a:buClr>
                <a:srgbClr val="E21860"/>
              </a:buClr>
              <a:buSzTx/>
              <a:buFont typeface="Arial" panose="020B0604020202020204" pitchFamily="34" charset="0"/>
              <a:buChar char="•"/>
              <a:tabLst/>
              <a:defRPr/>
            </a:pPr>
            <a:r>
              <a:rPr lang="en-US" sz="1400" dirty="0">
                <a:latin typeface="Arial" panose="020B0604020202020204" pitchFamily="34" charset="0"/>
                <a:ea typeface="+mj-ea"/>
                <a:cs typeface="Arial" panose="020B0604020202020204" pitchFamily="34" charset="0"/>
              </a:rPr>
              <a:t>…this is will affect …….</a:t>
            </a:r>
            <a:endParaRPr kumimoji="0" lang="en-US" sz="1400" b="0" i="0" u="none" strike="noStrike" kern="1200" cap="none" spc="0" normalizeH="0" baseline="0" noProof="0" dirty="0">
              <a:ln>
                <a:noFill/>
              </a:ln>
              <a:solidFill>
                <a:srgbClr val="000000"/>
              </a:solidFill>
              <a:effectLst/>
              <a:uLnTx/>
              <a:uFillTx/>
              <a:latin typeface="GSK Precision Light"/>
              <a:ea typeface="ＭＳ Ｐゴシック"/>
              <a:cs typeface="Arial"/>
            </a:endParaRPr>
          </a:p>
        </p:txBody>
      </p:sp>
      <p:sp>
        <p:nvSpPr>
          <p:cNvPr id="5" name="Rectangle 4">
            <a:extLst>
              <a:ext uri="{FF2B5EF4-FFF2-40B4-BE49-F238E27FC236}">
                <a16:creationId xmlns:a16="http://schemas.microsoft.com/office/drawing/2014/main" id="{1608C6F2-7C4C-46A2-FFED-7723EDEBA9F7}"/>
              </a:ext>
            </a:extLst>
          </p:cNvPr>
          <p:cNvSpPr>
            <a:spLocks noChangeArrowheads="1"/>
          </p:cNvSpPr>
          <p:nvPr/>
        </p:nvSpPr>
        <p:spPr bwMode="auto">
          <a:xfrm>
            <a:off x="8252460" y="2861706"/>
            <a:ext cx="3383280" cy="548640"/>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SK Precision Light"/>
                <a:ea typeface="ＭＳ Ｐゴシック"/>
                <a:cs typeface="Arial"/>
              </a:rPr>
              <a:t>Reveal the flaw in that way of thinking about the issue</a:t>
            </a:r>
          </a:p>
        </p:txBody>
      </p:sp>
      <p:sp>
        <p:nvSpPr>
          <p:cNvPr id="9" name="Rectangle: Rounded Corners 8">
            <a:extLst>
              <a:ext uri="{FF2B5EF4-FFF2-40B4-BE49-F238E27FC236}">
                <a16:creationId xmlns:a16="http://schemas.microsoft.com/office/drawing/2014/main" id="{A5FBA6C5-D838-9FEE-7396-E70CE8D8882B}"/>
              </a:ext>
            </a:extLst>
          </p:cNvPr>
          <p:cNvSpPr>
            <a:spLocks noChangeArrowheads="1"/>
          </p:cNvSpPr>
          <p:nvPr/>
        </p:nvSpPr>
        <p:spPr bwMode="auto">
          <a:xfrm>
            <a:off x="8115300" y="1122211"/>
            <a:ext cx="3657600" cy="1463040"/>
          </a:xfrm>
          <a:prstGeom prst="roundRect">
            <a:avLst>
              <a:gd name="adj" fmla="val 4630"/>
            </a:avLst>
          </a:prstGeom>
          <a:solidFill>
            <a:schemeClr val="bg2"/>
          </a:solidFill>
          <a:ln w="9525">
            <a:noFill/>
            <a:miter lim="800000"/>
            <a:headEnd/>
            <a:tailEnd/>
          </a:ln>
        </p:spPr>
        <p:txBody>
          <a:bodyPr vert="horz" wrap="square" lIns="109728" tIns="109728" rIns="109728" bIns="109728" numCol="1" anchor="ctr" anchorCtr="0" compatLnSpc="1">
            <a:prstTxWarp prst="textNoShape">
              <a:avLst/>
            </a:prstTxWarp>
            <a:no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SK Precision Light"/>
              <a:ea typeface="ＭＳ Ｐゴシック"/>
              <a:cs typeface="Arial"/>
            </a:endParaRPr>
          </a:p>
        </p:txBody>
      </p:sp>
      <p:grpSp>
        <p:nvGrpSpPr>
          <p:cNvPr id="25" name="Group 24">
            <a:extLst>
              <a:ext uri="{FF2B5EF4-FFF2-40B4-BE49-F238E27FC236}">
                <a16:creationId xmlns:a16="http://schemas.microsoft.com/office/drawing/2014/main" id="{6847E22A-585C-4035-CEA6-7EBB6C912785}"/>
              </a:ext>
            </a:extLst>
          </p:cNvPr>
          <p:cNvGrpSpPr/>
          <p:nvPr/>
        </p:nvGrpSpPr>
        <p:grpSpPr>
          <a:xfrm>
            <a:off x="9460264" y="1222222"/>
            <a:ext cx="967672" cy="821464"/>
            <a:chOff x="913466" y="4342102"/>
            <a:chExt cx="1373846" cy="1068548"/>
          </a:xfrm>
        </p:grpSpPr>
        <p:pic>
          <p:nvPicPr>
            <p:cNvPr id="27" name="Graphic 26">
              <a:extLst>
                <a:ext uri="{FF2B5EF4-FFF2-40B4-BE49-F238E27FC236}">
                  <a16:creationId xmlns:a16="http://schemas.microsoft.com/office/drawing/2014/main" id="{4136889B-0BD3-ED54-0A57-31796AE0ED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3466" y="4342102"/>
              <a:ext cx="1373846" cy="1068548"/>
            </a:xfrm>
            <a:prstGeom prst="rect">
              <a:avLst/>
            </a:prstGeom>
          </p:spPr>
        </p:pic>
        <p:sp>
          <p:nvSpPr>
            <p:cNvPr id="28" name="TextBox 27">
              <a:extLst>
                <a:ext uri="{FF2B5EF4-FFF2-40B4-BE49-F238E27FC236}">
                  <a16:creationId xmlns:a16="http://schemas.microsoft.com/office/drawing/2014/main" id="{6C171DD5-0752-CB64-9743-3A1EE1411315}"/>
                </a:ext>
              </a:extLst>
            </p:cNvPr>
            <p:cNvSpPr txBox="1"/>
            <p:nvPr/>
          </p:nvSpPr>
          <p:spPr>
            <a:xfrm>
              <a:off x="967633" y="4690340"/>
              <a:ext cx="1095464" cy="34315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US" sz="2000" b="0" i="0" u="none" strike="noStrike" kern="1200" cap="none" spc="0" normalizeH="0" baseline="0" noProof="0">
                  <a:ln>
                    <a:noFill/>
                  </a:ln>
                  <a:solidFill>
                    <a:srgbClr val="FFFFFF"/>
                  </a:solidFill>
                  <a:effectLst/>
                  <a:uLnTx/>
                  <a:uFillTx/>
                  <a:latin typeface="Graphik Bold" panose="020B0803030202060203" pitchFamily="34" charset="0"/>
                  <a:ea typeface="+mn-ea"/>
                  <a:cs typeface="Arial"/>
                </a:rPr>
                <a:t>Gap</a:t>
              </a:r>
            </a:p>
          </p:txBody>
        </p:sp>
      </p:grpSp>
      <p:sp>
        <p:nvSpPr>
          <p:cNvPr id="26" name="TextBox 25">
            <a:extLst>
              <a:ext uri="{FF2B5EF4-FFF2-40B4-BE49-F238E27FC236}">
                <a16:creationId xmlns:a16="http://schemas.microsoft.com/office/drawing/2014/main" id="{DF415F7D-0740-884B-634A-15D558EEBA01}"/>
              </a:ext>
            </a:extLst>
          </p:cNvPr>
          <p:cNvSpPr txBox="1"/>
          <p:nvPr/>
        </p:nvSpPr>
        <p:spPr>
          <a:xfrm>
            <a:off x="9205347" y="2078549"/>
            <a:ext cx="1477507"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GSK Precision Light"/>
                <a:ea typeface="+mn-ea"/>
                <a:cs typeface="Arial"/>
              </a:rPr>
              <a:t>What the customer is missing</a:t>
            </a:r>
          </a:p>
        </p:txBody>
      </p:sp>
      <p:sp>
        <p:nvSpPr>
          <p:cNvPr id="34" name="Rectangle: Rounded Corners 33">
            <a:extLst>
              <a:ext uri="{FF2B5EF4-FFF2-40B4-BE49-F238E27FC236}">
                <a16:creationId xmlns:a16="http://schemas.microsoft.com/office/drawing/2014/main" id="{921DDB6B-665D-C336-F66A-E409D7D7DA25}"/>
              </a:ext>
            </a:extLst>
          </p:cNvPr>
          <p:cNvSpPr/>
          <p:nvPr/>
        </p:nvSpPr>
        <p:spPr>
          <a:xfrm>
            <a:off x="8115300" y="3653326"/>
            <a:ext cx="3657600" cy="2586109"/>
          </a:xfrm>
          <a:prstGeom prst="roundRect">
            <a:avLst>
              <a:gd name="adj" fmla="val 2227"/>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7" name="Rectangle: Rounded Corners 6">
            <a:extLst>
              <a:ext uri="{FF2B5EF4-FFF2-40B4-BE49-F238E27FC236}">
                <a16:creationId xmlns:a16="http://schemas.microsoft.com/office/drawing/2014/main" id="{521C34DF-8D3D-48EE-98A3-FD97E3D7B5E0}"/>
              </a:ext>
            </a:extLst>
          </p:cNvPr>
          <p:cNvSpPr>
            <a:spLocks noChangeArrowheads="1"/>
          </p:cNvSpPr>
          <p:nvPr/>
        </p:nvSpPr>
        <p:spPr bwMode="auto">
          <a:xfrm>
            <a:off x="4267199" y="1119827"/>
            <a:ext cx="3657600" cy="1463039"/>
          </a:xfrm>
          <a:prstGeom prst="roundRect">
            <a:avLst>
              <a:gd name="adj" fmla="val 5556"/>
            </a:avLst>
          </a:prstGeom>
          <a:solidFill>
            <a:schemeClr val="accent2"/>
          </a:solidFill>
          <a:ln w="57150">
            <a:noFill/>
            <a:miter lim="800000"/>
            <a:headEnd/>
            <a:tailEnd/>
          </a:ln>
        </p:spPr>
        <p:txBody>
          <a:bodyPr vert="horz" wrap="square" lIns="109728" tIns="109728" rIns="109728" bIns="109728" numCol="1" anchor="ctr" anchorCtr="0" compatLnSpc="1">
            <a:prstTxWarp prst="textNoShape">
              <a:avLst/>
            </a:prstTxWarp>
            <a:no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r>
              <a:rPr kumimoji="0" lang="en-US" sz="2800" b="1" i="0" u="none" strike="noStrike" kern="0" cap="none" spc="0" normalizeH="0" baseline="0" noProof="0">
                <a:ln>
                  <a:noFill/>
                </a:ln>
                <a:solidFill>
                  <a:srgbClr val="FFFFFF"/>
                </a:solidFill>
                <a:effectLst/>
                <a:uLnTx/>
                <a:uFillTx/>
                <a:latin typeface="Graphik Bold" panose="020B0803030202060203" pitchFamily="34" charset="0"/>
                <a:ea typeface="ＭＳ Ｐゴシック"/>
                <a:cs typeface="Arial"/>
              </a:rPr>
              <a:t>“HOWEVER”</a:t>
            </a:r>
          </a:p>
        </p:txBody>
      </p:sp>
      <p:sp>
        <p:nvSpPr>
          <p:cNvPr id="35" name="Rectangle: Rounded Corners 34">
            <a:extLst>
              <a:ext uri="{FF2B5EF4-FFF2-40B4-BE49-F238E27FC236}">
                <a16:creationId xmlns:a16="http://schemas.microsoft.com/office/drawing/2014/main" id="{81A12267-20B4-E246-5F14-695911544B9D}"/>
              </a:ext>
            </a:extLst>
          </p:cNvPr>
          <p:cNvSpPr/>
          <p:nvPr/>
        </p:nvSpPr>
        <p:spPr>
          <a:xfrm>
            <a:off x="4267199" y="3653326"/>
            <a:ext cx="3657600" cy="2586109"/>
          </a:xfrm>
          <a:prstGeom prst="roundRect">
            <a:avLst>
              <a:gd name="adj" fmla="val 2227"/>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36" name="Rectangle 35">
            <a:extLst>
              <a:ext uri="{FF2B5EF4-FFF2-40B4-BE49-F238E27FC236}">
                <a16:creationId xmlns:a16="http://schemas.microsoft.com/office/drawing/2014/main" id="{7177B097-AC76-32C5-02B6-6A090574C486}"/>
              </a:ext>
            </a:extLst>
          </p:cNvPr>
          <p:cNvSpPr/>
          <p:nvPr/>
        </p:nvSpPr>
        <p:spPr>
          <a:xfrm>
            <a:off x="4404359" y="2861706"/>
            <a:ext cx="3383280" cy="548640"/>
          </a:xfrm>
          <a:prstGeom prst="rect">
            <a:avLst/>
          </a:prstGeom>
        </p:spPr>
        <p:txBody>
          <a:bodyPr wrap="square" lIns="0" tIns="0" rIns="0" bIns="0">
            <a:spAutoFit/>
          </a:bodyPr>
          <a:lstStyle/>
          <a:p>
            <a:pPr marL="0" marR="0" lvl="0" indent="0" algn="ctr" defTabSz="109728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GSK Precision Light"/>
                <a:ea typeface="ＭＳ Ｐゴシック"/>
                <a:cs typeface="+mj-cs"/>
              </a:rPr>
              <a:t>Signal a pivot with a strong transition word or phrase</a:t>
            </a:r>
          </a:p>
        </p:txBody>
      </p:sp>
      <p:pic>
        <p:nvPicPr>
          <p:cNvPr id="2" name="Picture 6" descr="Discounted Trelegy Online - Insulin Outlet">
            <a:extLst>
              <a:ext uri="{FF2B5EF4-FFF2-40B4-BE49-F238E27FC236}">
                <a16:creationId xmlns:a16="http://schemas.microsoft.com/office/drawing/2014/main" id="{E1BF96DD-9759-3171-23C5-39995F35EB6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2877" b="17814"/>
          <a:stretch/>
        </p:blipFill>
        <p:spPr bwMode="auto">
          <a:xfrm>
            <a:off x="10426566" y="176830"/>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3">
            <a:extLst>
              <a:ext uri="{FF2B5EF4-FFF2-40B4-BE49-F238E27FC236}">
                <a16:creationId xmlns:a16="http://schemas.microsoft.com/office/drawing/2014/main" id="{CBD4D510-CE11-BCA6-02F1-D711B4A4A6B7}"/>
              </a:ext>
            </a:extLst>
          </p:cNvPr>
          <p:cNvSpPr txBox="1">
            <a:spLocks/>
          </p:cNvSpPr>
          <p:nvPr/>
        </p:nvSpPr>
        <p:spPr>
          <a:xfrm>
            <a:off x="537687" y="6398525"/>
            <a:ext cx="540000" cy="26987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B9B3B01-9C27-4D4B-B55E-30DD78B743D4}" type="slidenum">
              <a:rPr lang="en-US" sz="1000" smtClean="0">
                <a:solidFill>
                  <a:srgbClr val="000000"/>
                </a:solidFill>
                <a:latin typeface="Arial"/>
              </a:rPr>
              <a:pPr>
                <a:defRPr/>
              </a:pPr>
              <a:t>18</a:t>
            </a:fld>
            <a:endParaRPr lang="en-US" sz="1000">
              <a:solidFill>
                <a:srgbClr val="000000"/>
              </a:solidFill>
              <a:latin typeface="Arial"/>
            </a:endParaRPr>
          </a:p>
        </p:txBody>
      </p:sp>
    </p:spTree>
    <p:custDataLst>
      <p:tags r:id="rId1"/>
    </p:custDataLst>
    <p:extLst>
      <p:ext uri="{BB962C8B-B14F-4D97-AF65-F5344CB8AC3E}">
        <p14:creationId xmlns:p14="http://schemas.microsoft.com/office/powerpoint/2010/main" val="253826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5EC917-9BB7-8803-F59E-5A04CF1C3628}"/>
              </a:ext>
            </a:extLst>
          </p:cNvPr>
          <p:cNvSpPr>
            <a:spLocks noGrp="1"/>
          </p:cNvSpPr>
          <p:nvPr>
            <p:ph type="sldNum" sz="quarter" idx="2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GSK Precision Light"/>
                <a:ea typeface="+mn-ea"/>
                <a:cs typeface="Arial"/>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GB" sz="10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5" name="Text Placeholder 4">
            <a:extLst>
              <a:ext uri="{FF2B5EF4-FFF2-40B4-BE49-F238E27FC236}">
                <a16:creationId xmlns:a16="http://schemas.microsoft.com/office/drawing/2014/main" id="{788C6B39-8244-7281-84CC-B7C5EDD0F28C}"/>
              </a:ext>
            </a:extLst>
          </p:cNvPr>
          <p:cNvSpPr>
            <a:spLocks noGrp="1"/>
          </p:cNvSpPr>
          <p:nvPr>
            <p:ph type="body" sz="quarter" idx="22"/>
          </p:nvPr>
        </p:nvSpPr>
        <p:spPr>
          <a:xfrm>
            <a:off x="365125" y="1303338"/>
            <a:ext cx="11460163" cy="5040312"/>
          </a:xfrm>
        </p:spPr>
        <p:txBody>
          <a:bodyPr/>
          <a:lstStyle/>
          <a:p>
            <a:pPr marL="457200" indent="-457200">
              <a:buFont typeface="+mj-lt"/>
              <a:buAutoNum type="arabicPeriod"/>
            </a:pPr>
            <a:r>
              <a:rPr lang="en-US" b="1" dirty="0"/>
              <a:t>What is the general treatment goal of the HCP in treating COPD/Asthma?</a:t>
            </a:r>
          </a:p>
          <a:p>
            <a:pPr marL="457200" indent="-457200">
              <a:buFont typeface="+mj-lt"/>
              <a:buAutoNum type="arabicPeriod"/>
            </a:pPr>
            <a:endParaRPr lang="en-US" b="1" dirty="0"/>
          </a:p>
          <a:p>
            <a:pPr marL="457200" indent="-457200">
              <a:buFont typeface="+mj-lt"/>
              <a:buAutoNum type="arabicPeriod"/>
            </a:pPr>
            <a:r>
              <a:rPr lang="en-US" b="1" dirty="0"/>
              <a:t>How are they trying to accomplish #1 now? </a:t>
            </a:r>
            <a:endParaRPr lang="en-US" dirty="0"/>
          </a:p>
          <a:p>
            <a:pPr marL="814742" lvl="1" indent="-457200">
              <a:buFont typeface="Arial" panose="020B0604020202020204" pitchFamily="34" charset="0"/>
              <a:buChar char="•"/>
            </a:pPr>
            <a:r>
              <a:rPr lang="en-US" i="1" dirty="0"/>
              <a:t>(What are the positive things they are doing now, that they believe are actually doing something; these are things that </a:t>
            </a:r>
            <a:r>
              <a:rPr lang="en-US" i="1" u="sng" dirty="0"/>
              <a:t>DO NOT </a:t>
            </a:r>
            <a:r>
              <a:rPr lang="en-US" i="1" dirty="0"/>
              <a:t>include the GSK Solution) </a:t>
            </a:r>
          </a:p>
          <a:p>
            <a:pPr marL="814742" lvl="1" indent="-457200">
              <a:buFont typeface="+mj-lt"/>
              <a:buAutoNum type="arabicPeriod"/>
            </a:pPr>
            <a:endParaRPr lang="en-US" i="1" dirty="0"/>
          </a:p>
          <a:p>
            <a:pPr marL="457200" indent="-457200">
              <a:buFont typeface="+mj-lt"/>
              <a:buAutoNum type="arabicPeriod"/>
            </a:pPr>
            <a:r>
              <a:rPr lang="en-US" b="1" dirty="0"/>
              <a:t>What makes sense (to them) about doing it this way? </a:t>
            </a:r>
            <a:endParaRPr lang="en-US" dirty="0"/>
          </a:p>
          <a:p>
            <a:pPr marL="814742" lvl="1" indent="-457200">
              <a:buFont typeface="Arial" panose="020B0604020202020204" pitchFamily="34" charset="0"/>
              <a:buChar char="•"/>
            </a:pPr>
            <a:r>
              <a:rPr lang="en-US" i="1" dirty="0"/>
              <a:t>(What logic/reasoning would they agree with? Be empathetic here; we don’t want to make them feel that their approach is a “bad” thing at this point.) </a:t>
            </a:r>
          </a:p>
          <a:p>
            <a:pPr marL="814742" lvl="1" indent="-457200">
              <a:buFont typeface="+mj-lt"/>
              <a:buAutoNum type="arabicPeriod"/>
            </a:pPr>
            <a:endParaRPr lang="en-US" dirty="0"/>
          </a:p>
          <a:p>
            <a:pPr marL="457200" indent="-457200">
              <a:buFont typeface="+mj-lt"/>
              <a:buAutoNum type="arabicPeriod"/>
            </a:pPr>
            <a:r>
              <a:rPr lang="en-US" b="1" dirty="0"/>
              <a:t>What’s at risk if they continue to do it this way? </a:t>
            </a:r>
            <a:endParaRPr lang="en-US" dirty="0"/>
          </a:p>
          <a:p>
            <a:pPr marL="814742" lvl="1" indent="-457200">
              <a:buFont typeface="Arial" panose="020B0604020202020204" pitchFamily="34" charset="0"/>
              <a:buChar char="•"/>
            </a:pPr>
            <a:r>
              <a:rPr lang="en-US" i="1" dirty="0"/>
              <a:t>(What don’t they see or fully appreciate?)</a:t>
            </a:r>
            <a:endParaRPr lang="en-US" dirty="0"/>
          </a:p>
        </p:txBody>
      </p:sp>
      <p:sp>
        <p:nvSpPr>
          <p:cNvPr id="6" name="Title 5">
            <a:extLst>
              <a:ext uri="{FF2B5EF4-FFF2-40B4-BE49-F238E27FC236}">
                <a16:creationId xmlns:a16="http://schemas.microsoft.com/office/drawing/2014/main" id="{579EC8F7-C20C-7D70-8221-BE50F768296A}"/>
              </a:ext>
            </a:extLst>
          </p:cNvPr>
          <p:cNvSpPr>
            <a:spLocks noGrp="1"/>
          </p:cNvSpPr>
          <p:nvPr>
            <p:ph type="title"/>
          </p:nvPr>
        </p:nvSpPr>
        <p:spPr/>
        <p:txBody>
          <a:bodyPr/>
          <a:lstStyle/>
          <a:p>
            <a:r>
              <a:rPr lang="en-US" dirty="0"/>
              <a:t>Gathering your Inputs: Seek First to Understand </a:t>
            </a:r>
          </a:p>
        </p:txBody>
      </p:sp>
      <p:sp>
        <p:nvSpPr>
          <p:cNvPr id="7" name="Subtitle 6">
            <a:extLst>
              <a:ext uri="{FF2B5EF4-FFF2-40B4-BE49-F238E27FC236}">
                <a16:creationId xmlns:a16="http://schemas.microsoft.com/office/drawing/2014/main" id="{CFFF5EDD-5FA8-5202-31B5-327FF664ECAF}"/>
              </a:ext>
            </a:extLst>
          </p:cNvPr>
          <p:cNvSpPr>
            <a:spLocks noGrp="1"/>
          </p:cNvSpPr>
          <p:nvPr>
            <p:ph type="subTitle" idx="1"/>
          </p:nvPr>
        </p:nvSpPr>
        <p:spPr/>
        <p:txBody>
          <a:bodyPr/>
          <a:lstStyle/>
          <a:p>
            <a:r>
              <a:rPr lang="en-US" dirty="0"/>
              <a:t>Individual Activity</a:t>
            </a:r>
          </a:p>
        </p:txBody>
      </p:sp>
      <p:grpSp>
        <p:nvGrpSpPr>
          <p:cNvPr id="2" name="Group 1">
            <a:extLst>
              <a:ext uri="{FF2B5EF4-FFF2-40B4-BE49-F238E27FC236}">
                <a16:creationId xmlns:a16="http://schemas.microsoft.com/office/drawing/2014/main" id="{615503E4-C012-10F5-2358-D83584B51F68}"/>
              </a:ext>
            </a:extLst>
          </p:cNvPr>
          <p:cNvGrpSpPr/>
          <p:nvPr/>
        </p:nvGrpSpPr>
        <p:grpSpPr>
          <a:xfrm>
            <a:off x="9994605" y="216575"/>
            <a:ext cx="2113276" cy="999282"/>
            <a:chOff x="9994605" y="216575"/>
            <a:chExt cx="2113276" cy="999282"/>
          </a:xfrm>
        </p:grpSpPr>
        <p:sp>
          <p:nvSpPr>
            <p:cNvPr id="8" name="Rectangle 7">
              <a:extLst>
                <a:ext uri="{FF2B5EF4-FFF2-40B4-BE49-F238E27FC236}">
                  <a16:creationId xmlns:a16="http://schemas.microsoft.com/office/drawing/2014/main" id="{0E85B677-0178-3D75-52F8-2250D0BAE25C}"/>
                </a:ext>
              </a:extLst>
            </p:cNvPr>
            <p:cNvSpPr/>
            <p:nvPr/>
          </p:nvSpPr>
          <p:spPr bwMode="auto">
            <a:xfrm>
              <a:off x="9994605" y="216575"/>
              <a:ext cx="2113276" cy="940713"/>
            </a:xfrm>
            <a:prstGeom prst="rect">
              <a:avLst/>
            </a:prstGeom>
            <a:solidFill>
              <a:schemeClr val="bg2">
                <a:lumMod val="20000"/>
                <a:lumOff val="8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eaLnBrk="0" fontAlgn="auto" hangingPunct="0">
                <a:spcBef>
                  <a:spcPts val="300"/>
                </a:spcBef>
                <a:spcAft>
                  <a:spcPts val="300"/>
                </a:spcAft>
                <a:buClr>
                  <a:schemeClr val="tx2"/>
                </a:buClr>
                <a:buSzPct val="110000"/>
              </a:pPr>
              <a:endParaRPr lang="en-PH" sz="1600" kern="0" dirty="0" err="1">
                <a:solidFill>
                  <a:schemeClr val="tx1"/>
                </a:solidFill>
              </a:endParaRPr>
            </a:p>
          </p:txBody>
        </p:sp>
        <p:pic>
          <p:nvPicPr>
            <p:cNvPr id="9" name="Graphic 8" descr="Pencil with solid fill">
              <a:extLst>
                <a:ext uri="{FF2B5EF4-FFF2-40B4-BE49-F238E27FC236}">
                  <a16:creationId xmlns:a16="http://schemas.microsoft.com/office/drawing/2014/main" id="{AF761AD6-DE55-4DCA-5778-EB3342F576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93481" y="216575"/>
              <a:ext cx="914400" cy="914400"/>
            </a:xfrm>
            <a:prstGeom prst="rect">
              <a:avLst/>
            </a:prstGeom>
          </p:spPr>
        </p:pic>
        <p:sp>
          <p:nvSpPr>
            <p:cNvPr id="10" name="TextBox 9">
              <a:extLst>
                <a:ext uri="{FF2B5EF4-FFF2-40B4-BE49-F238E27FC236}">
                  <a16:creationId xmlns:a16="http://schemas.microsoft.com/office/drawing/2014/main" id="{F43B1900-5776-8D19-F3B9-ABB88CD1A8D7}"/>
                </a:ext>
              </a:extLst>
            </p:cNvPr>
            <p:cNvSpPr txBox="1"/>
            <p:nvPr/>
          </p:nvSpPr>
          <p:spPr>
            <a:xfrm>
              <a:off x="10367215" y="301457"/>
              <a:ext cx="914400" cy="914400"/>
            </a:xfrm>
            <a:prstGeom prst="rect">
              <a:avLst/>
            </a:prstGeom>
            <a:noFill/>
          </p:spPr>
          <p:txBody>
            <a:bodyPr wrap="none" lIns="36000" tIns="36000" rIns="36000" bIns="36000" rtlCol="0">
              <a:noAutofit/>
            </a:bodyPr>
            <a:lstStyle/>
            <a:p>
              <a:pPr algn="r">
                <a:spcBef>
                  <a:spcPts val="300"/>
                </a:spcBef>
                <a:spcAft>
                  <a:spcPts val="300"/>
                </a:spcAft>
                <a:buClr>
                  <a:schemeClr val="tx2"/>
                </a:buClr>
                <a:buSzPct val="110000"/>
              </a:pPr>
              <a:r>
                <a:rPr lang="en-PH" sz="1600" b="1" dirty="0"/>
                <a:t>Suggested </a:t>
              </a:r>
            </a:p>
            <a:p>
              <a:pPr algn="r">
                <a:spcBef>
                  <a:spcPts val="300"/>
                </a:spcBef>
                <a:spcAft>
                  <a:spcPts val="300"/>
                </a:spcAft>
                <a:buClr>
                  <a:schemeClr val="tx2"/>
                </a:buClr>
                <a:buSzPct val="110000"/>
              </a:pPr>
              <a:r>
                <a:rPr lang="en-PH" sz="1600" b="1" dirty="0"/>
                <a:t>Activity</a:t>
              </a:r>
            </a:p>
          </p:txBody>
        </p:sp>
      </p:grpSp>
    </p:spTree>
    <p:extLst>
      <p:ext uri="{BB962C8B-B14F-4D97-AF65-F5344CB8AC3E}">
        <p14:creationId xmlns:p14="http://schemas.microsoft.com/office/powerpoint/2010/main" val="1607431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0E27-3564-4C2F-9B6C-13066A0D4A62}"/>
              </a:ext>
            </a:extLst>
          </p:cNvPr>
          <p:cNvSpPr>
            <a:spLocks noGrp="1"/>
          </p:cNvSpPr>
          <p:nvPr>
            <p:ph type="title"/>
          </p:nvPr>
        </p:nvSpPr>
        <p:spPr/>
        <p:txBody>
          <a:bodyPr/>
          <a:lstStyle/>
          <a:p>
            <a:r>
              <a:rPr lang="en-US" sz="3200" b="0" dirty="0">
                <a:solidFill>
                  <a:srgbClr val="F36633"/>
                </a:solidFill>
                <a:latin typeface="Arial"/>
              </a:rPr>
              <a:t>Developing a Reframe</a:t>
            </a:r>
          </a:p>
        </p:txBody>
      </p:sp>
      <p:sp>
        <p:nvSpPr>
          <p:cNvPr id="4" name="Rectangle 13">
            <a:extLst>
              <a:ext uri="{FF2B5EF4-FFF2-40B4-BE49-F238E27FC236}">
                <a16:creationId xmlns:a16="http://schemas.microsoft.com/office/drawing/2014/main" id="{BCE1BDEC-69C1-DF61-21A1-B138065D5679}"/>
              </a:ext>
            </a:extLst>
          </p:cNvPr>
          <p:cNvSpPr>
            <a:spLocks noChangeArrowheads="1"/>
          </p:cNvSpPr>
          <p:nvPr/>
        </p:nvSpPr>
        <p:spPr bwMode="auto">
          <a:xfrm>
            <a:off x="5586176" y="3597265"/>
            <a:ext cx="2866708" cy="410567"/>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dirty="0">
                <a:ln>
                  <a:noFill/>
                </a:ln>
                <a:solidFill>
                  <a:srgbClr val="000000"/>
                </a:solidFill>
                <a:effectLst/>
                <a:uLnTx/>
                <a:uFillTx/>
                <a:latin typeface="GSK Precision Light"/>
                <a:ea typeface="ＭＳ Ｐゴシック"/>
                <a:cs typeface="Arial"/>
              </a:rPr>
              <a:t>However,</a:t>
            </a:r>
          </a:p>
        </p:txBody>
      </p:sp>
      <p:sp>
        <p:nvSpPr>
          <p:cNvPr id="7" name="Rectangle 6">
            <a:extLst>
              <a:ext uri="{FF2B5EF4-FFF2-40B4-BE49-F238E27FC236}">
                <a16:creationId xmlns:a16="http://schemas.microsoft.com/office/drawing/2014/main" id="{693F1840-8842-2757-D4F7-136F5D330C67}"/>
              </a:ext>
            </a:extLst>
          </p:cNvPr>
          <p:cNvSpPr/>
          <p:nvPr/>
        </p:nvSpPr>
        <p:spPr>
          <a:xfrm>
            <a:off x="2539939" y="4645589"/>
            <a:ext cx="9232961" cy="740664"/>
          </a:xfrm>
          <a:prstGeom prst="rect">
            <a:avLst/>
          </a:prstGeom>
          <a:noFill/>
          <a:ln w="6350">
            <a:solidFill>
              <a:schemeClr val="accent5"/>
            </a:solidFill>
          </a:ln>
        </p:spPr>
        <p:txBody>
          <a:bodyPr wrap="square" tIns="91440" bIns="9144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6633"/>
              </a:solidFill>
              <a:effectLst/>
              <a:uLnTx/>
              <a:uFillTx/>
              <a:latin typeface="GSK Precision Light"/>
              <a:ea typeface="+mn-ea"/>
              <a:cs typeface="Arial" panose="020B0604020202020204" pitchFamily="34" charset="0"/>
            </a:endParaRPr>
          </a:p>
        </p:txBody>
      </p:sp>
      <p:sp>
        <p:nvSpPr>
          <p:cNvPr id="11" name="Rectangle 10">
            <a:extLst>
              <a:ext uri="{FF2B5EF4-FFF2-40B4-BE49-F238E27FC236}">
                <a16:creationId xmlns:a16="http://schemas.microsoft.com/office/drawing/2014/main" id="{833E9CB5-6CA5-EC02-2B44-485E6F773633}"/>
              </a:ext>
            </a:extLst>
          </p:cNvPr>
          <p:cNvSpPr/>
          <p:nvPr/>
        </p:nvSpPr>
        <p:spPr>
          <a:xfrm>
            <a:off x="2569030" y="2040468"/>
            <a:ext cx="9176440" cy="1014984"/>
          </a:xfrm>
          <a:prstGeom prst="rect">
            <a:avLst/>
          </a:prstGeom>
          <a:noFill/>
          <a:ln w="6350">
            <a:solidFill>
              <a:schemeClr val="accent5"/>
            </a:solidFill>
          </a:ln>
        </p:spPr>
        <p:txBody>
          <a:bodyPr wrap="square" tIns="91440" bIns="9144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36633"/>
              </a:solidFill>
              <a:effectLst/>
              <a:uLnTx/>
              <a:uFillTx/>
              <a:latin typeface="GSK Precision Light"/>
              <a:ea typeface="+mn-ea"/>
              <a:cs typeface="Arial" panose="020B0604020202020204" pitchFamily="34" charset="0"/>
            </a:endParaRPr>
          </a:p>
        </p:txBody>
      </p:sp>
      <p:sp>
        <p:nvSpPr>
          <p:cNvPr id="3" name="Rectangle: Rounded Corners 2">
            <a:extLst>
              <a:ext uri="{FF2B5EF4-FFF2-40B4-BE49-F238E27FC236}">
                <a16:creationId xmlns:a16="http://schemas.microsoft.com/office/drawing/2014/main" id="{4AD9CECB-BD38-5CB6-51F3-FFE146A41B4F}"/>
              </a:ext>
            </a:extLst>
          </p:cNvPr>
          <p:cNvSpPr/>
          <p:nvPr/>
        </p:nvSpPr>
        <p:spPr>
          <a:xfrm>
            <a:off x="419099" y="1808138"/>
            <a:ext cx="1983858" cy="1479646"/>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sp>
        <p:nvSpPr>
          <p:cNvPr id="5" name="TextBox 4">
            <a:extLst>
              <a:ext uri="{FF2B5EF4-FFF2-40B4-BE49-F238E27FC236}">
                <a16:creationId xmlns:a16="http://schemas.microsoft.com/office/drawing/2014/main" id="{56CA85E5-EEAC-498E-EA3F-A42E2E616F3E}"/>
              </a:ext>
            </a:extLst>
          </p:cNvPr>
          <p:cNvSpPr txBox="1"/>
          <p:nvPr/>
        </p:nvSpPr>
        <p:spPr>
          <a:xfrm>
            <a:off x="268569" y="1757939"/>
            <a:ext cx="2274073" cy="92333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6000" b="0" i="0" u="none" strike="noStrike" kern="1200" cap="none" spc="0" normalizeH="0" baseline="0" noProof="0">
                <a:ln>
                  <a:noFill/>
                </a:ln>
                <a:solidFill>
                  <a:srgbClr val="F36633"/>
                </a:solidFill>
                <a:effectLst/>
                <a:uLnTx/>
                <a:uFillTx/>
                <a:latin typeface="GSK Precision Light"/>
                <a:ea typeface="+mn-ea"/>
                <a:cs typeface="Arial"/>
              </a:rPr>
              <a:t>A</a:t>
            </a:r>
          </a:p>
        </p:txBody>
      </p:sp>
      <p:sp>
        <p:nvSpPr>
          <p:cNvPr id="6" name="TextBox 5">
            <a:extLst>
              <a:ext uri="{FF2B5EF4-FFF2-40B4-BE49-F238E27FC236}">
                <a16:creationId xmlns:a16="http://schemas.microsoft.com/office/drawing/2014/main" id="{FF1C70BD-CCFC-DE3D-4DC3-17FFD1A8457A}"/>
              </a:ext>
            </a:extLst>
          </p:cNvPr>
          <p:cNvSpPr txBox="1"/>
          <p:nvPr/>
        </p:nvSpPr>
        <p:spPr>
          <a:xfrm>
            <a:off x="281763" y="2484144"/>
            <a:ext cx="227407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36633"/>
                </a:solidFill>
                <a:effectLst/>
                <a:uLnTx/>
                <a:uFillTx/>
                <a:latin typeface="GSK Precision Light"/>
                <a:ea typeface="+mn-ea"/>
                <a:cs typeface="Arial"/>
              </a:rPr>
              <a:t>Current State</a:t>
            </a:r>
          </a:p>
        </p:txBody>
      </p:sp>
      <p:sp>
        <p:nvSpPr>
          <p:cNvPr id="8" name="Rectangle: Rounded Corners 7">
            <a:extLst>
              <a:ext uri="{FF2B5EF4-FFF2-40B4-BE49-F238E27FC236}">
                <a16:creationId xmlns:a16="http://schemas.microsoft.com/office/drawing/2014/main" id="{B29B0390-4F84-5ED6-F553-16B499FBAB94}"/>
              </a:ext>
            </a:extLst>
          </p:cNvPr>
          <p:cNvSpPr/>
          <p:nvPr/>
        </p:nvSpPr>
        <p:spPr>
          <a:xfrm>
            <a:off x="419099" y="4276099"/>
            <a:ext cx="1983858" cy="14796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SK Precision Light"/>
              <a:ea typeface="+mn-ea"/>
              <a:cs typeface="Arial"/>
            </a:endParaRPr>
          </a:p>
        </p:txBody>
      </p:sp>
      <p:pic>
        <p:nvPicPr>
          <p:cNvPr id="9" name="Graphic 8">
            <a:extLst>
              <a:ext uri="{FF2B5EF4-FFF2-40B4-BE49-F238E27FC236}">
                <a16:creationId xmlns:a16="http://schemas.microsoft.com/office/drawing/2014/main" id="{5BA6816B-E467-2CE9-E017-71D05BC11A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756" y="4412342"/>
            <a:ext cx="1007007" cy="854856"/>
          </a:xfrm>
          <a:prstGeom prst="rect">
            <a:avLst/>
          </a:prstGeom>
        </p:spPr>
      </p:pic>
      <p:sp>
        <p:nvSpPr>
          <p:cNvPr id="10" name="TextBox 9">
            <a:extLst>
              <a:ext uri="{FF2B5EF4-FFF2-40B4-BE49-F238E27FC236}">
                <a16:creationId xmlns:a16="http://schemas.microsoft.com/office/drawing/2014/main" id="{5C2E8AD3-A1DC-7846-607C-97864D8BC6F1}"/>
              </a:ext>
            </a:extLst>
          </p:cNvPr>
          <p:cNvSpPr txBox="1"/>
          <p:nvPr/>
        </p:nvSpPr>
        <p:spPr>
          <a:xfrm>
            <a:off x="881293" y="4665553"/>
            <a:ext cx="95956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360"/>
              </a:spcAft>
              <a:buClrTx/>
              <a:buSzTx/>
              <a:buFontTx/>
              <a:buNone/>
              <a:tabLst/>
              <a:defRPr/>
            </a:pPr>
            <a:r>
              <a:rPr kumimoji="0" lang="en-US" sz="2000" b="0" i="0" u="none" strike="noStrike" kern="1200" cap="none" spc="0" normalizeH="0" baseline="0" noProof="0">
                <a:ln>
                  <a:noFill/>
                </a:ln>
                <a:solidFill>
                  <a:srgbClr val="FFFFFF"/>
                </a:solidFill>
                <a:effectLst/>
                <a:uLnTx/>
                <a:uFillTx/>
                <a:latin typeface="Graphik Bold" panose="020B0803030202060203" pitchFamily="34" charset="0"/>
                <a:ea typeface="+mn-ea"/>
                <a:cs typeface="Arial"/>
              </a:rPr>
              <a:t>Gap</a:t>
            </a:r>
          </a:p>
        </p:txBody>
      </p:sp>
      <p:sp>
        <p:nvSpPr>
          <p:cNvPr id="12" name="TextBox 11">
            <a:extLst>
              <a:ext uri="{FF2B5EF4-FFF2-40B4-BE49-F238E27FC236}">
                <a16:creationId xmlns:a16="http://schemas.microsoft.com/office/drawing/2014/main" id="{52C50001-FEC0-9F1F-B8AC-17DFB018A7AB}"/>
              </a:ext>
            </a:extLst>
          </p:cNvPr>
          <p:cNvSpPr txBox="1"/>
          <p:nvPr/>
        </p:nvSpPr>
        <p:spPr>
          <a:xfrm>
            <a:off x="739527" y="5280948"/>
            <a:ext cx="1343003"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SK Precision Light"/>
                <a:ea typeface="+mn-ea"/>
                <a:cs typeface="Arial"/>
              </a:rPr>
              <a:t>What the customer is missing</a:t>
            </a:r>
          </a:p>
        </p:txBody>
      </p:sp>
      <p:sp>
        <p:nvSpPr>
          <p:cNvPr id="13" name="TextBox 12">
            <a:extLst>
              <a:ext uri="{FF2B5EF4-FFF2-40B4-BE49-F238E27FC236}">
                <a16:creationId xmlns:a16="http://schemas.microsoft.com/office/drawing/2014/main" id="{E8585870-E626-B1EC-1239-02973F9A9055}"/>
              </a:ext>
            </a:extLst>
          </p:cNvPr>
          <p:cNvSpPr txBox="1"/>
          <p:nvPr/>
        </p:nvSpPr>
        <p:spPr>
          <a:xfrm>
            <a:off x="464502" y="2780801"/>
            <a:ext cx="1893052"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SK Precision Light"/>
                <a:ea typeface="+mn-ea"/>
                <a:cs typeface="Arial"/>
              </a:rPr>
              <a:t>Captures the customer’s current thinking</a:t>
            </a:r>
          </a:p>
        </p:txBody>
      </p:sp>
      <p:sp>
        <p:nvSpPr>
          <p:cNvPr id="14" name="TextBox 13">
            <a:extLst>
              <a:ext uri="{FF2B5EF4-FFF2-40B4-BE49-F238E27FC236}">
                <a16:creationId xmlns:a16="http://schemas.microsoft.com/office/drawing/2014/main" id="{5C9A8EDE-4BE7-0436-76A4-1CCEBB0AA202}"/>
              </a:ext>
            </a:extLst>
          </p:cNvPr>
          <p:cNvSpPr txBox="1"/>
          <p:nvPr/>
        </p:nvSpPr>
        <p:spPr>
          <a:xfrm>
            <a:off x="2830749" y="2237362"/>
            <a:ext cx="914400" cy="914400"/>
          </a:xfrm>
          <a:prstGeom prst="rect">
            <a:avLst/>
          </a:prstGeom>
          <a:noFill/>
        </p:spPr>
        <p:txBody>
          <a:bodyPr wrap="none" lIns="36000" tIns="36000" rIns="36000" bIns="36000" rtlCol="0">
            <a:noAutofit/>
          </a:bodyPr>
          <a:lstStyle/>
          <a:p>
            <a:pPr marL="0" marR="0" lvl="0" indent="0" algn="l" defTabSz="914400" rtl="0" eaLnBrk="1" fontAlgn="auto" latinLnBrk="0" hangingPunct="1">
              <a:lnSpc>
                <a:spcPct val="100000"/>
              </a:lnSpc>
              <a:spcBef>
                <a:spcPts val="300"/>
              </a:spcBef>
              <a:spcAft>
                <a:spcPts val="300"/>
              </a:spcAft>
              <a:buClr>
                <a:srgbClr val="F36633"/>
              </a:buClr>
              <a:buSzPct val="110000"/>
              <a:buFontTx/>
              <a:buNone/>
              <a:tabLst/>
              <a:defRPr/>
            </a:pPr>
            <a:endParaRPr kumimoji="0" lang="en-PH" sz="1600" b="0" i="0" u="none" strike="noStrike" kern="1200" cap="none" spc="0" normalizeH="0" baseline="0" noProof="0">
              <a:ln>
                <a:noFill/>
              </a:ln>
              <a:solidFill>
                <a:srgbClr val="000000"/>
              </a:solidFill>
              <a:effectLst/>
              <a:uLnTx/>
              <a:uFillTx/>
              <a:latin typeface="GSK Precision Light"/>
              <a:ea typeface="+mn-ea"/>
              <a:cs typeface="Arial"/>
            </a:endParaRPr>
          </a:p>
        </p:txBody>
      </p:sp>
      <p:grpSp>
        <p:nvGrpSpPr>
          <p:cNvPr id="19" name="Group 18">
            <a:extLst>
              <a:ext uri="{FF2B5EF4-FFF2-40B4-BE49-F238E27FC236}">
                <a16:creationId xmlns:a16="http://schemas.microsoft.com/office/drawing/2014/main" id="{15027290-11B2-22B2-AEC0-6544D8BD0E4F}"/>
              </a:ext>
            </a:extLst>
          </p:cNvPr>
          <p:cNvGrpSpPr/>
          <p:nvPr/>
        </p:nvGrpSpPr>
        <p:grpSpPr>
          <a:xfrm>
            <a:off x="9994605" y="183845"/>
            <a:ext cx="2113276" cy="973443"/>
            <a:chOff x="9994605" y="183845"/>
            <a:chExt cx="2113276" cy="973443"/>
          </a:xfrm>
        </p:grpSpPr>
        <p:sp>
          <p:nvSpPr>
            <p:cNvPr id="18" name="Rectangle 17">
              <a:extLst>
                <a:ext uri="{FF2B5EF4-FFF2-40B4-BE49-F238E27FC236}">
                  <a16:creationId xmlns:a16="http://schemas.microsoft.com/office/drawing/2014/main" id="{A295D5BC-E161-0DC2-8D58-C81E00C0A08D}"/>
                </a:ext>
              </a:extLst>
            </p:cNvPr>
            <p:cNvSpPr/>
            <p:nvPr/>
          </p:nvSpPr>
          <p:spPr bwMode="auto">
            <a:xfrm>
              <a:off x="9994605" y="216575"/>
              <a:ext cx="2113276" cy="940713"/>
            </a:xfrm>
            <a:prstGeom prst="rect">
              <a:avLst/>
            </a:prstGeom>
            <a:solidFill>
              <a:schemeClr val="bg2">
                <a:lumMod val="20000"/>
                <a:lumOff val="8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l" eaLnBrk="0" fontAlgn="auto" hangingPunct="0">
                <a:spcBef>
                  <a:spcPts val="300"/>
                </a:spcBef>
                <a:spcAft>
                  <a:spcPts val="300"/>
                </a:spcAft>
                <a:buClr>
                  <a:schemeClr val="tx2"/>
                </a:buClr>
                <a:buSzPct val="110000"/>
              </a:pPr>
              <a:endParaRPr lang="en-PH" sz="1600" kern="0" dirty="0" err="1">
                <a:solidFill>
                  <a:schemeClr val="tx1"/>
                </a:solidFill>
              </a:endParaRPr>
            </a:p>
          </p:txBody>
        </p:sp>
        <p:pic>
          <p:nvPicPr>
            <p:cNvPr id="16" name="Graphic 15" descr="Pencil with solid fill">
              <a:extLst>
                <a:ext uri="{FF2B5EF4-FFF2-40B4-BE49-F238E27FC236}">
                  <a16:creationId xmlns:a16="http://schemas.microsoft.com/office/drawing/2014/main" id="{AD2378D1-9556-8516-27A7-8CFFE42BA7F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93481" y="216575"/>
              <a:ext cx="914400" cy="914400"/>
            </a:xfrm>
            <a:prstGeom prst="rect">
              <a:avLst/>
            </a:prstGeom>
          </p:spPr>
        </p:pic>
        <p:sp>
          <p:nvSpPr>
            <p:cNvPr id="17" name="TextBox 16">
              <a:extLst>
                <a:ext uri="{FF2B5EF4-FFF2-40B4-BE49-F238E27FC236}">
                  <a16:creationId xmlns:a16="http://schemas.microsoft.com/office/drawing/2014/main" id="{52E6E08E-43BF-26FC-431F-B4246A816F1B}"/>
                </a:ext>
              </a:extLst>
            </p:cNvPr>
            <p:cNvSpPr txBox="1"/>
            <p:nvPr/>
          </p:nvSpPr>
          <p:spPr>
            <a:xfrm>
              <a:off x="10136843" y="183845"/>
              <a:ext cx="914400" cy="914400"/>
            </a:xfrm>
            <a:prstGeom prst="rect">
              <a:avLst/>
            </a:prstGeom>
            <a:noFill/>
          </p:spPr>
          <p:txBody>
            <a:bodyPr wrap="none" lIns="36000" tIns="36000" rIns="36000" bIns="36000" rtlCol="0">
              <a:noAutofit/>
            </a:bodyPr>
            <a:lstStyle/>
            <a:p>
              <a:pPr algn="r">
                <a:spcBef>
                  <a:spcPts val="300"/>
                </a:spcBef>
                <a:spcAft>
                  <a:spcPts val="300"/>
                </a:spcAft>
                <a:buClr>
                  <a:schemeClr val="tx2"/>
                </a:buClr>
                <a:buSzPct val="110000"/>
              </a:pPr>
              <a:endParaRPr lang="en-PH" sz="1600" b="1" dirty="0"/>
            </a:p>
            <a:p>
              <a:pPr algn="ctr">
                <a:spcBef>
                  <a:spcPts val="300"/>
                </a:spcBef>
                <a:spcAft>
                  <a:spcPts val="300"/>
                </a:spcAft>
                <a:buClr>
                  <a:schemeClr val="tx2"/>
                </a:buClr>
                <a:buSzPct val="110000"/>
              </a:pPr>
              <a:r>
                <a:rPr lang="en-PH" sz="1600" b="1" dirty="0"/>
                <a:t>Activity</a:t>
              </a:r>
            </a:p>
          </p:txBody>
        </p:sp>
      </p:grpSp>
      <p:sp>
        <p:nvSpPr>
          <p:cNvPr id="15" name="Slide Number Placeholder 3">
            <a:extLst>
              <a:ext uri="{FF2B5EF4-FFF2-40B4-BE49-F238E27FC236}">
                <a16:creationId xmlns:a16="http://schemas.microsoft.com/office/drawing/2014/main" id="{883730EF-4266-44D8-C0F0-6D9D47C59251}"/>
              </a:ext>
            </a:extLst>
          </p:cNvPr>
          <p:cNvSpPr txBox="1">
            <a:spLocks/>
          </p:cNvSpPr>
          <p:nvPr/>
        </p:nvSpPr>
        <p:spPr>
          <a:xfrm>
            <a:off x="537687" y="6273022"/>
            <a:ext cx="540000" cy="26987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B9B3B01-9C27-4D4B-B55E-30DD78B743D4}" type="slidenum">
              <a:rPr lang="en-US" sz="1000" smtClean="0">
                <a:solidFill>
                  <a:srgbClr val="000000"/>
                </a:solidFill>
                <a:latin typeface="Arial"/>
              </a:rPr>
              <a:pPr>
                <a:defRPr/>
              </a:pPr>
              <a:t>20</a:t>
            </a:fld>
            <a:endParaRPr lang="en-US" sz="1000">
              <a:solidFill>
                <a:srgbClr val="000000"/>
              </a:solidFill>
              <a:latin typeface="Arial"/>
            </a:endParaRPr>
          </a:p>
        </p:txBody>
      </p:sp>
    </p:spTree>
    <p:custDataLst>
      <p:tags r:id="rId1"/>
    </p:custDataLst>
    <p:extLst>
      <p:ext uri="{BB962C8B-B14F-4D97-AF65-F5344CB8AC3E}">
        <p14:creationId xmlns:p14="http://schemas.microsoft.com/office/powerpoint/2010/main" val="3294274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D0A5F-4864-4BAF-9646-DAF0E245FEC4}"/>
              </a:ext>
            </a:extLst>
          </p:cNvPr>
          <p:cNvSpPr>
            <a:spLocks noGrp="1"/>
          </p:cNvSpPr>
          <p:nvPr>
            <p:ph type="title"/>
          </p:nvPr>
        </p:nvSpPr>
        <p:spPr/>
        <p:txBody>
          <a:bodyPr/>
          <a:lstStyle/>
          <a:p>
            <a:r>
              <a:rPr lang="en-US" sz="3200" b="0" dirty="0">
                <a:solidFill>
                  <a:srgbClr val="F36633"/>
                </a:solidFill>
                <a:latin typeface="Arial"/>
              </a:rPr>
              <a:t>Focusing On: Introduce Impact</a:t>
            </a:r>
          </a:p>
        </p:txBody>
      </p:sp>
      <p:sp>
        <p:nvSpPr>
          <p:cNvPr id="10" name="Content Placeholder 2">
            <a:extLst>
              <a:ext uri="{FF2B5EF4-FFF2-40B4-BE49-F238E27FC236}">
                <a16:creationId xmlns:a16="http://schemas.microsoft.com/office/drawing/2014/main" id="{252B411E-1411-70A8-ED91-1C07EDCEFE9E}"/>
              </a:ext>
            </a:extLst>
          </p:cNvPr>
          <p:cNvSpPr txBox="1">
            <a:spLocks/>
          </p:cNvSpPr>
          <p:nvPr/>
        </p:nvSpPr>
        <p:spPr>
          <a:xfrm>
            <a:off x="9518929" y="2302555"/>
            <a:ext cx="2118537" cy="2215991"/>
          </a:xfrm>
          <a:prstGeom prst="rect">
            <a:avLst/>
          </a:prstGeom>
        </p:spPr>
        <p:txBody>
          <a:bodyPr vert="horz" lIns="0" tIns="0" rIns="0" bIns="0" rtlCol="0">
            <a:sp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b="0" i="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System Font Regular"/>
              <a:buChar char="⎼"/>
              <a:defRPr sz="1600" b="0" i="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Courier New" panose="02070309020205020404" pitchFamily="49" charset="0"/>
              <a:buChar char="o"/>
              <a:defRPr sz="1600" b="0" i="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Wingdings" pitchFamily="2" charset="2"/>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Intensify the </a:t>
            </a:r>
            <a:r>
              <a:rPr kumimoji="0" lang="en-US" sz="1800" b="0"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business consequences</a:t>
            </a:r>
            <a:r>
              <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 and </a:t>
            </a:r>
            <a:r>
              <a:rPr kumimoji="0" lang="en-US" sz="1800" b="1"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humanize </a:t>
            </a:r>
            <a:r>
              <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rPr>
              <a:t>the problem by articulating the </a:t>
            </a:r>
            <a:r>
              <a:rPr kumimoji="0" lang="en-US" sz="1800" b="1" i="0" u="none" strike="noStrike" kern="1200" cap="none" spc="0" normalizeH="0" baseline="0" noProof="0">
                <a:ln>
                  <a:noFill/>
                </a:ln>
                <a:solidFill>
                  <a:srgbClr val="052835"/>
                </a:solidFill>
                <a:effectLst/>
                <a:uLnTx/>
                <a:uFillTx/>
                <a:latin typeface="Graphik Bold" panose="020B0803030202060203" pitchFamily="34" charset="0"/>
                <a:ea typeface="Graphik Bold" charset="0"/>
                <a:cs typeface="Graphik Bold" charset="0"/>
              </a:rPr>
              <a:t>cost of staying the same.</a:t>
            </a:r>
            <a:endPar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endParaRPr>
          </a:p>
        </p:txBody>
      </p:sp>
      <p:pic>
        <p:nvPicPr>
          <p:cNvPr id="3" name="Picture 2">
            <a:extLst>
              <a:ext uri="{FF2B5EF4-FFF2-40B4-BE49-F238E27FC236}">
                <a16:creationId xmlns:a16="http://schemas.microsoft.com/office/drawing/2014/main" id="{508306A2-70FD-54F8-461D-F3D960659EB9}"/>
              </a:ext>
            </a:extLst>
          </p:cNvPr>
          <p:cNvPicPr>
            <a:picLocks noChangeAspect="1"/>
          </p:cNvPicPr>
          <p:nvPr/>
        </p:nvPicPr>
        <p:blipFill>
          <a:blip r:embed="rId4"/>
          <a:srcRect/>
          <a:stretch/>
        </p:blipFill>
        <p:spPr>
          <a:xfrm>
            <a:off x="1310092" y="1508180"/>
            <a:ext cx="8021015" cy="4352535"/>
          </a:xfrm>
          <a:prstGeom prst="rect">
            <a:avLst/>
          </a:prstGeom>
        </p:spPr>
      </p:pic>
      <p:sp>
        <p:nvSpPr>
          <p:cNvPr id="4" name="TextBox 3">
            <a:extLst>
              <a:ext uri="{FF2B5EF4-FFF2-40B4-BE49-F238E27FC236}">
                <a16:creationId xmlns:a16="http://schemas.microsoft.com/office/drawing/2014/main" id="{AE675189-7013-4EEB-354F-1E3FFF885B24}"/>
              </a:ext>
            </a:extLst>
          </p:cNvPr>
          <p:cNvSpPr txBox="1"/>
          <p:nvPr/>
        </p:nvSpPr>
        <p:spPr>
          <a:xfrm>
            <a:off x="197429" y="1522810"/>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Positive</a:t>
            </a:r>
          </a:p>
        </p:txBody>
      </p:sp>
      <p:sp>
        <p:nvSpPr>
          <p:cNvPr id="5" name="TextBox 4">
            <a:extLst>
              <a:ext uri="{FF2B5EF4-FFF2-40B4-BE49-F238E27FC236}">
                <a16:creationId xmlns:a16="http://schemas.microsoft.com/office/drawing/2014/main" id="{3903EC28-D7B2-A807-560A-1CB26BED8864}"/>
              </a:ext>
            </a:extLst>
          </p:cNvPr>
          <p:cNvSpPr txBox="1"/>
          <p:nvPr/>
        </p:nvSpPr>
        <p:spPr>
          <a:xfrm>
            <a:off x="197429" y="4961302"/>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Negative</a:t>
            </a:r>
          </a:p>
        </p:txBody>
      </p:sp>
      <p:sp>
        <p:nvSpPr>
          <p:cNvPr id="6" name="TextBox 5">
            <a:extLst>
              <a:ext uri="{FF2B5EF4-FFF2-40B4-BE49-F238E27FC236}">
                <a16:creationId xmlns:a16="http://schemas.microsoft.com/office/drawing/2014/main" id="{5DE84FC8-84E5-7879-B983-29065F198E83}"/>
              </a:ext>
            </a:extLst>
          </p:cNvPr>
          <p:cNvSpPr txBox="1"/>
          <p:nvPr/>
        </p:nvSpPr>
        <p:spPr>
          <a:xfrm>
            <a:off x="197429" y="3228940"/>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Neutral</a:t>
            </a:r>
          </a:p>
        </p:txBody>
      </p:sp>
      <p:sp>
        <p:nvSpPr>
          <p:cNvPr id="7" name="TextBox 6">
            <a:extLst>
              <a:ext uri="{FF2B5EF4-FFF2-40B4-BE49-F238E27FC236}">
                <a16:creationId xmlns:a16="http://schemas.microsoft.com/office/drawing/2014/main" id="{F2AEB1E6-C53B-0B94-DB25-94B58F7EBC96}"/>
              </a:ext>
            </a:extLst>
          </p:cNvPr>
          <p:cNvSpPr txBox="1"/>
          <p:nvPr/>
        </p:nvSpPr>
        <p:spPr>
          <a:xfrm rot="16200000">
            <a:off x="-790179" y="3225400"/>
            <a:ext cx="2527524"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Customer Emotional State</a:t>
            </a:r>
          </a:p>
        </p:txBody>
      </p:sp>
      <p:sp>
        <p:nvSpPr>
          <p:cNvPr id="11" name="TextBox 10">
            <a:extLst>
              <a:ext uri="{FF2B5EF4-FFF2-40B4-BE49-F238E27FC236}">
                <a16:creationId xmlns:a16="http://schemas.microsoft.com/office/drawing/2014/main" id="{C949DAF5-ABDC-F53F-BFD3-E47F2B7355CD}"/>
              </a:ext>
            </a:extLst>
          </p:cNvPr>
          <p:cNvSpPr txBox="1"/>
          <p:nvPr/>
        </p:nvSpPr>
        <p:spPr>
          <a:xfrm>
            <a:off x="1531631" y="1640983"/>
            <a:ext cx="2157827"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C6C7C7"/>
                </a:solidFill>
                <a:effectLst/>
                <a:uLnTx/>
                <a:uFillTx/>
                <a:latin typeface="GSK Precision Light"/>
                <a:ea typeface="+mn-ea"/>
                <a:cs typeface="Arial"/>
              </a:rPr>
              <a:t>Share Reframe</a:t>
            </a:r>
          </a:p>
        </p:txBody>
      </p:sp>
      <p:sp>
        <p:nvSpPr>
          <p:cNvPr id="12" name="TextBox 11">
            <a:extLst>
              <a:ext uri="{FF2B5EF4-FFF2-40B4-BE49-F238E27FC236}">
                <a16:creationId xmlns:a16="http://schemas.microsoft.com/office/drawing/2014/main" id="{5BE9572A-A021-C6E5-435C-656B3BA4A118}"/>
              </a:ext>
            </a:extLst>
          </p:cNvPr>
          <p:cNvSpPr txBox="1"/>
          <p:nvPr/>
        </p:nvSpPr>
        <p:spPr>
          <a:xfrm>
            <a:off x="4202542" y="1640983"/>
            <a:ext cx="2328640"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F36633"/>
                </a:solidFill>
                <a:effectLst/>
                <a:uLnTx/>
                <a:uFillTx/>
                <a:latin typeface="GSK Precision Light"/>
                <a:ea typeface="+mn-ea"/>
                <a:cs typeface="Arial"/>
              </a:rPr>
              <a:t>Introduce Impact</a:t>
            </a:r>
          </a:p>
        </p:txBody>
      </p:sp>
      <p:sp>
        <p:nvSpPr>
          <p:cNvPr id="13" name="TextBox 12">
            <a:extLst>
              <a:ext uri="{FF2B5EF4-FFF2-40B4-BE49-F238E27FC236}">
                <a16:creationId xmlns:a16="http://schemas.microsoft.com/office/drawing/2014/main" id="{C558EA4F-5E5E-F173-215F-F7F40950CAB2}"/>
              </a:ext>
            </a:extLst>
          </p:cNvPr>
          <p:cNvSpPr txBox="1"/>
          <p:nvPr/>
        </p:nvSpPr>
        <p:spPr>
          <a:xfrm>
            <a:off x="6945626" y="1640983"/>
            <a:ext cx="2157827" cy="30664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C6C7C7"/>
                </a:solidFill>
                <a:effectLst/>
                <a:uLnTx/>
                <a:uFillTx/>
                <a:latin typeface="GSK Precision Light"/>
                <a:ea typeface="+mn-ea"/>
                <a:cs typeface="Arial"/>
              </a:rPr>
              <a:t>Reveal Value</a:t>
            </a:r>
          </a:p>
        </p:txBody>
      </p:sp>
      <p:sp>
        <p:nvSpPr>
          <p:cNvPr id="14" name="TextBox 13">
            <a:extLst>
              <a:ext uri="{FF2B5EF4-FFF2-40B4-BE49-F238E27FC236}">
                <a16:creationId xmlns:a16="http://schemas.microsoft.com/office/drawing/2014/main" id="{89B69254-EB0C-ECA2-C5DA-833194C7F43C}"/>
              </a:ext>
            </a:extLst>
          </p:cNvPr>
          <p:cNvSpPr txBox="1"/>
          <p:nvPr/>
        </p:nvSpPr>
        <p:spPr>
          <a:xfrm>
            <a:off x="1255187" y="5104691"/>
            <a:ext cx="2157827" cy="52567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SK Precision Light"/>
                <a:ea typeface="+mn-ea"/>
                <a:cs typeface="Arial"/>
              </a:rPr>
              <a:t>A</a:t>
            </a:r>
          </a:p>
        </p:txBody>
      </p:sp>
      <p:sp>
        <p:nvSpPr>
          <p:cNvPr id="15" name="TextBox 14">
            <a:extLst>
              <a:ext uri="{FF2B5EF4-FFF2-40B4-BE49-F238E27FC236}">
                <a16:creationId xmlns:a16="http://schemas.microsoft.com/office/drawing/2014/main" id="{E435920F-B7DE-66FD-EE3E-82875ADCDB66}"/>
              </a:ext>
            </a:extLst>
          </p:cNvPr>
          <p:cNvSpPr txBox="1"/>
          <p:nvPr/>
        </p:nvSpPr>
        <p:spPr>
          <a:xfrm>
            <a:off x="1787396" y="5616101"/>
            <a:ext cx="1097280" cy="13141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SK Precision Light"/>
                <a:ea typeface="+mn-ea"/>
                <a:cs typeface="Arial"/>
              </a:rPr>
              <a:t>Current State</a:t>
            </a:r>
          </a:p>
        </p:txBody>
      </p:sp>
      <p:sp>
        <p:nvSpPr>
          <p:cNvPr id="16" name="TextBox 15">
            <a:extLst>
              <a:ext uri="{FF2B5EF4-FFF2-40B4-BE49-F238E27FC236}">
                <a16:creationId xmlns:a16="http://schemas.microsoft.com/office/drawing/2014/main" id="{94A44DA6-57FF-1DAE-5008-51724C9A5172}"/>
              </a:ext>
            </a:extLst>
          </p:cNvPr>
          <p:cNvSpPr txBox="1"/>
          <p:nvPr/>
        </p:nvSpPr>
        <p:spPr>
          <a:xfrm>
            <a:off x="6937590" y="5104691"/>
            <a:ext cx="2157827" cy="52567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SK Precision Light"/>
                <a:ea typeface="+mn-ea"/>
                <a:cs typeface="Arial"/>
              </a:rPr>
              <a:t>B</a:t>
            </a:r>
          </a:p>
        </p:txBody>
      </p:sp>
      <p:sp>
        <p:nvSpPr>
          <p:cNvPr id="17" name="TextBox 16">
            <a:extLst>
              <a:ext uri="{FF2B5EF4-FFF2-40B4-BE49-F238E27FC236}">
                <a16:creationId xmlns:a16="http://schemas.microsoft.com/office/drawing/2014/main" id="{916F24CF-F540-8EC7-EDAD-FAF3962587F5}"/>
              </a:ext>
            </a:extLst>
          </p:cNvPr>
          <p:cNvSpPr txBox="1"/>
          <p:nvPr/>
        </p:nvSpPr>
        <p:spPr>
          <a:xfrm>
            <a:off x="7452526" y="5616101"/>
            <a:ext cx="1127955" cy="13141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SK Precision Light"/>
                <a:ea typeface="+mn-ea"/>
                <a:cs typeface="Arial"/>
              </a:rPr>
              <a:t>New Approach</a:t>
            </a:r>
          </a:p>
        </p:txBody>
      </p:sp>
      <p:sp>
        <p:nvSpPr>
          <p:cNvPr id="18" name="TextBox 17">
            <a:extLst>
              <a:ext uri="{FF2B5EF4-FFF2-40B4-BE49-F238E27FC236}">
                <a16:creationId xmlns:a16="http://schemas.microsoft.com/office/drawing/2014/main" id="{786C122F-ABB8-6423-3761-70B72C0C8309}"/>
              </a:ext>
            </a:extLst>
          </p:cNvPr>
          <p:cNvSpPr txBox="1"/>
          <p:nvPr/>
        </p:nvSpPr>
        <p:spPr>
          <a:xfrm>
            <a:off x="3917764" y="5345730"/>
            <a:ext cx="2157827" cy="26283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C6C7C7"/>
                </a:solidFill>
                <a:effectLst/>
                <a:uLnTx/>
                <a:uFillTx/>
                <a:latin typeface="GSK Precision Light"/>
                <a:ea typeface="+mn-ea"/>
                <a:cs typeface="Arial"/>
              </a:rPr>
              <a:t>GAP</a:t>
            </a:r>
          </a:p>
        </p:txBody>
      </p:sp>
      <p:sp>
        <p:nvSpPr>
          <p:cNvPr id="8" name="Content Placeholder 2">
            <a:extLst>
              <a:ext uri="{FF2B5EF4-FFF2-40B4-BE49-F238E27FC236}">
                <a16:creationId xmlns:a16="http://schemas.microsoft.com/office/drawing/2014/main" id="{19C981D3-FEF3-A5BB-42B6-26C733201147}"/>
              </a:ext>
            </a:extLst>
          </p:cNvPr>
          <p:cNvSpPr txBox="1">
            <a:spLocks/>
          </p:cNvSpPr>
          <p:nvPr/>
        </p:nvSpPr>
        <p:spPr>
          <a:xfrm>
            <a:off x="9461192" y="1345177"/>
            <a:ext cx="2118537" cy="738664"/>
          </a:xfrm>
          <a:prstGeom prst="rect">
            <a:avLst/>
          </a:prstGeom>
        </p:spPr>
        <p:txBody>
          <a:bodyPr vert="horz" lIns="0" tIns="0" rIns="0" bIns="0" rtlCol="0" anchor="b" anchorCtr="0">
            <a:noAutofit/>
          </a:bodyP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latin typeface="+mj-lt"/>
              </a:rPr>
              <a:t>Introduce Impact:</a:t>
            </a:r>
            <a:endParaRPr lang="en-US" sz="1600" dirty="0">
              <a:latin typeface="+mj-lt"/>
              <a:ea typeface="Graphik Bold" charset="0"/>
              <a:cs typeface="Graphik Bold" charset="0"/>
            </a:endParaRPr>
          </a:p>
        </p:txBody>
      </p:sp>
      <p:pic>
        <p:nvPicPr>
          <p:cNvPr id="19" name="Picture 6" descr="Discounted Trelegy Online - Insulin Outlet">
            <a:extLst>
              <a:ext uri="{FF2B5EF4-FFF2-40B4-BE49-F238E27FC236}">
                <a16:creationId xmlns:a16="http://schemas.microsoft.com/office/drawing/2014/main" id="{2A8AE348-7A78-668F-3B4C-9620C6E6B74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2877" b="17814"/>
          <a:stretch/>
        </p:blipFill>
        <p:spPr bwMode="auto">
          <a:xfrm>
            <a:off x="10426566" y="176830"/>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9" name="Slide Number Placeholder 8">
            <a:extLst>
              <a:ext uri="{FF2B5EF4-FFF2-40B4-BE49-F238E27FC236}">
                <a16:creationId xmlns:a16="http://schemas.microsoft.com/office/drawing/2014/main" id="{B632B173-A52B-173B-5D97-F721013367A8}"/>
              </a:ext>
            </a:extLst>
          </p:cNvPr>
          <p:cNvSpPr>
            <a:spLocks noGrp="1"/>
          </p:cNvSpPr>
          <p:nvPr>
            <p:ph type="sldNum" sz="quarter" idx="11"/>
          </p:nvPr>
        </p:nvSpPr>
        <p:spPr/>
        <p:txBody>
          <a:bodyPr/>
          <a:lstStyle/>
          <a:p>
            <a:fld id="{9F9F533D-B52E-4A2F-BF72-0ADD2D94BD75}" type="slidenum">
              <a:rPr lang="en-GB" smtClean="0"/>
              <a:pPr/>
              <a:t>21</a:t>
            </a:fld>
            <a:endParaRPr lang="en-GB"/>
          </a:p>
        </p:txBody>
      </p:sp>
    </p:spTree>
    <p:custDataLst>
      <p:tags r:id="rId1"/>
    </p:custDataLst>
    <p:extLst>
      <p:ext uri="{BB962C8B-B14F-4D97-AF65-F5344CB8AC3E}">
        <p14:creationId xmlns:p14="http://schemas.microsoft.com/office/powerpoint/2010/main" val="2289205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descr="Needle and vial">
            <a:extLst>
              <a:ext uri="{FF2B5EF4-FFF2-40B4-BE49-F238E27FC236}">
                <a16:creationId xmlns:a16="http://schemas.microsoft.com/office/drawing/2014/main" id="{13974E14-8971-6CF9-4B48-1A15DBECE1C2}"/>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t="12149" b="12149"/>
          <a:stretch/>
        </p:blipFill>
        <p:spPr>
          <a:xfrm>
            <a:off x="-1" y="1"/>
            <a:ext cx="12192001" cy="6163050"/>
          </a:xfrm>
          <a:prstGeom prst="roundRect">
            <a:avLst>
              <a:gd name="adj" fmla="val 0"/>
            </a:avLst>
          </a:prstGeom>
        </p:spPr>
      </p:pic>
      <p:sp>
        <p:nvSpPr>
          <p:cNvPr id="23" name="Rectangle 22">
            <a:extLst>
              <a:ext uri="{FF2B5EF4-FFF2-40B4-BE49-F238E27FC236}">
                <a16:creationId xmlns:a16="http://schemas.microsoft.com/office/drawing/2014/main" id="{388522FC-F8DD-7FDD-4CDC-02203EAE4FD8}"/>
              </a:ext>
            </a:extLst>
          </p:cNvPr>
          <p:cNvSpPr/>
          <p:nvPr/>
        </p:nvSpPr>
        <p:spPr bwMode="auto">
          <a:xfrm>
            <a:off x="132021" y="363255"/>
            <a:ext cx="11644108" cy="742438"/>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endParaRPr>
          </a:p>
        </p:txBody>
      </p:sp>
      <p:pic>
        <p:nvPicPr>
          <p:cNvPr id="5" name="Picture 4" descr="Needle and vial">
            <a:extLst>
              <a:ext uri="{FF2B5EF4-FFF2-40B4-BE49-F238E27FC236}">
                <a16:creationId xmlns:a16="http://schemas.microsoft.com/office/drawing/2014/main" id="{13974E14-8971-6CF9-4B48-1A15DBECE1C2}"/>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t="12149" b="12149"/>
          <a:stretch/>
        </p:blipFill>
        <p:spPr>
          <a:xfrm>
            <a:off x="-1" y="1"/>
            <a:ext cx="12192001" cy="6163050"/>
          </a:xfrm>
          <a:prstGeom prst="roundRect">
            <a:avLst>
              <a:gd name="adj" fmla="val 0"/>
            </a:avLst>
          </a:prstGeom>
        </p:spPr>
      </p:pic>
      <p:sp>
        <p:nvSpPr>
          <p:cNvPr id="22" name="Rectangle 21">
            <a:extLst>
              <a:ext uri="{FF2B5EF4-FFF2-40B4-BE49-F238E27FC236}">
                <a16:creationId xmlns:a16="http://schemas.microsoft.com/office/drawing/2014/main" id="{FBB202F3-4314-2E34-766A-37B9D50BC86E}"/>
              </a:ext>
            </a:extLst>
          </p:cNvPr>
          <p:cNvSpPr/>
          <p:nvPr/>
        </p:nvSpPr>
        <p:spPr bwMode="auto">
          <a:xfrm>
            <a:off x="-1" y="0"/>
            <a:ext cx="12192001" cy="6163050"/>
          </a:xfrm>
          <a:prstGeom prst="rect">
            <a:avLst/>
          </a:prstGeom>
          <a:solidFill>
            <a:schemeClr val="bg1">
              <a:alpha val="8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Arial"/>
              <a:ea typeface="+mn-ea"/>
            </a:endParaRPr>
          </a:p>
        </p:txBody>
      </p:sp>
      <p:pic>
        <p:nvPicPr>
          <p:cNvPr id="17" name="Picture 16">
            <a:extLst>
              <a:ext uri="{FF2B5EF4-FFF2-40B4-BE49-F238E27FC236}">
                <a16:creationId xmlns:a16="http://schemas.microsoft.com/office/drawing/2014/main" id="{F10A76A6-D782-45DF-0FB7-84592C1A234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1286766" y="242888"/>
            <a:ext cx="639604" cy="585082"/>
          </a:xfrm>
          <a:prstGeom prst="rect">
            <a:avLst/>
          </a:prstGeom>
        </p:spPr>
      </p:pic>
      <p:sp>
        <p:nvSpPr>
          <p:cNvPr id="18" name="Title 1">
            <a:extLst>
              <a:ext uri="{FF2B5EF4-FFF2-40B4-BE49-F238E27FC236}">
                <a16:creationId xmlns:a16="http://schemas.microsoft.com/office/drawing/2014/main" id="{7AAF8755-C5DC-C8BF-FF5A-FAD2F32E5ACA}"/>
              </a:ext>
            </a:extLst>
          </p:cNvPr>
          <p:cNvSpPr txBox="1">
            <a:spLocks/>
          </p:cNvSpPr>
          <p:nvPr/>
        </p:nvSpPr>
        <p:spPr>
          <a:xfrm>
            <a:off x="415458" y="2673880"/>
            <a:ext cx="4212255" cy="1333502"/>
          </a:xfrm>
          <a:prstGeom prst="roundRect">
            <a:avLst>
              <a:gd name="adj" fmla="val 50000"/>
            </a:avLst>
          </a:prstGeom>
          <a:gradFill>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gradFill>
          <a:ln w="79375">
            <a:solidFill>
              <a:schemeClr val="bg1"/>
            </a:solidFill>
            <a:headEnd/>
            <a:tailEnd/>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en-US"/>
            </a:defPPr>
            <a:lvl1pPr algn="ctr" eaLnBrk="0" hangingPunct="0">
              <a:lnSpc>
                <a:spcPct val="90000"/>
              </a:lnSpc>
              <a:buClr>
                <a:srgbClr val="F36633"/>
              </a:buClr>
              <a:buSzPct val="110000"/>
              <a:defRPr sz="1400" kern="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0" fontAlgn="auto" latinLnBrk="0" hangingPunct="0">
              <a:lnSpc>
                <a:spcPct val="90000"/>
              </a:lnSpc>
              <a:spcBef>
                <a:spcPts val="0"/>
              </a:spcBef>
              <a:spcAft>
                <a:spcPts val="0"/>
              </a:spcAft>
              <a:buClr>
                <a:srgbClr val="F36633"/>
              </a:buClr>
              <a:buSzPct val="110000"/>
              <a:buFontTx/>
              <a:buNone/>
              <a:tabLst/>
              <a:defRPr/>
            </a:pPr>
            <a:r>
              <a:rPr kumimoji="0" lang="en-GB" sz="2400" b="0" i="0" u="none" strike="noStrike" kern="0" cap="none" spc="0" normalizeH="0" baseline="0" noProof="0">
                <a:ln>
                  <a:noFill/>
                </a:ln>
                <a:solidFill>
                  <a:prstClr val="white"/>
                </a:solidFill>
                <a:effectLst/>
                <a:uLnTx/>
                <a:uFillTx/>
                <a:latin typeface="GSK Precision" pitchFamily="2" charset="0"/>
                <a:ea typeface="+mn-ea"/>
              </a:rPr>
              <a:t>Different Types of Questions to be able to create opportunity </a:t>
            </a:r>
          </a:p>
        </p:txBody>
      </p:sp>
      <p:grpSp>
        <p:nvGrpSpPr>
          <p:cNvPr id="2" name="Group 1">
            <a:extLst>
              <a:ext uri="{FF2B5EF4-FFF2-40B4-BE49-F238E27FC236}">
                <a16:creationId xmlns:a16="http://schemas.microsoft.com/office/drawing/2014/main" id="{E1AD2D2A-8742-D91D-E841-5CC9A4F8CA7B}"/>
              </a:ext>
            </a:extLst>
          </p:cNvPr>
          <p:cNvGrpSpPr/>
          <p:nvPr/>
        </p:nvGrpSpPr>
        <p:grpSpPr>
          <a:xfrm>
            <a:off x="5177400" y="961998"/>
            <a:ext cx="6599142" cy="4934004"/>
            <a:chOff x="1349299" y="1809750"/>
            <a:chExt cx="9253112" cy="3843426"/>
          </a:xfrm>
        </p:grpSpPr>
        <p:sp>
          <p:nvSpPr>
            <p:cNvPr id="13" name="Rectangle: Rounded Corners 12">
              <a:extLst>
                <a:ext uri="{FF2B5EF4-FFF2-40B4-BE49-F238E27FC236}">
                  <a16:creationId xmlns:a16="http://schemas.microsoft.com/office/drawing/2014/main" id="{980B4217-4185-4A45-ADEF-C360F38569BD}"/>
                </a:ext>
              </a:extLst>
            </p:cNvPr>
            <p:cNvSpPr/>
            <p:nvPr/>
          </p:nvSpPr>
          <p:spPr>
            <a:xfrm>
              <a:off x="1349299" y="4496604"/>
              <a:ext cx="9253112" cy="1156572"/>
            </a:xfrm>
            <a:prstGeom prst="roundRect">
              <a:avLst/>
            </a:prstGeom>
            <a:solidFill>
              <a:schemeClr val="bg1"/>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Noto Sans"/>
              </a:endParaRPr>
            </a:p>
          </p:txBody>
        </p:sp>
        <p:sp>
          <p:nvSpPr>
            <p:cNvPr id="4" name="Rectangle: Rounded Corners 3">
              <a:extLst>
                <a:ext uri="{FF2B5EF4-FFF2-40B4-BE49-F238E27FC236}">
                  <a16:creationId xmlns:a16="http://schemas.microsoft.com/office/drawing/2014/main" id="{0BEFC4F0-8192-8440-A617-54CAECE7553E}"/>
                </a:ext>
              </a:extLst>
            </p:cNvPr>
            <p:cNvSpPr/>
            <p:nvPr/>
          </p:nvSpPr>
          <p:spPr>
            <a:xfrm>
              <a:off x="1353916" y="1809750"/>
              <a:ext cx="9247915" cy="1156571"/>
            </a:xfrm>
            <a:prstGeom prst="roundRect">
              <a:avLst/>
            </a:prstGeom>
            <a:solidFill>
              <a:schemeClr val="bg1"/>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Noto Sans"/>
              </a:endParaRPr>
            </a:p>
          </p:txBody>
        </p:sp>
        <p:sp>
          <p:nvSpPr>
            <p:cNvPr id="11" name="Rectangle: Rounded Corners 10">
              <a:extLst>
                <a:ext uri="{FF2B5EF4-FFF2-40B4-BE49-F238E27FC236}">
                  <a16:creationId xmlns:a16="http://schemas.microsoft.com/office/drawing/2014/main" id="{03F7C975-2FE1-E345-B07B-1C9975A09A8E}"/>
                </a:ext>
              </a:extLst>
            </p:cNvPr>
            <p:cNvSpPr/>
            <p:nvPr/>
          </p:nvSpPr>
          <p:spPr>
            <a:xfrm>
              <a:off x="1353916" y="3143251"/>
              <a:ext cx="9247915" cy="1156572"/>
            </a:xfrm>
            <a:prstGeom prst="roundRect">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Noto Sans"/>
              </a:endParaRPr>
            </a:p>
          </p:txBody>
        </p:sp>
        <p:sp>
          <p:nvSpPr>
            <p:cNvPr id="3" name="Rectangle: Rounded Corners 2">
              <a:extLst>
                <a:ext uri="{FF2B5EF4-FFF2-40B4-BE49-F238E27FC236}">
                  <a16:creationId xmlns:a16="http://schemas.microsoft.com/office/drawing/2014/main" id="{C543FBE9-D07C-9442-A455-44B2C6C9D1B3}"/>
                </a:ext>
              </a:extLst>
            </p:cNvPr>
            <p:cNvSpPr/>
            <p:nvPr/>
          </p:nvSpPr>
          <p:spPr>
            <a:xfrm>
              <a:off x="1349299" y="1809750"/>
              <a:ext cx="2349721" cy="1156572"/>
            </a:xfrm>
            <a:prstGeom prst="round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srgbClr val="FFFFFF"/>
                  </a:solidFill>
                  <a:effectLst/>
                  <a:uLnTx/>
                  <a:uFillTx/>
                  <a:latin typeface="GSK Precision" pitchFamily="2" charset="0"/>
                  <a:ea typeface="+mn-ea"/>
                  <a:cs typeface="Arial" panose="020B0604020202020204" pitchFamily="34" charset="0"/>
                </a:rPr>
                <a:t>FACT </a:t>
              </a:r>
              <a:br>
                <a:rPr kumimoji="0" lang="en-US" sz="1200" b="0" i="0" u="none" strike="noStrike" kern="1200" cap="none" spc="300" normalizeH="0" baseline="0" noProof="0">
                  <a:ln>
                    <a:noFill/>
                  </a:ln>
                  <a:solidFill>
                    <a:srgbClr val="FFFFFF"/>
                  </a:solidFill>
                  <a:effectLst/>
                  <a:uLnTx/>
                  <a:uFillTx/>
                  <a:latin typeface="GSK Precision" pitchFamily="2" charset="0"/>
                  <a:ea typeface="+mn-ea"/>
                  <a:cs typeface="Arial" panose="020B0604020202020204" pitchFamily="34" charset="0"/>
                </a:rPr>
              </a:br>
              <a:r>
                <a:rPr kumimoji="0" lang="en-US" sz="1200" b="0" i="0" u="none" strike="noStrike" kern="1200" cap="none" spc="300" normalizeH="0" baseline="0" noProof="0">
                  <a:ln>
                    <a:noFill/>
                  </a:ln>
                  <a:solidFill>
                    <a:srgbClr val="FFFFFF"/>
                  </a:solidFill>
                  <a:effectLst/>
                  <a:uLnTx/>
                  <a:uFillTx/>
                  <a:latin typeface="GSK Precision" pitchFamily="2" charset="0"/>
                  <a:ea typeface="+mn-ea"/>
                  <a:cs typeface="Arial" panose="020B0604020202020204" pitchFamily="34" charset="0"/>
                </a:rPr>
                <a:t>FINDING</a:t>
              </a:r>
            </a:p>
          </p:txBody>
        </p:sp>
        <p:sp>
          <p:nvSpPr>
            <p:cNvPr id="8" name="Rectangle: Rounded Corners 7">
              <a:extLst>
                <a:ext uri="{FF2B5EF4-FFF2-40B4-BE49-F238E27FC236}">
                  <a16:creationId xmlns:a16="http://schemas.microsoft.com/office/drawing/2014/main" id="{677D2D02-B6FD-1D43-97F3-A70A987C5160}"/>
                </a:ext>
              </a:extLst>
            </p:cNvPr>
            <p:cNvSpPr/>
            <p:nvPr/>
          </p:nvSpPr>
          <p:spPr>
            <a:xfrm>
              <a:off x="1349299" y="3143250"/>
              <a:ext cx="2349721" cy="1156573"/>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srgbClr val="FFFFFF"/>
                  </a:solidFill>
                  <a:effectLst/>
                  <a:uLnTx/>
                  <a:uFillTx/>
                  <a:latin typeface="GSK Precision" pitchFamily="2" charset="0"/>
                  <a:ea typeface="+mn-ea"/>
                  <a:cs typeface="Arial" panose="020B0604020202020204" pitchFamily="34" charset="0"/>
                </a:rPr>
                <a:t>OPPORTUNITY </a:t>
              </a:r>
              <a:br>
                <a:rPr kumimoji="0" lang="en-US" sz="1200" b="0" i="0" u="none" strike="noStrike" kern="1200" cap="none" spc="300" normalizeH="0" baseline="0" noProof="0">
                  <a:ln>
                    <a:noFill/>
                  </a:ln>
                  <a:solidFill>
                    <a:srgbClr val="FFFFFF"/>
                  </a:solidFill>
                  <a:effectLst/>
                  <a:uLnTx/>
                  <a:uFillTx/>
                  <a:latin typeface="GSK Precision" pitchFamily="2" charset="0"/>
                  <a:ea typeface="+mn-ea"/>
                  <a:cs typeface="Arial" panose="020B0604020202020204" pitchFamily="34" charset="0"/>
                </a:rPr>
              </a:br>
              <a:r>
                <a:rPr kumimoji="0" lang="en-US" sz="1200" b="0" i="0" u="none" strike="noStrike" kern="1200" cap="none" spc="300" normalizeH="0" baseline="0" noProof="0">
                  <a:ln>
                    <a:noFill/>
                  </a:ln>
                  <a:solidFill>
                    <a:srgbClr val="FFFFFF"/>
                  </a:solidFill>
                  <a:effectLst/>
                  <a:uLnTx/>
                  <a:uFillTx/>
                  <a:latin typeface="GSK Precision" pitchFamily="2" charset="0"/>
                  <a:ea typeface="+mn-ea"/>
                  <a:cs typeface="Arial" panose="020B0604020202020204" pitchFamily="34" charset="0"/>
                </a:rPr>
                <a:t>FINDING</a:t>
              </a:r>
            </a:p>
          </p:txBody>
        </p:sp>
        <p:sp>
          <p:nvSpPr>
            <p:cNvPr id="9" name="Rectangle: Rounded Corners 8">
              <a:extLst>
                <a:ext uri="{FF2B5EF4-FFF2-40B4-BE49-F238E27FC236}">
                  <a16:creationId xmlns:a16="http://schemas.microsoft.com/office/drawing/2014/main" id="{DB8BAB60-21BB-5343-A236-6FB75EA759C4}"/>
                </a:ext>
              </a:extLst>
            </p:cNvPr>
            <p:cNvSpPr/>
            <p:nvPr/>
          </p:nvSpPr>
          <p:spPr>
            <a:xfrm>
              <a:off x="1349299" y="4496603"/>
              <a:ext cx="2349721" cy="1156573"/>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srgbClr val="000000"/>
                  </a:solidFill>
                  <a:effectLst/>
                  <a:uLnTx/>
                  <a:uFillTx/>
                  <a:latin typeface="GSK Precision" pitchFamily="2" charset="0"/>
                  <a:ea typeface="+mn-ea"/>
                  <a:cs typeface="Arial" panose="020B0604020202020204" pitchFamily="34" charset="0"/>
                </a:rPr>
                <a:t>SOLUTION</a:t>
              </a:r>
              <a:br>
                <a:rPr kumimoji="0" lang="en-US" sz="1200" b="0" i="0" u="none" strike="noStrike" kern="1200" cap="none" spc="300" normalizeH="0" baseline="0" noProof="0">
                  <a:ln>
                    <a:noFill/>
                  </a:ln>
                  <a:solidFill>
                    <a:srgbClr val="000000"/>
                  </a:solidFill>
                  <a:effectLst/>
                  <a:uLnTx/>
                  <a:uFillTx/>
                  <a:latin typeface="GSK Precision" pitchFamily="2" charset="0"/>
                  <a:ea typeface="+mn-ea"/>
                  <a:cs typeface="Arial" panose="020B0604020202020204" pitchFamily="34" charset="0"/>
                </a:rPr>
              </a:br>
              <a:r>
                <a:rPr kumimoji="0" lang="en-US" sz="1200" b="0" i="0" u="none" strike="noStrike" kern="1200" cap="none" spc="300" normalizeH="0" baseline="0" noProof="0">
                  <a:ln>
                    <a:noFill/>
                  </a:ln>
                  <a:solidFill>
                    <a:srgbClr val="000000"/>
                  </a:solidFill>
                  <a:effectLst/>
                  <a:uLnTx/>
                  <a:uFillTx/>
                  <a:latin typeface="GSK Precision" pitchFamily="2" charset="0"/>
                  <a:ea typeface="+mn-ea"/>
                  <a:cs typeface="Arial" panose="020B0604020202020204" pitchFamily="34" charset="0"/>
                </a:rPr>
                <a:t>FINDING</a:t>
              </a:r>
            </a:p>
          </p:txBody>
        </p:sp>
        <p:sp>
          <p:nvSpPr>
            <p:cNvPr id="10" name="TextBox 9">
              <a:extLst>
                <a:ext uri="{FF2B5EF4-FFF2-40B4-BE49-F238E27FC236}">
                  <a16:creationId xmlns:a16="http://schemas.microsoft.com/office/drawing/2014/main" id="{C461A50D-AFFB-4448-BECA-2CEADA722B07}"/>
                </a:ext>
              </a:extLst>
            </p:cNvPr>
            <p:cNvSpPr txBox="1"/>
            <p:nvPr/>
          </p:nvSpPr>
          <p:spPr>
            <a:xfrm>
              <a:off x="3853839" y="2104386"/>
              <a:ext cx="6655974" cy="647319"/>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SK Precision" pitchFamily="2" charset="0"/>
                  <a:ea typeface="+mn-ea"/>
                  <a:cs typeface="Arial" panose="020B0604020202020204" pitchFamily="34" charset="0"/>
                </a:rPr>
                <a:t>Fact-finding questions provide us with information and knowledge, but don’t move us towards a solution.</a:t>
              </a:r>
            </a:p>
          </p:txBody>
        </p:sp>
        <p:sp>
          <p:nvSpPr>
            <p:cNvPr id="12" name="TextBox 11">
              <a:extLst>
                <a:ext uri="{FF2B5EF4-FFF2-40B4-BE49-F238E27FC236}">
                  <a16:creationId xmlns:a16="http://schemas.microsoft.com/office/drawing/2014/main" id="{92B595D5-712C-094C-9D85-B2C19CC191DA}"/>
                </a:ext>
              </a:extLst>
            </p:cNvPr>
            <p:cNvSpPr txBox="1"/>
            <p:nvPr/>
          </p:nvSpPr>
          <p:spPr>
            <a:xfrm>
              <a:off x="3853839" y="3322894"/>
              <a:ext cx="6655974" cy="839117"/>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SK Precision" pitchFamily="2" charset="0"/>
                  <a:ea typeface="+mn-ea"/>
                  <a:cs typeface="Arial" panose="020B0604020202020204" pitchFamily="34" charset="0"/>
                </a:rPr>
                <a:t>Opportunity-finding questions show us the real problem and help us to identify what’s preventing something from happening but keep us stationary in the problem.</a:t>
              </a:r>
            </a:p>
          </p:txBody>
        </p:sp>
        <p:sp>
          <p:nvSpPr>
            <p:cNvPr id="14" name="TextBox 13">
              <a:extLst>
                <a:ext uri="{FF2B5EF4-FFF2-40B4-BE49-F238E27FC236}">
                  <a16:creationId xmlns:a16="http://schemas.microsoft.com/office/drawing/2014/main" id="{5DA3A0FD-F108-4A45-B4B8-58FAEA22FD30}"/>
                </a:ext>
              </a:extLst>
            </p:cNvPr>
            <p:cNvSpPr txBox="1"/>
            <p:nvPr/>
          </p:nvSpPr>
          <p:spPr>
            <a:xfrm>
              <a:off x="3853839" y="4751229"/>
              <a:ext cx="6655974" cy="647319"/>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SK Precision" pitchFamily="2" charset="0"/>
                  <a:ea typeface="+mn-ea"/>
                  <a:cs typeface="Arial" panose="020B0604020202020204" pitchFamily="34" charset="0"/>
                </a:rPr>
                <a:t>Solution-finding questions tell us what will overcome the problem and move us towards a solution and an action.</a:t>
              </a:r>
            </a:p>
          </p:txBody>
        </p:sp>
      </p:grpSp>
      <p:sp>
        <p:nvSpPr>
          <p:cNvPr id="7" name="Slide Number Placeholder 6">
            <a:extLst>
              <a:ext uri="{FF2B5EF4-FFF2-40B4-BE49-F238E27FC236}">
                <a16:creationId xmlns:a16="http://schemas.microsoft.com/office/drawing/2014/main" id="{D2C0AC88-5D7B-B0FC-B0B5-D158A25D4F3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4924F2-D2C6-4E44-94BF-16121116D9F5}" type="slidenum">
              <a:rPr kumimoji="0" lang="en-GB" sz="1200" b="1" i="0" u="none" strike="noStrike" kern="1200" cap="none" spc="0" normalizeH="0" baseline="0" noProof="0" smtClean="0">
                <a:ln>
                  <a:noFill/>
                </a:ln>
                <a:solidFill>
                  <a:prstClr val="white"/>
                </a:solidFill>
                <a:effectLst/>
                <a:uLnTx/>
                <a:uFillTx/>
                <a:latin typeface="Raleway"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1" i="0" u="none" strike="noStrike" kern="1200" cap="none" spc="0" normalizeH="0" baseline="0" noProof="0">
              <a:ln>
                <a:noFill/>
              </a:ln>
              <a:solidFill>
                <a:prstClr val="white"/>
              </a:solidFill>
              <a:effectLst/>
              <a:uLnTx/>
              <a:uFillTx/>
              <a:latin typeface="Raleway" charset="0"/>
            </a:endParaRPr>
          </a:p>
        </p:txBody>
      </p:sp>
      <p:sp>
        <p:nvSpPr>
          <p:cNvPr id="15" name="Slide Number Placeholder 3">
            <a:extLst>
              <a:ext uri="{FF2B5EF4-FFF2-40B4-BE49-F238E27FC236}">
                <a16:creationId xmlns:a16="http://schemas.microsoft.com/office/drawing/2014/main" id="{FD620F39-3CAB-A5EA-1AB2-68A9391DE4CA}"/>
              </a:ext>
            </a:extLst>
          </p:cNvPr>
          <p:cNvSpPr txBox="1">
            <a:spLocks/>
          </p:cNvSpPr>
          <p:nvPr/>
        </p:nvSpPr>
        <p:spPr>
          <a:xfrm>
            <a:off x="537687" y="6290951"/>
            <a:ext cx="540000" cy="269875"/>
          </a:xfrm>
          <a:prstGeom prst="rect">
            <a:avLst/>
          </a:prstGeom>
        </p:spPr>
        <p:txBody>
          <a:bodyPr vert="horz" wrap="square" lIns="0" tIns="0" rIns="0" bIns="0" rtlCol="0">
            <a:noAutofit/>
          </a:bodyPr>
          <a:lstStyle>
            <a:lvl1pPr marL="0" indent="0" algn="l" defTabSz="1219170" rtl="0" eaLnBrk="1" latinLnBrk="0" hangingPunct="1">
              <a:lnSpc>
                <a:spcPct val="100000"/>
              </a:lnSpc>
              <a:spcBef>
                <a:spcPts val="0"/>
              </a:spcBef>
              <a:spcAft>
                <a:spcPts val="300"/>
              </a:spcAft>
              <a:buClr>
                <a:schemeClr val="tx2"/>
              </a:buClr>
              <a:buSzPct val="110000"/>
              <a:buFont typeface="Arial" panose="020B0604020202020204" pitchFamily="34" charset="0"/>
              <a:buNone/>
              <a:defRPr sz="1800" kern="1200" spc="-50" baseline="0">
                <a:solidFill>
                  <a:srgbClr val="071D49"/>
                </a:solidFill>
                <a:latin typeface="Raleway" panose="020B0503030101060003" pitchFamily="34" charset="0"/>
                <a:ea typeface="+mn-ea"/>
                <a:cs typeface="+mn-cs"/>
              </a:defRPr>
            </a:lvl1pPr>
            <a:lvl2pPr marL="180000" indent="-180000" algn="l" defTabSz="1219170" rtl="0" eaLnBrk="1" latinLnBrk="0" hangingPunct="1">
              <a:lnSpc>
                <a:spcPct val="100000"/>
              </a:lnSpc>
              <a:spcBef>
                <a:spcPts val="0"/>
              </a:spcBef>
              <a:spcAft>
                <a:spcPts val="300"/>
              </a:spcAft>
              <a:buClr>
                <a:srgbClr val="EB1852"/>
              </a:buClr>
              <a:buFont typeface="Raleway" panose="020B0503030101060003" pitchFamily="34" charset="77"/>
              <a:buChar char="/"/>
              <a:defRPr sz="1400" kern="1200">
                <a:solidFill>
                  <a:srgbClr val="071D49"/>
                </a:solidFill>
                <a:latin typeface="Raleway" panose="020B0503030101060003" pitchFamily="34" charset="0"/>
                <a:ea typeface="+mn-ea"/>
                <a:cs typeface="+mn-cs"/>
              </a:defRPr>
            </a:lvl2pPr>
            <a:lvl3pPr marL="180000" indent="-180000" algn="l" defTabSz="1219170" rtl="0" eaLnBrk="1" latinLnBrk="0" hangingPunct="1">
              <a:lnSpc>
                <a:spcPct val="100000"/>
              </a:lnSpc>
              <a:spcBef>
                <a:spcPts val="0"/>
              </a:spcBef>
              <a:spcAft>
                <a:spcPts val="300"/>
              </a:spcAft>
              <a:buClr>
                <a:srgbClr val="EB1852"/>
              </a:buClr>
              <a:buFont typeface="Raleway" panose="020B0503030101060003" pitchFamily="34" charset="77"/>
              <a:buChar char="/"/>
              <a:defRPr sz="1100" kern="1200">
                <a:solidFill>
                  <a:srgbClr val="071D49"/>
                </a:solidFill>
                <a:latin typeface="Raleway" panose="020B0503030101060003" pitchFamily="34" charset="0"/>
                <a:ea typeface="+mn-ea"/>
                <a:cs typeface="+mn-cs"/>
              </a:defRPr>
            </a:lvl3pPr>
            <a:lvl4pPr marL="180000" indent="-180000" algn="l" defTabSz="1219170" rtl="0" eaLnBrk="1" latinLnBrk="0" hangingPunct="1">
              <a:lnSpc>
                <a:spcPct val="100000"/>
              </a:lnSpc>
              <a:spcBef>
                <a:spcPts val="0"/>
              </a:spcBef>
              <a:spcAft>
                <a:spcPts val="300"/>
              </a:spcAft>
              <a:buClr>
                <a:srgbClr val="EB1852"/>
              </a:buClr>
              <a:buFont typeface="Raleway" panose="020B0503030101060003" pitchFamily="34" charset="77"/>
              <a:buChar char="/"/>
              <a:defRPr sz="850" kern="1200">
                <a:solidFill>
                  <a:srgbClr val="071D49"/>
                </a:solidFill>
                <a:latin typeface="Raleway" panose="020B0503030101060003" pitchFamily="34" charset="0"/>
                <a:ea typeface="+mn-ea"/>
                <a:cs typeface="+mn-cs"/>
              </a:defRPr>
            </a:lvl4pPr>
            <a:lvl5pPr marL="0" indent="0" algn="l" defTabSz="1219170" rtl="0" eaLnBrk="1" latinLnBrk="0" hangingPunct="1">
              <a:lnSpc>
                <a:spcPct val="100000"/>
              </a:lnSpc>
              <a:spcBef>
                <a:spcPts val="0"/>
              </a:spcBef>
              <a:spcAft>
                <a:spcPts val="200"/>
              </a:spcAft>
              <a:buClr>
                <a:schemeClr val="tx1"/>
              </a:buClr>
              <a:buFont typeface="Arial" panose="020B0604020202020204" pitchFamily="34" charset="0"/>
              <a:buNone/>
              <a:defRPr sz="1100" b="1" kern="1200">
                <a:solidFill>
                  <a:srgbClr val="E40046"/>
                </a:solidFill>
                <a:latin typeface="Raleway" panose="020B0503030101060003" pitchFamily="34" charset="0"/>
                <a:ea typeface="+mn-ea"/>
                <a:cs typeface="+mn-cs"/>
              </a:defRPr>
            </a:lvl5pPr>
            <a:lvl6pPr marL="0" indent="0" algn="l" defTabSz="1219170" rtl="0" eaLnBrk="1" latinLnBrk="0" hangingPunct="1">
              <a:lnSpc>
                <a:spcPct val="100000"/>
              </a:lnSpc>
              <a:spcBef>
                <a:spcPts val="0"/>
              </a:spcBef>
              <a:spcAft>
                <a:spcPts val="300"/>
              </a:spcAft>
              <a:buClr>
                <a:schemeClr val="tx1"/>
              </a:buClr>
              <a:buFont typeface="Arial" panose="020B0604020202020204" pitchFamily="34" charset="0"/>
              <a:buNone/>
              <a:defRPr sz="1100" kern="1200">
                <a:solidFill>
                  <a:srgbClr val="071D49"/>
                </a:solidFill>
                <a:latin typeface="Raleway" panose="020B0503030101060003" pitchFamily="34" charset="0"/>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defTabSz="914400">
              <a:spcAft>
                <a:spcPts val="0"/>
              </a:spcAft>
              <a:buClrTx/>
              <a:buSzTx/>
              <a:buFontTx/>
              <a:buNone/>
              <a:defRPr/>
            </a:pPr>
            <a:fld id="{4B9B3B01-9C27-4D4B-B55E-30DD78B743D4}" type="slidenum">
              <a:rPr lang="en-US" sz="1000" spc="0" smtClean="0">
                <a:solidFill>
                  <a:srgbClr val="000000"/>
                </a:solidFill>
                <a:latin typeface="Arial"/>
              </a:rPr>
              <a:pPr defTabSz="914400">
                <a:spcAft>
                  <a:spcPts val="0"/>
                </a:spcAft>
                <a:buClrTx/>
                <a:buSzTx/>
                <a:buFontTx/>
                <a:buNone/>
                <a:defRPr/>
              </a:pPr>
              <a:t>22</a:t>
            </a:fld>
            <a:endParaRPr lang="en-US" sz="1000" spc="0">
              <a:solidFill>
                <a:srgbClr val="000000"/>
              </a:solidFill>
              <a:latin typeface="Arial"/>
            </a:endParaRPr>
          </a:p>
        </p:txBody>
      </p:sp>
    </p:spTree>
    <p:extLst>
      <p:ext uri="{BB962C8B-B14F-4D97-AF65-F5344CB8AC3E}">
        <p14:creationId xmlns:p14="http://schemas.microsoft.com/office/powerpoint/2010/main" val="3520656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256F20DA-C471-A2B1-ED00-A3EFFAE6C8EB}"/>
              </a:ext>
            </a:extLst>
          </p:cNvPr>
          <p:cNvSpPr>
            <a:spLocks noGrp="1"/>
          </p:cNvSpPr>
          <p:nvPr>
            <p:ph type="body" idx="19"/>
          </p:nvPr>
        </p:nvSpPr>
        <p:spPr>
          <a:xfrm>
            <a:off x="119496" y="3489740"/>
            <a:ext cx="5493650" cy="781200"/>
          </a:xfrm>
        </p:spPr>
        <p:txBody>
          <a:bodyPr/>
          <a:lstStyle/>
          <a:p>
            <a:r>
              <a:rPr lang="en-SG" dirty="0"/>
              <a:t>Building the RATIONAL Case for Change</a:t>
            </a:r>
            <a:endParaRPr lang="en-US" dirty="0"/>
          </a:p>
        </p:txBody>
      </p:sp>
      <p:sp>
        <p:nvSpPr>
          <p:cNvPr id="14" name="Text Placeholder 13">
            <a:extLst>
              <a:ext uri="{FF2B5EF4-FFF2-40B4-BE49-F238E27FC236}">
                <a16:creationId xmlns:a16="http://schemas.microsoft.com/office/drawing/2014/main" id="{B499FB49-0E7C-0034-6BBA-BA2D6731EE6B}"/>
              </a:ext>
            </a:extLst>
          </p:cNvPr>
          <p:cNvSpPr>
            <a:spLocks noGrp="1"/>
          </p:cNvSpPr>
          <p:nvPr>
            <p:ph type="body" idx="21"/>
          </p:nvPr>
        </p:nvSpPr>
        <p:spPr>
          <a:xfrm>
            <a:off x="6228258" y="3467207"/>
            <a:ext cx="5493600" cy="781200"/>
          </a:xfrm>
        </p:spPr>
        <p:txBody>
          <a:bodyPr/>
          <a:lstStyle/>
          <a:p>
            <a:r>
              <a:rPr lang="en-SG" dirty="0"/>
              <a:t>Building EMOTIONAL Case for Change</a:t>
            </a:r>
            <a:endParaRPr lang="en-US" dirty="0"/>
          </a:p>
        </p:txBody>
      </p:sp>
      <p:sp>
        <p:nvSpPr>
          <p:cNvPr id="10" name="Title 9">
            <a:extLst>
              <a:ext uri="{FF2B5EF4-FFF2-40B4-BE49-F238E27FC236}">
                <a16:creationId xmlns:a16="http://schemas.microsoft.com/office/drawing/2014/main" id="{60B0D4F7-AAC3-025A-1F3A-6576750BF6BC}"/>
              </a:ext>
            </a:extLst>
          </p:cNvPr>
          <p:cNvSpPr>
            <a:spLocks noGrp="1"/>
          </p:cNvSpPr>
          <p:nvPr>
            <p:ph type="title"/>
          </p:nvPr>
        </p:nvSpPr>
        <p:spPr/>
        <p:txBody>
          <a:bodyPr/>
          <a:lstStyle/>
          <a:p>
            <a:r>
              <a:rPr lang="en-SG" sz="3200" b="0" dirty="0">
                <a:solidFill>
                  <a:srgbClr val="F36633"/>
                </a:solidFill>
                <a:latin typeface="Arial"/>
              </a:rPr>
              <a:t>Introduce the Impact</a:t>
            </a:r>
            <a:endParaRPr lang="en-US" sz="3200" b="0" dirty="0">
              <a:solidFill>
                <a:srgbClr val="F36633"/>
              </a:solidFill>
              <a:latin typeface="Arial"/>
            </a:endParaRPr>
          </a:p>
        </p:txBody>
      </p:sp>
      <p:sp>
        <p:nvSpPr>
          <p:cNvPr id="13" name="Text Placeholder 12">
            <a:extLst>
              <a:ext uri="{FF2B5EF4-FFF2-40B4-BE49-F238E27FC236}">
                <a16:creationId xmlns:a16="http://schemas.microsoft.com/office/drawing/2014/main" id="{CE2558B5-F630-E820-B6CC-C285BDB112EA}"/>
              </a:ext>
            </a:extLst>
          </p:cNvPr>
          <p:cNvSpPr>
            <a:spLocks noGrp="1"/>
          </p:cNvSpPr>
          <p:nvPr>
            <p:ph type="body" sz="quarter" idx="20"/>
          </p:nvPr>
        </p:nvSpPr>
        <p:spPr>
          <a:xfrm>
            <a:off x="6328618" y="3941129"/>
            <a:ext cx="5608963" cy="1594417"/>
          </a:xfrm>
        </p:spPr>
        <p:txBody>
          <a:bodyPr/>
          <a:lstStyle/>
          <a:p>
            <a:pPr>
              <a:spcAft>
                <a:spcPts val="600"/>
              </a:spcAft>
            </a:pPr>
            <a:endParaRPr lang="en-US" sz="1800" dirty="0"/>
          </a:p>
          <a:p>
            <a:pPr>
              <a:spcAft>
                <a:spcPts val="600"/>
              </a:spcAft>
            </a:pPr>
            <a:r>
              <a:rPr lang="en-US" sz="1800" b="1" dirty="0"/>
              <a:t>Emotional Impacts helps</a:t>
            </a:r>
          </a:p>
          <a:p>
            <a:pPr marL="285750" indent="-285750">
              <a:spcAft>
                <a:spcPts val="600"/>
              </a:spcAft>
              <a:buFont typeface="Wingdings" panose="05000000000000000000" pitchFamily="2" charset="2"/>
              <a:buChar char="ü"/>
            </a:pPr>
            <a:r>
              <a:rPr lang="en-US" sz="1800" dirty="0"/>
              <a:t>Tell the Story of what the ‘Pain of Same’ looks like</a:t>
            </a:r>
          </a:p>
          <a:p>
            <a:pPr marL="285750" indent="-285750">
              <a:spcAft>
                <a:spcPts val="600"/>
              </a:spcAft>
              <a:buFont typeface="Wingdings" panose="05000000000000000000" pitchFamily="2" charset="2"/>
              <a:buChar char="ü"/>
            </a:pPr>
            <a:r>
              <a:rPr lang="en-US" sz="1800" dirty="0"/>
              <a:t>Personalize impact by putting a human face to the problem </a:t>
            </a:r>
          </a:p>
          <a:p>
            <a:pPr>
              <a:spcAft>
                <a:spcPts val="600"/>
              </a:spcAft>
            </a:pPr>
            <a:endParaRPr lang="en-US" sz="1800" dirty="0"/>
          </a:p>
        </p:txBody>
      </p:sp>
      <p:sp>
        <p:nvSpPr>
          <p:cNvPr id="25" name="TextBox 24">
            <a:extLst>
              <a:ext uri="{FF2B5EF4-FFF2-40B4-BE49-F238E27FC236}">
                <a16:creationId xmlns:a16="http://schemas.microsoft.com/office/drawing/2014/main" id="{6E708B3D-25E5-2A27-D12D-46F1B1DB6379}"/>
              </a:ext>
            </a:extLst>
          </p:cNvPr>
          <p:cNvSpPr txBox="1"/>
          <p:nvPr/>
        </p:nvSpPr>
        <p:spPr>
          <a:xfrm>
            <a:off x="254419" y="4270940"/>
            <a:ext cx="5127074" cy="914400"/>
          </a:xfrm>
          <a:prstGeom prst="rect">
            <a:avLst/>
          </a:prstGeom>
          <a:noFill/>
        </p:spPr>
        <p:txBody>
          <a:bodyPr wrap="none" lIns="36000" tIns="36000" rIns="36000" bIns="36000" rtlCol="0">
            <a:noAutofit/>
          </a:bodyPr>
          <a:lstStyle/>
          <a:p>
            <a:pPr marL="285750" marR="0" lvl="0" indent="-285750" algn="l" defTabSz="914400" rtl="0" eaLnBrk="1" fontAlgn="auto" latinLnBrk="0" hangingPunct="1">
              <a:lnSpc>
                <a:spcPct val="100000"/>
              </a:lnSpc>
              <a:spcBef>
                <a:spcPts val="300"/>
              </a:spcBef>
              <a:spcAft>
                <a:spcPts val="300"/>
              </a:spcAft>
              <a:buClr>
                <a:srgbClr val="F36633"/>
              </a:buClr>
              <a:buSzPct val="110000"/>
              <a:buFont typeface="Wingdings" panose="05000000000000000000" pitchFamily="2" charset="2"/>
              <a:buChar char="ü"/>
              <a:tabLst/>
              <a:defRPr/>
            </a:pPr>
            <a:r>
              <a:rPr kumimoji="0" lang="en-SG" sz="2000" b="0" i="0" u="none" strike="noStrike" kern="1200" cap="none" spc="0" normalizeH="0" baseline="0" noProof="0" dirty="0">
                <a:ln>
                  <a:noFill/>
                </a:ln>
                <a:solidFill>
                  <a:srgbClr val="000000"/>
                </a:solidFill>
                <a:effectLst/>
                <a:uLnTx/>
                <a:uFillTx/>
                <a:latin typeface="GSK Precision Light"/>
                <a:ea typeface="+mn-ea"/>
                <a:cs typeface="Arial"/>
              </a:rPr>
              <a:t>Risk of Exacerbations</a:t>
            </a:r>
          </a:p>
          <a:p>
            <a:pPr marL="285750" marR="0" lvl="0" indent="-285750" algn="l" defTabSz="914400" rtl="0" eaLnBrk="1" fontAlgn="auto" latinLnBrk="0" hangingPunct="1">
              <a:lnSpc>
                <a:spcPct val="100000"/>
              </a:lnSpc>
              <a:spcBef>
                <a:spcPts val="300"/>
              </a:spcBef>
              <a:spcAft>
                <a:spcPts val="300"/>
              </a:spcAft>
              <a:buClr>
                <a:srgbClr val="F36633"/>
              </a:buClr>
              <a:buSzPct val="110000"/>
              <a:buFont typeface="Wingdings" panose="05000000000000000000" pitchFamily="2" charset="2"/>
              <a:buChar char="ü"/>
              <a:tabLst/>
              <a:defRPr/>
            </a:pPr>
            <a:r>
              <a:rPr kumimoji="0" lang="en-SG" sz="2000" b="0" i="0" u="none" strike="noStrike" kern="1200" cap="none" spc="0" normalizeH="0" baseline="0" noProof="0" dirty="0">
                <a:ln>
                  <a:noFill/>
                </a:ln>
                <a:solidFill>
                  <a:srgbClr val="000000"/>
                </a:solidFill>
                <a:effectLst/>
                <a:uLnTx/>
                <a:uFillTx/>
                <a:latin typeface="GSK Precision Light"/>
                <a:ea typeface="+mn-ea"/>
                <a:cs typeface="Arial"/>
              </a:rPr>
              <a:t>All-cause mortality (ACM) risk</a:t>
            </a:r>
            <a:endParaRPr kumimoji="0" lang="en-US" sz="2000" b="0" i="0" u="none" strike="noStrike" kern="1200" cap="none" spc="0" normalizeH="0" baseline="0" noProof="0" dirty="0">
              <a:ln>
                <a:noFill/>
              </a:ln>
              <a:solidFill>
                <a:srgbClr val="000000"/>
              </a:solidFill>
              <a:effectLst/>
              <a:uLnTx/>
              <a:uFillTx/>
              <a:latin typeface="GSK Precision Light"/>
              <a:ea typeface="+mn-ea"/>
              <a:cs typeface="Arial"/>
            </a:endParaRPr>
          </a:p>
        </p:txBody>
      </p:sp>
      <p:pic>
        <p:nvPicPr>
          <p:cNvPr id="19" name="Picture 18" descr="A blue and orange scale with a pin and arrows&#10;&#10;AI-generated content may be incorrect.">
            <a:extLst>
              <a:ext uri="{FF2B5EF4-FFF2-40B4-BE49-F238E27FC236}">
                <a16:creationId xmlns:a16="http://schemas.microsoft.com/office/drawing/2014/main" id="{A8A588F3-AFC7-4DA6-9F7A-0000DE3F04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6315" y="843787"/>
            <a:ext cx="2801911" cy="2230182"/>
          </a:xfrm>
          <a:prstGeom prst="rect">
            <a:avLst/>
          </a:prstGeom>
        </p:spPr>
      </p:pic>
      <p:pic>
        <p:nvPicPr>
          <p:cNvPr id="2" name="Picture 6" descr="Discounted Trelegy Online - Insulin Outlet">
            <a:extLst>
              <a:ext uri="{FF2B5EF4-FFF2-40B4-BE49-F238E27FC236}">
                <a16:creationId xmlns:a16="http://schemas.microsoft.com/office/drawing/2014/main" id="{1CF3F9CA-4668-89BC-EA5D-AFEE00B8535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2877" b="17814"/>
          <a:stretch/>
        </p:blipFill>
        <p:spPr bwMode="auto">
          <a:xfrm>
            <a:off x="10426566" y="176830"/>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7AEFA67E-599D-CFF3-AC7F-DA005834F563}"/>
              </a:ext>
            </a:extLst>
          </p:cNvPr>
          <p:cNvSpPr/>
          <p:nvPr/>
        </p:nvSpPr>
        <p:spPr bwMode="auto">
          <a:xfrm>
            <a:off x="6034483" y="2222338"/>
            <a:ext cx="1002925" cy="196769"/>
          </a:xfrm>
          <a:prstGeom prst="roundRect">
            <a:avLst/>
          </a:prstGeom>
          <a:solidFill>
            <a:srgbClr val="BDCEF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fontAlgn="auto" hangingPunct="0">
              <a:spcBef>
                <a:spcPts val="300"/>
              </a:spcBef>
              <a:spcAft>
                <a:spcPts val="300"/>
              </a:spcAft>
              <a:buClr>
                <a:schemeClr val="tx2"/>
              </a:buClr>
              <a:buSzPct val="110000"/>
            </a:pPr>
            <a:r>
              <a:rPr lang="en-US" sz="1000" b="1" kern="0" dirty="0">
                <a:solidFill>
                  <a:schemeClr val="tx1"/>
                </a:solidFill>
              </a:rPr>
              <a:t>Gain of change </a:t>
            </a:r>
            <a:endParaRPr lang="en-GB" sz="1000" b="1" kern="0" dirty="0" err="1">
              <a:solidFill>
                <a:schemeClr val="tx1"/>
              </a:solidFill>
            </a:endParaRPr>
          </a:p>
        </p:txBody>
      </p:sp>
      <p:sp>
        <p:nvSpPr>
          <p:cNvPr id="4" name="Slide Number Placeholder 3">
            <a:extLst>
              <a:ext uri="{FF2B5EF4-FFF2-40B4-BE49-F238E27FC236}">
                <a16:creationId xmlns:a16="http://schemas.microsoft.com/office/drawing/2014/main" id="{FD0C8DB7-625F-9EFE-616A-9BF2689342BD}"/>
              </a:ext>
            </a:extLst>
          </p:cNvPr>
          <p:cNvSpPr>
            <a:spLocks noGrp="1"/>
          </p:cNvSpPr>
          <p:nvPr>
            <p:ph type="sldNum" sz="quarter" idx="34"/>
          </p:nvPr>
        </p:nvSpPr>
        <p:spPr/>
        <p:txBody>
          <a:bodyPr/>
          <a:lstStyle/>
          <a:p>
            <a:fld id="{9F9F533D-B52E-4A2F-BF72-0ADD2D94BD75}" type="slidenum">
              <a:rPr lang="en-GB" smtClean="0"/>
              <a:pPr/>
              <a:t>23</a:t>
            </a:fld>
            <a:endParaRPr lang="en-GB"/>
          </a:p>
        </p:txBody>
      </p:sp>
    </p:spTree>
    <p:extLst>
      <p:ext uri="{BB962C8B-B14F-4D97-AF65-F5344CB8AC3E}">
        <p14:creationId xmlns:p14="http://schemas.microsoft.com/office/powerpoint/2010/main" val="301595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P spid="13" grpId="0" uiExpand="1" build="p"/>
      <p:bldP spid="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243F1-BE69-5CB0-7C45-971DBFFC78F8}"/>
              </a:ext>
            </a:extLst>
          </p:cNvPr>
          <p:cNvSpPr>
            <a:spLocks noGrp="1"/>
          </p:cNvSpPr>
          <p:nvPr>
            <p:ph type="title"/>
          </p:nvPr>
        </p:nvSpPr>
        <p:spPr/>
        <p:txBody>
          <a:bodyPr/>
          <a:lstStyle/>
          <a:p>
            <a:r>
              <a:rPr lang="en-US" sz="3200" b="0" dirty="0">
                <a:solidFill>
                  <a:srgbClr val="F36633"/>
                </a:solidFill>
                <a:latin typeface="Arial"/>
              </a:rPr>
              <a:t>Emotive selling </a:t>
            </a:r>
            <a:endParaRPr lang="en-GB" sz="3200" b="0" dirty="0">
              <a:solidFill>
                <a:srgbClr val="F36633"/>
              </a:solidFill>
              <a:latin typeface="Arial"/>
            </a:endParaRPr>
          </a:p>
        </p:txBody>
      </p:sp>
      <p:sp>
        <p:nvSpPr>
          <p:cNvPr id="9" name="TextBox 8">
            <a:extLst>
              <a:ext uri="{FF2B5EF4-FFF2-40B4-BE49-F238E27FC236}">
                <a16:creationId xmlns:a16="http://schemas.microsoft.com/office/drawing/2014/main" id="{2ECCFA4B-3173-0E35-2CDB-E9BCD4834034}"/>
              </a:ext>
            </a:extLst>
          </p:cNvPr>
          <p:cNvSpPr txBox="1"/>
          <p:nvPr/>
        </p:nvSpPr>
        <p:spPr>
          <a:xfrm>
            <a:off x="2841887" y="918557"/>
            <a:ext cx="6506639" cy="13234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mn-ea"/>
              </a:rPr>
              <a:t>"People will forget what you said,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mn-ea"/>
              </a:rPr>
              <a:t>people will forget what you did,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mn-ea"/>
              </a:rPr>
              <a:t>but people will never forget how you made them feel."</a:t>
            </a:r>
            <a:br>
              <a:rPr kumimoji="0" lang="en-GB" sz="2000" b="0" i="0" u="none" strike="noStrike" kern="1200" cap="none" spc="0" normalizeH="0" baseline="0" noProof="0" dirty="0">
                <a:ln>
                  <a:noFill/>
                </a:ln>
                <a:solidFill>
                  <a:srgbClr val="000000"/>
                </a:solidFill>
                <a:effectLst/>
                <a:uLnTx/>
                <a:uFillTx/>
                <a:latin typeface="Arial"/>
                <a:ea typeface="+mn-ea"/>
              </a:rPr>
            </a:br>
            <a:r>
              <a:rPr kumimoji="0" lang="en-GB" sz="2000" b="0" i="1" u="none" strike="noStrike" kern="1200" cap="none" spc="0" normalizeH="0" baseline="0" noProof="0" dirty="0">
                <a:ln>
                  <a:noFill/>
                </a:ln>
                <a:solidFill>
                  <a:srgbClr val="F36633"/>
                </a:solidFill>
                <a:effectLst/>
                <a:uLnTx/>
                <a:uFillTx/>
                <a:latin typeface="Arial"/>
                <a:ea typeface="+mn-ea"/>
              </a:rPr>
              <a:t>Maya Angelou</a:t>
            </a:r>
          </a:p>
        </p:txBody>
      </p:sp>
      <p:grpSp>
        <p:nvGrpSpPr>
          <p:cNvPr id="7" name="Graphic 28">
            <a:extLst>
              <a:ext uri="{FF2B5EF4-FFF2-40B4-BE49-F238E27FC236}">
                <a16:creationId xmlns:a16="http://schemas.microsoft.com/office/drawing/2014/main" id="{9269FA43-86E8-7F5E-3DCA-4919B2728647}"/>
              </a:ext>
            </a:extLst>
          </p:cNvPr>
          <p:cNvGrpSpPr/>
          <p:nvPr/>
        </p:nvGrpSpPr>
        <p:grpSpPr>
          <a:xfrm>
            <a:off x="0" y="2279938"/>
            <a:ext cx="12192000" cy="2255400"/>
            <a:chOff x="-65" y="1138972"/>
            <a:chExt cx="12192611" cy="2735301"/>
          </a:xfrm>
          <a:gradFill flip="none" rotWithShape="1">
            <a:gsLst>
              <a:gs pos="0">
                <a:srgbClr val="6658A6">
                  <a:alpha val="32000"/>
                </a:srgbClr>
              </a:gs>
              <a:gs pos="48000">
                <a:srgbClr val="E21860">
                  <a:alpha val="48000"/>
                </a:srgbClr>
              </a:gs>
              <a:gs pos="71409">
                <a:srgbClr val="8B317E"/>
              </a:gs>
              <a:gs pos="22000">
                <a:srgbClr val="92418D">
                  <a:alpha val="52000"/>
                </a:srgbClr>
              </a:gs>
              <a:gs pos="99000">
                <a:schemeClr val="accent4"/>
              </a:gs>
            </a:gsLst>
            <a:lin ang="0" scaled="1"/>
            <a:tileRect/>
          </a:gradFill>
        </p:grpSpPr>
        <p:sp>
          <p:nvSpPr>
            <p:cNvPr id="8" name="Freeform: Shape 7">
              <a:extLst>
                <a:ext uri="{FF2B5EF4-FFF2-40B4-BE49-F238E27FC236}">
                  <a16:creationId xmlns:a16="http://schemas.microsoft.com/office/drawing/2014/main" id="{3B7AFCF1-A544-80A5-7F4E-B4DFE08AC279}"/>
                </a:ext>
              </a:extLst>
            </p:cNvPr>
            <p:cNvSpPr/>
            <p:nvPr/>
          </p:nvSpPr>
          <p:spPr>
            <a:xfrm>
              <a:off x="2227" y="1138972"/>
              <a:ext cx="12190224" cy="1705004"/>
            </a:xfrm>
            <a:custGeom>
              <a:avLst/>
              <a:gdLst>
                <a:gd name="connsiteX0" fmla="*/ 5294049 w 12190224"/>
                <a:gd name="connsiteY0" fmla="*/ 1705004 h 1705004"/>
                <a:gd name="connsiteX1" fmla="*/ 5060017 w 12190224"/>
                <a:gd name="connsiteY1" fmla="*/ 1672978 h 1705004"/>
                <a:gd name="connsiteX2" fmla="*/ 4664835 w 12190224"/>
                <a:gd name="connsiteY2" fmla="*/ 1423603 h 1705004"/>
                <a:gd name="connsiteX3" fmla="*/ 3979340 w 12190224"/>
                <a:gd name="connsiteY3" fmla="*/ 853192 h 1705004"/>
                <a:gd name="connsiteX4" fmla="*/ 3409376 w 12190224"/>
                <a:gd name="connsiteY4" fmla="*/ 784948 h 1705004"/>
                <a:gd name="connsiteX5" fmla="*/ 2846452 w 12190224"/>
                <a:gd name="connsiteY5" fmla="*/ 945527 h 1705004"/>
                <a:gd name="connsiteX6" fmla="*/ 2574615 w 12190224"/>
                <a:gd name="connsiteY6" fmla="*/ 1060529 h 1705004"/>
                <a:gd name="connsiteX7" fmla="*/ 1532801 w 12190224"/>
                <a:gd name="connsiteY7" fmla="*/ 1280238 h 1705004"/>
                <a:gd name="connsiteX8" fmla="*/ 940211 w 12190224"/>
                <a:gd name="connsiteY8" fmla="*/ 1028706 h 1705004"/>
                <a:gd name="connsiteX9" fmla="*/ 925602 w 12190224"/>
                <a:gd name="connsiteY9" fmla="*/ 1020893 h 1705004"/>
                <a:gd name="connsiteX10" fmla="*/ 3714 w 12190224"/>
                <a:gd name="connsiteY10" fmla="*/ 565402 h 1705004"/>
                <a:gd name="connsiteX11" fmla="*/ 499 w 12190224"/>
                <a:gd name="connsiteY11" fmla="*/ 557386 h 1705004"/>
                <a:gd name="connsiteX12" fmla="*/ 8516 w 12190224"/>
                <a:gd name="connsiteY12" fmla="*/ 554171 h 1705004"/>
                <a:gd name="connsiteX13" fmla="*/ 931421 w 12190224"/>
                <a:gd name="connsiteY13" fmla="*/ 1010191 h 1705004"/>
                <a:gd name="connsiteX14" fmla="*/ 946030 w 12190224"/>
                <a:gd name="connsiteY14" fmla="*/ 1018004 h 1705004"/>
                <a:gd name="connsiteX15" fmla="*/ 1535487 w 12190224"/>
                <a:gd name="connsiteY15" fmla="*/ 1268355 h 1705004"/>
                <a:gd name="connsiteX16" fmla="*/ 2569731 w 12190224"/>
                <a:gd name="connsiteY16" fmla="*/ 1049379 h 1705004"/>
                <a:gd name="connsiteX17" fmla="*/ 2842098 w 12190224"/>
                <a:gd name="connsiteY17" fmla="*/ 934133 h 1705004"/>
                <a:gd name="connsiteX18" fmla="*/ 3407748 w 12190224"/>
                <a:gd name="connsiteY18" fmla="*/ 772821 h 1705004"/>
                <a:gd name="connsiteX19" fmla="*/ 3984345 w 12190224"/>
                <a:gd name="connsiteY19" fmla="*/ 842042 h 1705004"/>
                <a:gd name="connsiteX20" fmla="*/ 4673950 w 12190224"/>
                <a:gd name="connsiteY20" fmla="*/ 1415424 h 1705004"/>
                <a:gd name="connsiteX21" fmla="*/ 5063069 w 12190224"/>
                <a:gd name="connsiteY21" fmla="*/ 1661136 h 1705004"/>
                <a:gd name="connsiteX22" fmla="*/ 5605360 w 12190224"/>
                <a:gd name="connsiteY22" fmla="*/ 1613076 h 1705004"/>
                <a:gd name="connsiteX23" fmla="*/ 6055724 w 12190224"/>
                <a:gd name="connsiteY23" fmla="*/ 1166172 h 1705004"/>
                <a:gd name="connsiteX24" fmla="*/ 6230221 w 12190224"/>
                <a:gd name="connsiteY24" fmla="*/ 908211 h 1705004"/>
                <a:gd name="connsiteX25" fmla="*/ 6453632 w 12190224"/>
                <a:gd name="connsiteY25" fmla="*/ 584203 h 1705004"/>
                <a:gd name="connsiteX26" fmla="*/ 6900781 w 12190224"/>
                <a:gd name="connsiteY26" fmla="*/ 252260 h 1705004"/>
                <a:gd name="connsiteX27" fmla="*/ 7551645 w 12190224"/>
                <a:gd name="connsiteY27" fmla="*/ 424926 h 1705004"/>
                <a:gd name="connsiteX28" fmla="*/ 7885093 w 12190224"/>
                <a:gd name="connsiteY28" fmla="*/ 850262 h 1705004"/>
                <a:gd name="connsiteX29" fmla="*/ 7933194 w 12190224"/>
                <a:gd name="connsiteY29" fmla="*/ 926198 h 1705004"/>
                <a:gd name="connsiteX30" fmla="*/ 7934984 w 12190224"/>
                <a:gd name="connsiteY30" fmla="*/ 929006 h 1705004"/>
                <a:gd name="connsiteX31" fmla="*/ 8337735 w 12190224"/>
                <a:gd name="connsiteY31" fmla="*/ 1219725 h 1705004"/>
                <a:gd name="connsiteX32" fmla="*/ 8586906 w 12190224"/>
                <a:gd name="connsiteY32" fmla="*/ 1098782 h 1705004"/>
                <a:gd name="connsiteX33" fmla="*/ 8743946 w 12190224"/>
                <a:gd name="connsiteY33" fmla="*/ 1008196 h 1705004"/>
                <a:gd name="connsiteX34" fmla="*/ 9403762 w 12190224"/>
                <a:gd name="connsiteY34" fmla="*/ 899339 h 1705004"/>
                <a:gd name="connsiteX35" fmla="*/ 9405146 w 12190224"/>
                <a:gd name="connsiteY35" fmla="*/ 899339 h 1705004"/>
                <a:gd name="connsiteX36" fmla="*/ 9592910 w 12190224"/>
                <a:gd name="connsiteY36" fmla="*/ 902269 h 1705004"/>
                <a:gd name="connsiteX37" fmla="*/ 10085757 w 12190224"/>
                <a:gd name="connsiteY37" fmla="*/ 887619 h 1705004"/>
                <a:gd name="connsiteX38" fmla="*/ 10777600 w 12190224"/>
                <a:gd name="connsiteY38" fmla="*/ 608050 h 1705004"/>
                <a:gd name="connsiteX39" fmla="*/ 11039550 w 12190224"/>
                <a:gd name="connsiteY39" fmla="*/ 422891 h 1705004"/>
                <a:gd name="connsiteX40" fmla="*/ 11398677 w 12190224"/>
                <a:gd name="connsiteY40" fmla="*/ 177016 h 1705004"/>
                <a:gd name="connsiteX41" fmla="*/ 12184849 w 12190224"/>
                <a:gd name="connsiteY41" fmla="*/ 9600 h 1705004"/>
                <a:gd name="connsiteX42" fmla="*/ 12190180 w 12190224"/>
                <a:gd name="connsiteY42" fmla="*/ 16396 h 1705004"/>
                <a:gd name="connsiteX43" fmla="*/ 12183383 w 12190224"/>
                <a:gd name="connsiteY43" fmla="*/ 21727 h 1705004"/>
                <a:gd name="connsiteX44" fmla="*/ 11404902 w 12190224"/>
                <a:gd name="connsiteY44" fmla="*/ 187556 h 1705004"/>
                <a:gd name="connsiteX45" fmla="*/ 11046753 w 12190224"/>
                <a:gd name="connsiteY45" fmla="*/ 432739 h 1705004"/>
                <a:gd name="connsiteX46" fmla="*/ 10784275 w 12190224"/>
                <a:gd name="connsiteY46" fmla="*/ 618264 h 1705004"/>
                <a:gd name="connsiteX47" fmla="*/ 10087386 w 12190224"/>
                <a:gd name="connsiteY47" fmla="*/ 899706 h 1705004"/>
                <a:gd name="connsiteX48" fmla="*/ 9592625 w 12190224"/>
                <a:gd name="connsiteY48" fmla="*/ 914437 h 1705004"/>
                <a:gd name="connsiteX49" fmla="*/ 9405146 w 12190224"/>
                <a:gd name="connsiteY49" fmla="*/ 911507 h 1705004"/>
                <a:gd name="connsiteX50" fmla="*/ 9403762 w 12190224"/>
                <a:gd name="connsiteY50" fmla="*/ 911507 h 1705004"/>
                <a:gd name="connsiteX51" fmla="*/ 8748910 w 12190224"/>
                <a:gd name="connsiteY51" fmla="*/ 1019306 h 1705004"/>
                <a:gd name="connsiteX52" fmla="*/ 8593540 w 12190224"/>
                <a:gd name="connsiteY52" fmla="*/ 1108996 h 1705004"/>
                <a:gd name="connsiteX53" fmla="*/ 8340096 w 12190224"/>
                <a:gd name="connsiteY53" fmla="*/ 1231649 h 1705004"/>
                <a:gd name="connsiteX54" fmla="*/ 8288211 w 12190224"/>
                <a:gd name="connsiteY54" fmla="*/ 1236817 h 1705004"/>
                <a:gd name="connsiteX55" fmla="*/ 7924689 w 12190224"/>
                <a:gd name="connsiteY55" fmla="*/ 935517 h 1705004"/>
                <a:gd name="connsiteX56" fmla="*/ 7922898 w 12190224"/>
                <a:gd name="connsiteY56" fmla="*/ 932709 h 1705004"/>
                <a:gd name="connsiteX57" fmla="*/ 7874757 w 12190224"/>
                <a:gd name="connsiteY57" fmla="*/ 856692 h 1705004"/>
                <a:gd name="connsiteX58" fmla="*/ 7543791 w 12190224"/>
                <a:gd name="connsiteY58" fmla="*/ 434163 h 1705004"/>
                <a:gd name="connsiteX59" fmla="*/ 6902612 w 12190224"/>
                <a:gd name="connsiteY59" fmla="*/ 264265 h 1705004"/>
                <a:gd name="connsiteX60" fmla="*/ 6463358 w 12190224"/>
                <a:gd name="connsiteY60" fmla="*/ 591528 h 1705004"/>
                <a:gd name="connsiteX61" fmla="*/ 6240435 w 12190224"/>
                <a:gd name="connsiteY61" fmla="*/ 914844 h 1705004"/>
                <a:gd name="connsiteX62" fmla="*/ 6065612 w 12190224"/>
                <a:gd name="connsiteY62" fmla="*/ 1173252 h 1705004"/>
                <a:gd name="connsiteX63" fmla="*/ 5611302 w 12190224"/>
                <a:gd name="connsiteY63" fmla="*/ 1623697 h 1705004"/>
                <a:gd name="connsiteX64" fmla="*/ 5294090 w 12190224"/>
                <a:gd name="connsiteY64" fmla="*/ 1704923 h 1705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0224" h="1705004">
                  <a:moveTo>
                    <a:pt x="5294049" y="1705004"/>
                  </a:moveTo>
                  <a:cubicBezTo>
                    <a:pt x="5221166" y="1705004"/>
                    <a:pt x="5143684" y="1694302"/>
                    <a:pt x="5060017" y="1672978"/>
                  </a:cubicBezTo>
                  <a:cubicBezTo>
                    <a:pt x="4902448" y="1632853"/>
                    <a:pt x="4787976" y="1560621"/>
                    <a:pt x="4664835" y="1423603"/>
                  </a:cubicBezTo>
                  <a:cubicBezTo>
                    <a:pt x="4464415" y="1200599"/>
                    <a:pt x="4246376" y="972874"/>
                    <a:pt x="3979340" y="853192"/>
                  </a:cubicBezTo>
                  <a:cubicBezTo>
                    <a:pt x="3810743" y="777623"/>
                    <a:pt x="3624323" y="755322"/>
                    <a:pt x="3409376" y="784948"/>
                  </a:cubicBezTo>
                  <a:cubicBezTo>
                    <a:pt x="3208753" y="812579"/>
                    <a:pt x="3012241" y="881637"/>
                    <a:pt x="2846452" y="945527"/>
                  </a:cubicBezTo>
                  <a:cubicBezTo>
                    <a:pt x="2756925" y="980036"/>
                    <a:pt x="2668374" y="1019143"/>
                    <a:pt x="2574615" y="1060529"/>
                  </a:cubicBezTo>
                  <a:cubicBezTo>
                    <a:pt x="2240433" y="1208127"/>
                    <a:pt x="1894898" y="1360731"/>
                    <a:pt x="1532801" y="1280238"/>
                  </a:cubicBezTo>
                  <a:cubicBezTo>
                    <a:pt x="1322208" y="1233439"/>
                    <a:pt x="1128015" y="1129384"/>
                    <a:pt x="940211" y="1028706"/>
                  </a:cubicBezTo>
                  <a:lnTo>
                    <a:pt x="925602" y="1020893"/>
                  </a:lnTo>
                  <a:cubicBezTo>
                    <a:pt x="621616" y="858075"/>
                    <a:pt x="322350" y="700711"/>
                    <a:pt x="3714" y="565402"/>
                  </a:cubicBezTo>
                  <a:cubicBezTo>
                    <a:pt x="621" y="564100"/>
                    <a:pt x="-844" y="560519"/>
                    <a:pt x="499" y="557386"/>
                  </a:cubicBezTo>
                  <a:cubicBezTo>
                    <a:pt x="1842" y="554293"/>
                    <a:pt x="5423" y="552828"/>
                    <a:pt x="8516" y="554171"/>
                  </a:cubicBezTo>
                  <a:cubicBezTo>
                    <a:pt x="327600" y="689683"/>
                    <a:pt x="627150" y="847210"/>
                    <a:pt x="931421" y="1010191"/>
                  </a:cubicBezTo>
                  <a:lnTo>
                    <a:pt x="946030" y="1018004"/>
                  </a:lnTo>
                  <a:cubicBezTo>
                    <a:pt x="1133102" y="1118275"/>
                    <a:pt x="1326562" y="1221923"/>
                    <a:pt x="1535487" y="1268355"/>
                  </a:cubicBezTo>
                  <a:cubicBezTo>
                    <a:pt x="1893678" y="1347953"/>
                    <a:pt x="2237381" y="1196204"/>
                    <a:pt x="2569731" y="1049379"/>
                  </a:cubicBezTo>
                  <a:cubicBezTo>
                    <a:pt x="2659503" y="1009743"/>
                    <a:pt x="2752327" y="968764"/>
                    <a:pt x="2842098" y="934133"/>
                  </a:cubicBezTo>
                  <a:cubicBezTo>
                    <a:pt x="3008537" y="869999"/>
                    <a:pt x="3205905" y="800656"/>
                    <a:pt x="3407748" y="772821"/>
                  </a:cubicBezTo>
                  <a:cubicBezTo>
                    <a:pt x="3625015" y="742870"/>
                    <a:pt x="3813592" y="765496"/>
                    <a:pt x="3984345" y="842042"/>
                  </a:cubicBezTo>
                  <a:cubicBezTo>
                    <a:pt x="4253538" y="962660"/>
                    <a:pt x="4472636" y="1191443"/>
                    <a:pt x="4673950" y="1415424"/>
                  </a:cubicBezTo>
                  <a:cubicBezTo>
                    <a:pt x="4795301" y="1550448"/>
                    <a:pt x="4908064" y="1621622"/>
                    <a:pt x="5063069" y="1661136"/>
                  </a:cubicBezTo>
                  <a:cubicBezTo>
                    <a:pt x="5276063" y="1715381"/>
                    <a:pt x="5448362" y="1700121"/>
                    <a:pt x="5605360" y="1613076"/>
                  </a:cubicBezTo>
                  <a:cubicBezTo>
                    <a:pt x="5792961" y="1509102"/>
                    <a:pt x="5932664" y="1336843"/>
                    <a:pt x="6055724" y="1166172"/>
                  </a:cubicBezTo>
                  <a:cubicBezTo>
                    <a:pt x="6116399" y="1082016"/>
                    <a:pt x="6174266" y="993669"/>
                    <a:pt x="6230221" y="908211"/>
                  </a:cubicBezTo>
                  <a:cubicBezTo>
                    <a:pt x="6300907" y="800290"/>
                    <a:pt x="6373994" y="688665"/>
                    <a:pt x="6453632" y="584203"/>
                  </a:cubicBezTo>
                  <a:cubicBezTo>
                    <a:pt x="6571890" y="429036"/>
                    <a:pt x="6707931" y="281397"/>
                    <a:pt x="6900781" y="252260"/>
                  </a:cubicBezTo>
                  <a:cubicBezTo>
                    <a:pt x="7144743" y="215391"/>
                    <a:pt x="7375886" y="276717"/>
                    <a:pt x="7551645" y="424926"/>
                  </a:cubicBezTo>
                  <a:cubicBezTo>
                    <a:pt x="7691633" y="542980"/>
                    <a:pt x="7789991" y="699205"/>
                    <a:pt x="7885093" y="850262"/>
                  </a:cubicBezTo>
                  <a:cubicBezTo>
                    <a:pt x="7900802" y="875248"/>
                    <a:pt x="7917079" y="901049"/>
                    <a:pt x="7933194" y="926198"/>
                  </a:cubicBezTo>
                  <a:lnTo>
                    <a:pt x="7934984" y="929006"/>
                  </a:lnTo>
                  <a:cubicBezTo>
                    <a:pt x="8023902" y="1067651"/>
                    <a:pt x="8145699" y="1257530"/>
                    <a:pt x="8337735" y="1219725"/>
                  </a:cubicBezTo>
                  <a:cubicBezTo>
                    <a:pt x="8427019" y="1202145"/>
                    <a:pt x="8508285" y="1149609"/>
                    <a:pt x="8586906" y="1098782"/>
                  </a:cubicBezTo>
                  <a:cubicBezTo>
                    <a:pt x="8637653" y="1065982"/>
                    <a:pt x="8690107" y="1032084"/>
                    <a:pt x="8743946" y="1008196"/>
                  </a:cubicBezTo>
                  <a:cubicBezTo>
                    <a:pt x="8959951" y="912402"/>
                    <a:pt x="9198622" y="899339"/>
                    <a:pt x="9403762" y="899339"/>
                  </a:cubicBezTo>
                  <a:lnTo>
                    <a:pt x="9405146" y="899339"/>
                  </a:lnTo>
                  <a:cubicBezTo>
                    <a:pt x="9467693" y="899339"/>
                    <a:pt x="9531339" y="900845"/>
                    <a:pt x="9592910" y="902269"/>
                  </a:cubicBezTo>
                  <a:cubicBezTo>
                    <a:pt x="9754872" y="906013"/>
                    <a:pt x="9922329" y="909879"/>
                    <a:pt x="10085757" y="887619"/>
                  </a:cubicBezTo>
                  <a:cubicBezTo>
                    <a:pt x="10313686" y="856570"/>
                    <a:pt x="10533516" y="767734"/>
                    <a:pt x="10777600" y="608050"/>
                  </a:cubicBezTo>
                  <a:cubicBezTo>
                    <a:pt x="10866965" y="549572"/>
                    <a:pt x="10954702" y="485194"/>
                    <a:pt x="11039550" y="422891"/>
                  </a:cubicBezTo>
                  <a:cubicBezTo>
                    <a:pt x="11154632" y="338410"/>
                    <a:pt x="11273623" y="251039"/>
                    <a:pt x="11398677" y="177016"/>
                  </a:cubicBezTo>
                  <a:cubicBezTo>
                    <a:pt x="11643778" y="31941"/>
                    <a:pt x="11908291" y="-24380"/>
                    <a:pt x="12184849" y="9600"/>
                  </a:cubicBezTo>
                  <a:cubicBezTo>
                    <a:pt x="12188186" y="10007"/>
                    <a:pt x="12190586" y="13059"/>
                    <a:pt x="12190180" y="16396"/>
                  </a:cubicBezTo>
                  <a:cubicBezTo>
                    <a:pt x="12189773" y="19733"/>
                    <a:pt x="12186761" y="22093"/>
                    <a:pt x="12183383" y="21727"/>
                  </a:cubicBezTo>
                  <a:cubicBezTo>
                    <a:pt x="11909552" y="-11886"/>
                    <a:pt x="11647644" y="43865"/>
                    <a:pt x="11404902" y="187556"/>
                  </a:cubicBezTo>
                  <a:cubicBezTo>
                    <a:pt x="11280337" y="261253"/>
                    <a:pt x="11161592" y="348461"/>
                    <a:pt x="11046753" y="432739"/>
                  </a:cubicBezTo>
                  <a:cubicBezTo>
                    <a:pt x="10961783" y="495123"/>
                    <a:pt x="10873923" y="559624"/>
                    <a:pt x="10784275" y="618264"/>
                  </a:cubicBezTo>
                  <a:cubicBezTo>
                    <a:pt x="10538644" y="778966"/>
                    <a:pt x="10317186" y="868412"/>
                    <a:pt x="10087386" y="899706"/>
                  </a:cubicBezTo>
                  <a:cubicBezTo>
                    <a:pt x="9923021" y="922087"/>
                    <a:pt x="9755035" y="918221"/>
                    <a:pt x="9592625" y="914437"/>
                  </a:cubicBezTo>
                  <a:cubicBezTo>
                    <a:pt x="9531135" y="913013"/>
                    <a:pt x="9467571" y="911548"/>
                    <a:pt x="9405146" y="911507"/>
                  </a:cubicBezTo>
                  <a:lnTo>
                    <a:pt x="9403762" y="911507"/>
                  </a:lnTo>
                  <a:cubicBezTo>
                    <a:pt x="9199884" y="911507"/>
                    <a:pt x="8962799" y="924407"/>
                    <a:pt x="8748910" y="1019306"/>
                  </a:cubicBezTo>
                  <a:cubicBezTo>
                    <a:pt x="8695967" y="1042787"/>
                    <a:pt x="8643919" y="1076441"/>
                    <a:pt x="8593540" y="1108996"/>
                  </a:cubicBezTo>
                  <a:cubicBezTo>
                    <a:pt x="8513942" y="1160434"/>
                    <a:pt x="8431658" y="1213621"/>
                    <a:pt x="8340096" y="1231649"/>
                  </a:cubicBezTo>
                  <a:cubicBezTo>
                    <a:pt x="8322231" y="1235148"/>
                    <a:pt x="8304936" y="1236817"/>
                    <a:pt x="8288211" y="1236817"/>
                  </a:cubicBezTo>
                  <a:cubicBezTo>
                    <a:pt x="8117905" y="1236817"/>
                    <a:pt x="8007380" y="1064477"/>
                    <a:pt x="7924689" y="935517"/>
                  </a:cubicBezTo>
                  <a:lnTo>
                    <a:pt x="7922898" y="932709"/>
                  </a:lnTo>
                  <a:cubicBezTo>
                    <a:pt x="7906743" y="907519"/>
                    <a:pt x="7890465" y="881678"/>
                    <a:pt x="7874757" y="856692"/>
                  </a:cubicBezTo>
                  <a:cubicBezTo>
                    <a:pt x="7780143" y="706408"/>
                    <a:pt x="7682314" y="550997"/>
                    <a:pt x="7543791" y="434163"/>
                  </a:cubicBezTo>
                  <a:cubicBezTo>
                    <a:pt x="7370718" y="288274"/>
                    <a:pt x="7143034" y="227925"/>
                    <a:pt x="6902612" y="264265"/>
                  </a:cubicBezTo>
                  <a:cubicBezTo>
                    <a:pt x="6714035" y="292751"/>
                    <a:pt x="6580029" y="438396"/>
                    <a:pt x="6463358" y="591528"/>
                  </a:cubicBezTo>
                  <a:cubicBezTo>
                    <a:pt x="6384004" y="695665"/>
                    <a:pt x="6311040" y="807085"/>
                    <a:pt x="6240435" y="914844"/>
                  </a:cubicBezTo>
                  <a:cubicBezTo>
                    <a:pt x="6184399" y="1000383"/>
                    <a:pt x="6126451" y="1088853"/>
                    <a:pt x="6065612" y="1173252"/>
                  </a:cubicBezTo>
                  <a:cubicBezTo>
                    <a:pt x="5941739" y="1345064"/>
                    <a:pt x="5800978" y="1518543"/>
                    <a:pt x="5611302" y="1623697"/>
                  </a:cubicBezTo>
                  <a:cubicBezTo>
                    <a:pt x="5513269" y="1678024"/>
                    <a:pt x="5409540" y="1704923"/>
                    <a:pt x="5294090" y="170492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10" name="Freeform: Shape 9">
              <a:extLst>
                <a:ext uri="{FF2B5EF4-FFF2-40B4-BE49-F238E27FC236}">
                  <a16:creationId xmlns:a16="http://schemas.microsoft.com/office/drawing/2014/main" id="{2188F83E-87BB-E651-454C-54AF40586EF3}"/>
                </a:ext>
              </a:extLst>
            </p:cNvPr>
            <p:cNvSpPr/>
            <p:nvPr/>
          </p:nvSpPr>
          <p:spPr>
            <a:xfrm>
              <a:off x="2064" y="1186132"/>
              <a:ext cx="12190453" cy="1620487"/>
            </a:xfrm>
            <a:custGeom>
              <a:avLst/>
              <a:gdLst>
                <a:gd name="connsiteX0" fmla="*/ 5281109 w 12190453"/>
                <a:gd name="connsiteY0" fmla="*/ 1620487 h 1620487"/>
                <a:gd name="connsiteX1" fmla="*/ 5061848 w 12190453"/>
                <a:gd name="connsiteY1" fmla="*/ 1599937 h 1620487"/>
                <a:gd name="connsiteX2" fmla="*/ 4658283 w 12190453"/>
                <a:gd name="connsiteY2" fmla="*/ 1406964 h 1620487"/>
                <a:gd name="connsiteX3" fmla="*/ 4608311 w 12190453"/>
                <a:gd name="connsiteY3" fmla="*/ 1360288 h 1620487"/>
                <a:gd name="connsiteX4" fmla="*/ 3960336 w 12190453"/>
                <a:gd name="connsiteY4" fmla="*/ 880055 h 1620487"/>
                <a:gd name="connsiteX5" fmla="*/ 3384105 w 12190453"/>
                <a:gd name="connsiteY5" fmla="*/ 799562 h 1620487"/>
                <a:gd name="connsiteX6" fmla="*/ 2809461 w 12190453"/>
                <a:gd name="connsiteY6" fmla="*/ 934667 h 1620487"/>
                <a:gd name="connsiteX7" fmla="*/ 2388601 w 12190453"/>
                <a:gd name="connsiteY7" fmla="*/ 1092723 h 1620487"/>
                <a:gd name="connsiteX8" fmla="*/ 2099102 w 12190453"/>
                <a:gd name="connsiteY8" fmla="*/ 1204103 h 1620487"/>
                <a:gd name="connsiteX9" fmla="*/ 1495281 w 12190453"/>
                <a:gd name="connsiteY9" fmla="*/ 1263517 h 1620487"/>
                <a:gd name="connsiteX10" fmla="*/ 904359 w 12190453"/>
                <a:gd name="connsiteY10" fmla="*/ 1023055 h 1620487"/>
                <a:gd name="connsiteX11" fmla="*/ 887715 w 12190453"/>
                <a:gd name="connsiteY11" fmla="*/ 1014428 h 1620487"/>
                <a:gd name="connsiteX12" fmla="*/ 3714 w 12190453"/>
                <a:gd name="connsiteY12" fmla="*/ 583028 h 1620487"/>
                <a:gd name="connsiteX13" fmla="*/ 499 w 12190453"/>
                <a:gd name="connsiteY13" fmla="*/ 575011 h 1620487"/>
                <a:gd name="connsiteX14" fmla="*/ 8516 w 12190453"/>
                <a:gd name="connsiteY14" fmla="*/ 571796 h 1620487"/>
                <a:gd name="connsiteX15" fmla="*/ 893331 w 12190453"/>
                <a:gd name="connsiteY15" fmla="*/ 1003481 h 1620487"/>
                <a:gd name="connsiteX16" fmla="*/ 909975 w 12190453"/>
                <a:gd name="connsiteY16" fmla="*/ 1012108 h 1620487"/>
                <a:gd name="connsiteX17" fmla="*/ 1497682 w 12190453"/>
                <a:gd name="connsiteY17" fmla="*/ 1251431 h 1620487"/>
                <a:gd name="connsiteX18" fmla="*/ 2094870 w 12190453"/>
                <a:gd name="connsiteY18" fmla="*/ 1192546 h 1620487"/>
                <a:gd name="connsiteX19" fmla="*/ 2384125 w 12190453"/>
                <a:gd name="connsiteY19" fmla="*/ 1081288 h 1620487"/>
                <a:gd name="connsiteX20" fmla="*/ 2805514 w 12190453"/>
                <a:gd name="connsiteY20" fmla="*/ 923069 h 1620487"/>
                <a:gd name="connsiteX21" fmla="*/ 3382965 w 12190453"/>
                <a:gd name="connsiteY21" fmla="*/ 787354 h 1620487"/>
                <a:gd name="connsiteX22" fmla="*/ 3965097 w 12190453"/>
                <a:gd name="connsiteY22" fmla="*/ 868783 h 1620487"/>
                <a:gd name="connsiteX23" fmla="*/ 4616612 w 12190453"/>
                <a:gd name="connsiteY23" fmla="*/ 1351295 h 1620487"/>
                <a:gd name="connsiteX24" fmla="*/ 4666585 w 12190453"/>
                <a:gd name="connsiteY24" fmla="*/ 1397971 h 1620487"/>
                <a:gd name="connsiteX25" fmla="*/ 5063801 w 12190453"/>
                <a:gd name="connsiteY25" fmla="*/ 1587850 h 1620487"/>
                <a:gd name="connsiteX26" fmla="*/ 5604140 w 12190453"/>
                <a:gd name="connsiteY26" fmla="*/ 1529739 h 1620487"/>
                <a:gd name="connsiteX27" fmla="*/ 6058613 w 12190453"/>
                <a:gd name="connsiteY27" fmla="*/ 1094514 h 1620487"/>
                <a:gd name="connsiteX28" fmla="*/ 6222896 w 12190453"/>
                <a:gd name="connsiteY28" fmla="*/ 865365 h 1620487"/>
                <a:gd name="connsiteX29" fmla="*/ 6464253 w 12190453"/>
                <a:gd name="connsiteY29" fmla="*/ 538508 h 1620487"/>
                <a:gd name="connsiteX30" fmla="*/ 6892520 w 12190453"/>
                <a:gd name="connsiteY30" fmla="*/ 243312 h 1620487"/>
                <a:gd name="connsiteX31" fmla="*/ 7556854 w 12190453"/>
                <a:gd name="connsiteY31" fmla="*/ 441290 h 1620487"/>
                <a:gd name="connsiteX32" fmla="*/ 7883425 w 12190453"/>
                <a:gd name="connsiteY32" fmla="*/ 851935 h 1620487"/>
                <a:gd name="connsiteX33" fmla="*/ 7931973 w 12190453"/>
                <a:gd name="connsiteY33" fmla="*/ 925389 h 1620487"/>
                <a:gd name="connsiteX34" fmla="*/ 7936409 w 12190453"/>
                <a:gd name="connsiteY34" fmla="*/ 932022 h 1620487"/>
                <a:gd name="connsiteX35" fmla="*/ 8105819 w 12190453"/>
                <a:gd name="connsiteY35" fmla="*/ 1146318 h 1620487"/>
                <a:gd name="connsiteX36" fmla="*/ 8346932 w 12190453"/>
                <a:gd name="connsiteY36" fmla="*/ 1234787 h 1620487"/>
                <a:gd name="connsiteX37" fmla="*/ 8619299 w 12190453"/>
                <a:gd name="connsiteY37" fmla="*/ 1115471 h 1620487"/>
                <a:gd name="connsiteX38" fmla="*/ 8790581 w 12190453"/>
                <a:gd name="connsiteY38" fmla="*/ 1023502 h 1620487"/>
                <a:gd name="connsiteX39" fmla="*/ 9452596 w 12190453"/>
                <a:gd name="connsiteY39" fmla="*/ 917941 h 1620487"/>
                <a:gd name="connsiteX40" fmla="*/ 9586724 w 12190453"/>
                <a:gd name="connsiteY40" fmla="*/ 917046 h 1620487"/>
                <a:gd name="connsiteX41" fmla="*/ 10085553 w 12190453"/>
                <a:gd name="connsiteY41" fmla="*/ 892426 h 1620487"/>
                <a:gd name="connsiteX42" fmla="*/ 10773938 w 12190453"/>
                <a:gd name="connsiteY42" fmla="*/ 610985 h 1620487"/>
                <a:gd name="connsiteX43" fmla="*/ 11035684 w 12190453"/>
                <a:gd name="connsiteY43" fmla="*/ 427535 h 1620487"/>
                <a:gd name="connsiteX44" fmla="*/ 11396683 w 12190453"/>
                <a:gd name="connsiteY44" fmla="*/ 182433 h 1620487"/>
                <a:gd name="connsiteX45" fmla="*/ 12184971 w 12190453"/>
                <a:gd name="connsiteY45" fmla="*/ 6960 h 1620487"/>
                <a:gd name="connsiteX46" fmla="*/ 12190424 w 12190453"/>
                <a:gd name="connsiteY46" fmla="*/ 13674 h 1620487"/>
                <a:gd name="connsiteX47" fmla="*/ 12183709 w 12190453"/>
                <a:gd name="connsiteY47" fmla="*/ 19127 h 1620487"/>
                <a:gd name="connsiteX48" fmla="*/ 11402868 w 12190453"/>
                <a:gd name="connsiteY48" fmla="*/ 192973 h 1620487"/>
                <a:gd name="connsiteX49" fmla="*/ 11042846 w 12190453"/>
                <a:gd name="connsiteY49" fmla="*/ 437464 h 1620487"/>
                <a:gd name="connsiteX50" fmla="*/ 10780612 w 12190453"/>
                <a:gd name="connsiteY50" fmla="*/ 621240 h 1620487"/>
                <a:gd name="connsiteX51" fmla="*/ 10087304 w 12190453"/>
                <a:gd name="connsiteY51" fmla="*/ 904512 h 1620487"/>
                <a:gd name="connsiteX52" fmla="*/ 9586805 w 12190453"/>
                <a:gd name="connsiteY52" fmla="*/ 929254 h 1620487"/>
                <a:gd name="connsiteX53" fmla="*/ 9452798 w 12190453"/>
                <a:gd name="connsiteY53" fmla="*/ 930150 h 1620487"/>
                <a:gd name="connsiteX54" fmla="*/ 8795098 w 12190453"/>
                <a:gd name="connsiteY54" fmla="*/ 1034856 h 1620487"/>
                <a:gd name="connsiteX55" fmla="*/ 8625688 w 12190453"/>
                <a:gd name="connsiteY55" fmla="*/ 1125889 h 1620487"/>
                <a:gd name="connsiteX56" fmla="*/ 8348479 w 12190453"/>
                <a:gd name="connsiteY56" fmla="*/ 1246914 h 1620487"/>
                <a:gd name="connsiteX57" fmla="*/ 7926276 w 12190453"/>
                <a:gd name="connsiteY57" fmla="*/ 938858 h 1620487"/>
                <a:gd name="connsiteX58" fmla="*/ 7921841 w 12190453"/>
                <a:gd name="connsiteY58" fmla="*/ 932225 h 1620487"/>
                <a:gd name="connsiteX59" fmla="*/ 7873251 w 12190453"/>
                <a:gd name="connsiteY59" fmla="*/ 858691 h 1620487"/>
                <a:gd name="connsiteX60" fmla="*/ 7548878 w 12190453"/>
                <a:gd name="connsiteY60" fmla="*/ 450527 h 1620487"/>
                <a:gd name="connsiteX61" fmla="*/ 6894107 w 12190453"/>
                <a:gd name="connsiteY61" fmla="*/ 255439 h 1620487"/>
                <a:gd name="connsiteX62" fmla="*/ 6473735 w 12190453"/>
                <a:gd name="connsiteY62" fmla="*/ 546281 h 1620487"/>
                <a:gd name="connsiteX63" fmla="*/ 6232988 w 12190453"/>
                <a:gd name="connsiteY63" fmla="*/ 872364 h 1620487"/>
                <a:gd name="connsiteX64" fmla="*/ 6068420 w 12190453"/>
                <a:gd name="connsiteY64" fmla="*/ 1101880 h 1620487"/>
                <a:gd name="connsiteX65" fmla="*/ 5609999 w 12190453"/>
                <a:gd name="connsiteY65" fmla="*/ 1540482 h 1620487"/>
                <a:gd name="connsiteX66" fmla="*/ 5281190 w 12190453"/>
                <a:gd name="connsiteY66" fmla="*/ 1620446 h 162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0453" h="1620487">
                  <a:moveTo>
                    <a:pt x="5281109" y="1620487"/>
                  </a:moveTo>
                  <a:cubicBezTo>
                    <a:pt x="5211277" y="1620487"/>
                    <a:pt x="5138882" y="1612430"/>
                    <a:pt x="5061848" y="1599937"/>
                  </a:cubicBezTo>
                  <a:cubicBezTo>
                    <a:pt x="4895327" y="1572956"/>
                    <a:pt x="4774628" y="1515252"/>
                    <a:pt x="4658283" y="1406964"/>
                  </a:cubicBezTo>
                  <a:cubicBezTo>
                    <a:pt x="4641639" y="1391501"/>
                    <a:pt x="4624995" y="1375915"/>
                    <a:pt x="4608311" y="1360288"/>
                  </a:cubicBezTo>
                  <a:cubicBezTo>
                    <a:pt x="4411716" y="1176391"/>
                    <a:pt x="4208449" y="986226"/>
                    <a:pt x="3960336" y="880055"/>
                  </a:cubicBezTo>
                  <a:cubicBezTo>
                    <a:pt x="3787670" y="806154"/>
                    <a:pt x="3599174" y="779825"/>
                    <a:pt x="3384105" y="799562"/>
                  </a:cubicBezTo>
                  <a:cubicBezTo>
                    <a:pt x="3217543" y="814822"/>
                    <a:pt x="3034948" y="857755"/>
                    <a:pt x="2809461" y="934667"/>
                  </a:cubicBezTo>
                  <a:cubicBezTo>
                    <a:pt x="2667601" y="983052"/>
                    <a:pt x="2525782" y="1038803"/>
                    <a:pt x="2388601" y="1092723"/>
                  </a:cubicBezTo>
                  <a:cubicBezTo>
                    <a:pt x="2293987" y="1129918"/>
                    <a:pt x="2196158" y="1168374"/>
                    <a:pt x="2099102" y="1204103"/>
                  </a:cubicBezTo>
                  <a:cubicBezTo>
                    <a:pt x="1887940" y="1281830"/>
                    <a:pt x="1684794" y="1301851"/>
                    <a:pt x="1495281" y="1263517"/>
                  </a:cubicBezTo>
                  <a:cubicBezTo>
                    <a:pt x="1285583" y="1221114"/>
                    <a:pt x="1091797" y="1120436"/>
                    <a:pt x="904359" y="1023055"/>
                  </a:cubicBezTo>
                  <a:lnTo>
                    <a:pt x="887715" y="1014428"/>
                  </a:lnTo>
                  <a:cubicBezTo>
                    <a:pt x="601716" y="865812"/>
                    <a:pt x="306032" y="712191"/>
                    <a:pt x="3714" y="583028"/>
                  </a:cubicBezTo>
                  <a:cubicBezTo>
                    <a:pt x="621" y="581685"/>
                    <a:pt x="-844" y="578104"/>
                    <a:pt x="499" y="575011"/>
                  </a:cubicBezTo>
                  <a:cubicBezTo>
                    <a:pt x="1842" y="571918"/>
                    <a:pt x="5423" y="570453"/>
                    <a:pt x="8516" y="571796"/>
                  </a:cubicBezTo>
                  <a:cubicBezTo>
                    <a:pt x="311281" y="701123"/>
                    <a:pt x="607169" y="854825"/>
                    <a:pt x="893331" y="1003481"/>
                  </a:cubicBezTo>
                  <a:lnTo>
                    <a:pt x="909975" y="1012108"/>
                  </a:lnTo>
                  <a:cubicBezTo>
                    <a:pt x="1096681" y="1109082"/>
                    <a:pt x="1289693" y="1209394"/>
                    <a:pt x="1497682" y="1251431"/>
                  </a:cubicBezTo>
                  <a:cubicBezTo>
                    <a:pt x="1684916" y="1289317"/>
                    <a:pt x="1885824" y="1269499"/>
                    <a:pt x="2094870" y="1192546"/>
                  </a:cubicBezTo>
                  <a:cubicBezTo>
                    <a:pt x="2191804" y="1156858"/>
                    <a:pt x="2289592" y="1118442"/>
                    <a:pt x="2384125" y="1081288"/>
                  </a:cubicBezTo>
                  <a:cubicBezTo>
                    <a:pt x="2521386" y="1027328"/>
                    <a:pt x="2663369" y="971536"/>
                    <a:pt x="2805514" y="923069"/>
                  </a:cubicBezTo>
                  <a:cubicBezTo>
                    <a:pt x="3031937" y="845831"/>
                    <a:pt x="3215427" y="802695"/>
                    <a:pt x="3382965" y="787354"/>
                  </a:cubicBezTo>
                  <a:cubicBezTo>
                    <a:pt x="3600110" y="767454"/>
                    <a:pt x="3790518" y="794109"/>
                    <a:pt x="3965097" y="868783"/>
                  </a:cubicBezTo>
                  <a:cubicBezTo>
                    <a:pt x="4215163" y="975768"/>
                    <a:pt x="4419245" y="1166705"/>
                    <a:pt x="4616612" y="1351295"/>
                  </a:cubicBezTo>
                  <a:cubicBezTo>
                    <a:pt x="4633296" y="1366921"/>
                    <a:pt x="4649941" y="1382507"/>
                    <a:pt x="4666585" y="1397971"/>
                  </a:cubicBezTo>
                  <a:cubicBezTo>
                    <a:pt x="4782563" y="1505933"/>
                    <a:pt x="4897647" y="1560951"/>
                    <a:pt x="5063801" y="1587850"/>
                  </a:cubicBezTo>
                  <a:cubicBezTo>
                    <a:pt x="5263651" y="1620202"/>
                    <a:pt x="5432003" y="1622725"/>
                    <a:pt x="5604140" y="1529739"/>
                  </a:cubicBezTo>
                  <a:cubicBezTo>
                    <a:pt x="5789868" y="1429387"/>
                    <a:pt x="5932339" y="1261238"/>
                    <a:pt x="6058613" y="1094514"/>
                  </a:cubicBezTo>
                  <a:cubicBezTo>
                    <a:pt x="6115300" y="1019677"/>
                    <a:pt x="6169993" y="941219"/>
                    <a:pt x="6222896" y="865365"/>
                  </a:cubicBezTo>
                  <a:cubicBezTo>
                    <a:pt x="6299116" y="756100"/>
                    <a:pt x="6377900" y="643093"/>
                    <a:pt x="6464253" y="538508"/>
                  </a:cubicBezTo>
                  <a:cubicBezTo>
                    <a:pt x="6574087" y="405479"/>
                    <a:pt x="6710861" y="266426"/>
                    <a:pt x="6892520" y="243312"/>
                  </a:cubicBezTo>
                  <a:cubicBezTo>
                    <a:pt x="7139045" y="212018"/>
                    <a:pt x="7374950" y="282297"/>
                    <a:pt x="7556854" y="441290"/>
                  </a:cubicBezTo>
                  <a:cubicBezTo>
                    <a:pt x="7690168" y="557797"/>
                    <a:pt x="7788404" y="707349"/>
                    <a:pt x="7883425" y="851935"/>
                  </a:cubicBezTo>
                  <a:cubicBezTo>
                    <a:pt x="7899296" y="876067"/>
                    <a:pt x="7915696" y="901053"/>
                    <a:pt x="7931973" y="925389"/>
                  </a:cubicBezTo>
                  <a:lnTo>
                    <a:pt x="7936409" y="932022"/>
                  </a:lnTo>
                  <a:cubicBezTo>
                    <a:pt x="7984347" y="1003806"/>
                    <a:pt x="8038674" y="1085154"/>
                    <a:pt x="8105819" y="1146318"/>
                  </a:cubicBezTo>
                  <a:cubicBezTo>
                    <a:pt x="8183016" y="1216556"/>
                    <a:pt x="8261841" y="1245530"/>
                    <a:pt x="8346932" y="1234787"/>
                  </a:cubicBezTo>
                  <a:cubicBezTo>
                    <a:pt x="8444314" y="1222497"/>
                    <a:pt x="8533271" y="1168089"/>
                    <a:pt x="8619299" y="1115471"/>
                  </a:cubicBezTo>
                  <a:cubicBezTo>
                    <a:pt x="8674724" y="1081573"/>
                    <a:pt x="8731982" y="1046535"/>
                    <a:pt x="8790581" y="1023502"/>
                  </a:cubicBezTo>
                  <a:cubicBezTo>
                    <a:pt x="9015092" y="935196"/>
                    <a:pt x="9251200" y="920587"/>
                    <a:pt x="9452596" y="917941"/>
                  </a:cubicBezTo>
                  <a:cubicBezTo>
                    <a:pt x="9497319" y="917372"/>
                    <a:pt x="9542774" y="917209"/>
                    <a:pt x="9586724" y="917046"/>
                  </a:cubicBezTo>
                  <a:cubicBezTo>
                    <a:pt x="9750600" y="916517"/>
                    <a:pt x="9920050" y="915947"/>
                    <a:pt x="10085553" y="892426"/>
                  </a:cubicBezTo>
                  <a:cubicBezTo>
                    <a:pt x="10308762" y="860725"/>
                    <a:pt x="10527494" y="771320"/>
                    <a:pt x="10773938" y="610985"/>
                  </a:cubicBezTo>
                  <a:cubicBezTo>
                    <a:pt x="10863140" y="552955"/>
                    <a:pt x="10950836" y="489187"/>
                    <a:pt x="11035684" y="427535"/>
                  </a:cubicBezTo>
                  <a:cubicBezTo>
                    <a:pt x="11151459" y="343379"/>
                    <a:pt x="11271181" y="256375"/>
                    <a:pt x="11396683" y="182433"/>
                  </a:cubicBezTo>
                  <a:cubicBezTo>
                    <a:pt x="11642720" y="37521"/>
                    <a:pt x="11907965" y="-21526"/>
                    <a:pt x="12184971" y="6960"/>
                  </a:cubicBezTo>
                  <a:cubicBezTo>
                    <a:pt x="12188308" y="7285"/>
                    <a:pt x="12190749" y="10297"/>
                    <a:pt x="12190424" y="13674"/>
                  </a:cubicBezTo>
                  <a:cubicBezTo>
                    <a:pt x="12190098" y="17011"/>
                    <a:pt x="12187046" y="19453"/>
                    <a:pt x="12183709" y="19127"/>
                  </a:cubicBezTo>
                  <a:cubicBezTo>
                    <a:pt x="11909308" y="-9114"/>
                    <a:pt x="11646586" y="49363"/>
                    <a:pt x="11402868" y="192973"/>
                  </a:cubicBezTo>
                  <a:cubicBezTo>
                    <a:pt x="11277856" y="266630"/>
                    <a:pt x="11158377" y="353471"/>
                    <a:pt x="11042846" y="437464"/>
                  </a:cubicBezTo>
                  <a:cubicBezTo>
                    <a:pt x="10957917" y="499198"/>
                    <a:pt x="10870057" y="563047"/>
                    <a:pt x="10780612" y="621240"/>
                  </a:cubicBezTo>
                  <a:cubicBezTo>
                    <a:pt x="10532621" y="782552"/>
                    <a:pt x="10312343" y="872567"/>
                    <a:pt x="10087304" y="904512"/>
                  </a:cubicBezTo>
                  <a:cubicBezTo>
                    <a:pt x="9920945" y="928115"/>
                    <a:pt x="9751088" y="928685"/>
                    <a:pt x="9586805" y="929254"/>
                  </a:cubicBezTo>
                  <a:cubicBezTo>
                    <a:pt x="9542896" y="929417"/>
                    <a:pt x="9497482" y="929539"/>
                    <a:pt x="9452798" y="930150"/>
                  </a:cubicBezTo>
                  <a:cubicBezTo>
                    <a:pt x="9252542" y="932795"/>
                    <a:pt x="9017777" y="947282"/>
                    <a:pt x="8795098" y="1034856"/>
                  </a:cubicBezTo>
                  <a:cubicBezTo>
                    <a:pt x="8737476" y="1057523"/>
                    <a:pt x="8680666" y="1092276"/>
                    <a:pt x="8625688" y="1125889"/>
                  </a:cubicBezTo>
                  <a:cubicBezTo>
                    <a:pt x="8538562" y="1179199"/>
                    <a:pt x="8448465" y="1234299"/>
                    <a:pt x="8348479" y="1246914"/>
                  </a:cubicBezTo>
                  <a:cubicBezTo>
                    <a:pt x="8148792" y="1272104"/>
                    <a:pt x="8020198" y="1079498"/>
                    <a:pt x="7926276" y="938858"/>
                  </a:cubicBezTo>
                  <a:lnTo>
                    <a:pt x="7921841" y="932225"/>
                  </a:lnTo>
                  <a:cubicBezTo>
                    <a:pt x="7905563" y="907849"/>
                    <a:pt x="7889122" y="882822"/>
                    <a:pt x="7873251" y="858691"/>
                  </a:cubicBezTo>
                  <a:cubicBezTo>
                    <a:pt x="7778678" y="714755"/>
                    <a:pt x="7680930" y="565936"/>
                    <a:pt x="7548878" y="450527"/>
                  </a:cubicBezTo>
                  <a:cubicBezTo>
                    <a:pt x="7369619" y="293854"/>
                    <a:pt x="7137092" y="224593"/>
                    <a:pt x="6894107" y="255439"/>
                  </a:cubicBezTo>
                  <a:cubicBezTo>
                    <a:pt x="6716680" y="277984"/>
                    <a:pt x="6582063" y="415123"/>
                    <a:pt x="6473735" y="546281"/>
                  </a:cubicBezTo>
                  <a:cubicBezTo>
                    <a:pt x="6387707" y="650458"/>
                    <a:pt x="6309045" y="763263"/>
                    <a:pt x="6232988" y="872364"/>
                  </a:cubicBezTo>
                  <a:cubicBezTo>
                    <a:pt x="6180045" y="948299"/>
                    <a:pt x="6125270" y="1026839"/>
                    <a:pt x="6068420" y="1101880"/>
                  </a:cubicBezTo>
                  <a:cubicBezTo>
                    <a:pt x="5941291" y="1269743"/>
                    <a:pt x="5797763" y="1439031"/>
                    <a:pt x="5609999" y="1540482"/>
                  </a:cubicBezTo>
                  <a:cubicBezTo>
                    <a:pt x="5501550" y="1599082"/>
                    <a:pt x="5394767" y="1620446"/>
                    <a:pt x="5281190" y="162044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12" name="Freeform: Shape 11">
              <a:extLst>
                <a:ext uri="{FF2B5EF4-FFF2-40B4-BE49-F238E27FC236}">
                  <a16:creationId xmlns:a16="http://schemas.microsoft.com/office/drawing/2014/main" id="{A54A3724-AE04-1D0B-5965-B1D410E67324}"/>
                </a:ext>
              </a:extLst>
            </p:cNvPr>
            <p:cNvSpPr/>
            <p:nvPr/>
          </p:nvSpPr>
          <p:spPr>
            <a:xfrm>
              <a:off x="1901" y="1233824"/>
              <a:ext cx="12190452" cy="1534664"/>
            </a:xfrm>
            <a:custGeom>
              <a:avLst/>
              <a:gdLst>
                <a:gd name="connsiteX0" fmla="*/ 5265034 w 12190452"/>
                <a:gd name="connsiteY0" fmla="*/ 1534664 h 1534664"/>
                <a:gd name="connsiteX1" fmla="*/ 5068848 w 12190452"/>
                <a:gd name="connsiteY1" fmla="*/ 1524694 h 1534664"/>
                <a:gd name="connsiteX2" fmla="*/ 4651691 w 12190452"/>
                <a:gd name="connsiteY2" fmla="*/ 1383811 h 1534664"/>
                <a:gd name="connsiteX3" fmla="*/ 4493878 w 12190452"/>
                <a:gd name="connsiteY3" fmla="*/ 1260019 h 1534664"/>
                <a:gd name="connsiteX4" fmla="*/ 3958220 w 12190452"/>
                <a:gd name="connsiteY4" fmla="*/ 904392 h 1534664"/>
                <a:gd name="connsiteX5" fmla="*/ 3369048 w 12190452"/>
                <a:gd name="connsiteY5" fmla="*/ 801883 h 1534664"/>
                <a:gd name="connsiteX6" fmla="*/ 2774383 w 12190452"/>
                <a:gd name="connsiteY6" fmla="*/ 910903 h 1534664"/>
                <a:gd name="connsiteX7" fmla="*/ 2272175 w 12190452"/>
                <a:gd name="connsiteY7" fmla="*/ 1085033 h 1534664"/>
                <a:gd name="connsiteX8" fmla="*/ 2024794 w 12190452"/>
                <a:gd name="connsiteY8" fmla="*/ 1175537 h 1534664"/>
                <a:gd name="connsiteX9" fmla="*/ 1459958 w 12190452"/>
                <a:gd name="connsiteY9" fmla="*/ 1233527 h 1534664"/>
                <a:gd name="connsiteX10" fmla="*/ 855933 w 12190452"/>
                <a:gd name="connsiteY10" fmla="*/ 999698 h 1534664"/>
                <a:gd name="connsiteX11" fmla="*/ 806653 w 12190452"/>
                <a:gd name="connsiteY11" fmla="*/ 974915 h 1534664"/>
                <a:gd name="connsiteX12" fmla="*/ 3714 w 12190452"/>
                <a:gd name="connsiteY12" fmla="*/ 591697 h 1534664"/>
                <a:gd name="connsiteX13" fmla="*/ 499 w 12190452"/>
                <a:gd name="connsiteY13" fmla="*/ 583680 h 1534664"/>
                <a:gd name="connsiteX14" fmla="*/ 8516 w 12190452"/>
                <a:gd name="connsiteY14" fmla="*/ 580465 h 1534664"/>
                <a:gd name="connsiteX15" fmla="*/ 812146 w 12190452"/>
                <a:gd name="connsiteY15" fmla="*/ 963968 h 1534664"/>
                <a:gd name="connsiteX16" fmla="*/ 861427 w 12190452"/>
                <a:gd name="connsiteY16" fmla="*/ 988751 h 1534664"/>
                <a:gd name="connsiteX17" fmla="*/ 1462115 w 12190452"/>
                <a:gd name="connsiteY17" fmla="*/ 1221481 h 1534664"/>
                <a:gd name="connsiteX18" fmla="*/ 2020725 w 12190452"/>
                <a:gd name="connsiteY18" fmla="*/ 1163980 h 1534664"/>
                <a:gd name="connsiteX19" fmla="*/ 2267902 w 12190452"/>
                <a:gd name="connsiteY19" fmla="*/ 1073517 h 1534664"/>
                <a:gd name="connsiteX20" fmla="*/ 2770883 w 12190452"/>
                <a:gd name="connsiteY20" fmla="*/ 899101 h 1534664"/>
                <a:gd name="connsiteX21" fmla="*/ 3368519 w 12190452"/>
                <a:gd name="connsiteY21" fmla="*/ 789593 h 1534664"/>
                <a:gd name="connsiteX22" fmla="*/ 3963062 w 12190452"/>
                <a:gd name="connsiteY22" fmla="*/ 893119 h 1534664"/>
                <a:gd name="connsiteX23" fmla="*/ 4501447 w 12190452"/>
                <a:gd name="connsiteY23" fmla="*/ 1250415 h 1534664"/>
                <a:gd name="connsiteX24" fmla="*/ 4659015 w 12190452"/>
                <a:gd name="connsiteY24" fmla="*/ 1374044 h 1534664"/>
                <a:gd name="connsiteX25" fmla="*/ 5069743 w 12190452"/>
                <a:gd name="connsiteY25" fmla="*/ 1512486 h 1534664"/>
                <a:gd name="connsiteX26" fmla="*/ 5610813 w 12190452"/>
                <a:gd name="connsiteY26" fmla="*/ 1444526 h 1534664"/>
                <a:gd name="connsiteX27" fmla="*/ 6072286 w 12190452"/>
                <a:gd name="connsiteY27" fmla="*/ 1022039 h 1534664"/>
                <a:gd name="connsiteX28" fmla="*/ 6229203 w 12190452"/>
                <a:gd name="connsiteY28" fmla="*/ 817794 h 1534664"/>
                <a:gd name="connsiteX29" fmla="*/ 6473084 w 12190452"/>
                <a:gd name="connsiteY29" fmla="*/ 510023 h 1534664"/>
                <a:gd name="connsiteX30" fmla="*/ 6918890 w 12190452"/>
                <a:gd name="connsiteY30" fmla="*/ 231675 h 1534664"/>
                <a:gd name="connsiteX31" fmla="*/ 7561778 w 12190452"/>
                <a:gd name="connsiteY31" fmla="*/ 438035 h 1534664"/>
                <a:gd name="connsiteX32" fmla="*/ 7900679 w 12190452"/>
                <a:gd name="connsiteY32" fmla="*/ 844856 h 1534664"/>
                <a:gd name="connsiteX33" fmla="*/ 7963471 w 12190452"/>
                <a:gd name="connsiteY33" fmla="*/ 934383 h 1534664"/>
                <a:gd name="connsiteX34" fmla="*/ 8379000 w 12190452"/>
                <a:gd name="connsiteY34" fmla="*/ 1235765 h 1534664"/>
                <a:gd name="connsiteX35" fmla="*/ 8660441 w 12190452"/>
                <a:gd name="connsiteY35" fmla="*/ 1122798 h 1534664"/>
                <a:gd name="connsiteX36" fmla="*/ 8815690 w 12190452"/>
                <a:gd name="connsiteY36" fmla="*/ 1041613 h 1534664"/>
                <a:gd name="connsiteX37" fmla="*/ 9473634 w 12190452"/>
                <a:gd name="connsiteY37" fmla="*/ 925553 h 1534664"/>
                <a:gd name="connsiteX38" fmla="*/ 9613704 w 12190452"/>
                <a:gd name="connsiteY38" fmla="*/ 921809 h 1534664"/>
                <a:gd name="connsiteX39" fmla="*/ 10145008 w 12190452"/>
                <a:gd name="connsiteY39" fmla="*/ 880301 h 1534664"/>
                <a:gd name="connsiteX40" fmla="*/ 10779798 w 12190452"/>
                <a:gd name="connsiteY40" fmla="*/ 608341 h 1534664"/>
                <a:gd name="connsiteX41" fmla="*/ 11039020 w 12190452"/>
                <a:gd name="connsiteY41" fmla="*/ 428106 h 1534664"/>
                <a:gd name="connsiteX42" fmla="*/ 11399531 w 12190452"/>
                <a:gd name="connsiteY42" fmla="*/ 185283 h 1534664"/>
                <a:gd name="connsiteX43" fmla="*/ 12184889 w 12190452"/>
                <a:gd name="connsiteY43" fmla="*/ 5130 h 1534664"/>
                <a:gd name="connsiteX44" fmla="*/ 12190424 w 12190452"/>
                <a:gd name="connsiteY44" fmla="*/ 11722 h 1534664"/>
                <a:gd name="connsiteX45" fmla="*/ 12183831 w 12190452"/>
                <a:gd name="connsiteY45" fmla="*/ 17257 h 1534664"/>
                <a:gd name="connsiteX46" fmla="*/ 11405676 w 12190452"/>
                <a:gd name="connsiteY46" fmla="*/ 195782 h 1534664"/>
                <a:gd name="connsiteX47" fmla="*/ 11046101 w 12190452"/>
                <a:gd name="connsiteY47" fmla="*/ 437954 h 1534664"/>
                <a:gd name="connsiteX48" fmla="*/ 10786350 w 12190452"/>
                <a:gd name="connsiteY48" fmla="*/ 618514 h 1534664"/>
                <a:gd name="connsiteX49" fmla="*/ 10147206 w 12190452"/>
                <a:gd name="connsiteY49" fmla="*/ 892224 h 1534664"/>
                <a:gd name="connsiteX50" fmla="*/ 9613907 w 12190452"/>
                <a:gd name="connsiteY50" fmla="*/ 933936 h 1534664"/>
                <a:gd name="connsiteX51" fmla="*/ 9474001 w 12190452"/>
                <a:gd name="connsiteY51" fmla="*/ 937679 h 1534664"/>
                <a:gd name="connsiteX52" fmla="*/ 8820206 w 12190452"/>
                <a:gd name="connsiteY52" fmla="*/ 1052885 h 1534664"/>
                <a:gd name="connsiteX53" fmla="*/ 8666585 w 12190452"/>
                <a:gd name="connsiteY53" fmla="*/ 1133256 h 1534664"/>
                <a:gd name="connsiteX54" fmla="*/ 8379813 w 12190452"/>
                <a:gd name="connsiteY54" fmla="*/ 1247851 h 1534664"/>
                <a:gd name="connsiteX55" fmla="*/ 8359060 w 12190452"/>
                <a:gd name="connsiteY55" fmla="*/ 1248584 h 1534664"/>
                <a:gd name="connsiteX56" fmla="*/ 7953501 w 12190452"/>
                <a:gd name="connsiteY56" fmla="*/ 941383 h 1534664"/>
                <a:gd name="connsiteX57" fmla="*/ 7890628 w 12190452"/>
                <a:gd name="connsiteY57" fmla="*/ 851733 h 1534664"/>
                <a:gd name="connsiteX58" fmla="*/ 7553842 w 12190452"/>
                <a:gd name="connsiteY58" fmla="*/ 447232 h 1534664"/>
                <a:gd name="connsiteX59" fmla="*/ 6919867 w 12190452"/>
                <a:gd name="connsiteY59" fmla="*/ 243720 h 1534664"/>
                <a:gd name="connsiteX60" fmla="*/ 6482200 w 12190452"/>
                <a:gd name="connsiteY60" fmla="*/ 517959 h 1534664"/>
                <a:gd name="connsiteX61" fmla="*/ 6238929 w 12190452"/>
                <a:gd name="connsiteY61" fmla="*/ 824956 h 1534664"/>
                <a:gd name="connsiteX62" fmla="*/ 6081727 w 12190452"/>
                <a:gd name="connsiteY62" fmla="*/ 1029526 h 1534664"/>
                <a:gd name="connsiteX63" fmla="*/ 5616470 w 12190452"/>
                <a:gd name="connsiteY63" fmla="*/ 1455148 h 1534664"/>
                <a:gd name="connsiteX64" fmla="*/ 5264912 w 12190452"/>
                <a:gd name="connsiteY64" fmla="*/ 1534501 h 1534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0452" h="1534664">
                  <a:moveTo>
                    <a:pt x="5265034" y="1534664"/>
                  </a:moveTo>
                  <a:cubicBezTo>
                    <a:pt x="5200534" y="1534664"/>
                    <a:pt x="5135342" y="1529740"/>
                    <a:pt x="5068848" y="1524694"/>
                  </a:cubicBezTo>
                  <a:cubicBezTo>
                    <a:pt x="4886415" y="1510899"/>
                    <a:pt x="4765553" y="1470082"/>
                    <a:pt x="4651691" y="1383811"/>
                  </a:cubicBezTo>
                  <a:cubicBezTo>
                    <a:pt x="4598544" y="1343523"/>
                    <a:pt x="4545316" y="1301079"/>
                    <a:pt x="4493878" y="1260019"/>
                  </a:cubicBezTo>
                  <a:cubicBezTo>
                    <a:pt x="4328090" y="1127681"/>
                    <a:pt x="4156645" y="990826"/>
                    <a:pt x="3958220" y="904392"/>
                  </a:cubicBezTo>
                  <a:cubicBezTo>
                    <a:pt x="3779938" y="826706"/>
                    <a:pt x="3587169" y="793133"/>
                    <a:pt x="3369048" y="801883"/>
                  </a:cubicBezTo>
                  <a:cubicBezTo>
                    <a:pt x="3191906" y="808963"/>
                    <a:pt x="2997387" y="844612"/>
                    <a:pt x="2774383" y="910903"/>
                  </a:cubicBezTo>
                  <a:cubicBezTo>
                    <a:pt x="2604240" y="961486"/>
                    <a:pt x="2435440" y="1024317"/>
                    <a:pt x="2272175" y="1085033"/>
                  </a:cubicBezTo>
                  <a:cubicBezTo>
                    <a:pt x="2191275" y="1115147"/>
                    <a:pt x="2107648" y="1146278"/>
                    <a:pt x="2024794" y="1175537"/>
                  </a:cubicBezTo>
                  <a:cubicBezTo>
                    <a:pt x="1826980" y="1245450"/>
                    <a:pt x="1636937" y="1264983"/>
                    <a:pt x="1459958" y="1233527"/>
                  </a:cubicBezTo>
                  <a:cubicBezTo>
                    <a:pt x="1245255" y="1195396"/>
                    <a:pt x="1047318" y="1095899"/>
                    <a:pt x="855933" y="999698"/>
                  </a:cubicBezTo>
                  <a:lnTo>
                    <a:pt x="806653" y="974915"/>
                  </a:lnTo>
                  <a:cubicBezTo>
                    <a:pt x="546209" y="843920"/>
                    <a:pt x="276895" y="708449"/>
                    <a:pt x="3714" y="591697"/>
                  </a:cubicBezTo>
                  <a:cubicBezTo>
                    <a:pt x="621" y="590354"/>
                    <a:pt x="-844" y="586773"/>
                    <a:pt x="499" y="583680"/>
                  </a:cubicBezTo>
                  <a:cubicBezTo>
                    <a:pt x="1842" y="580587"/>
                    <a:pt x="5423" y="579122"/>
                    <a:pt x="8516" y="580465"/>
                  </a:cubicBezTo>
                  <a:cubicBezTo>
                    <a:pt x="282063" y="697380"/>
                    <a:pt x="551540" y="832892"/>
                    <a:pt x="812146" y="963968"/>
                  </a:cubicBezTo>
                  <a:lnTo>
                    <a:pt x="861427" y="988751"/>
                  </a:lnTo>
                  <a:cubicBezTo>
                    <a:pt x="1052039" y="1084545"/>
                    <a:pt x="1249121" y="1183636"/>
                    <a:pt x="1462115" y="1221481"/>
                  </a:cubicBezTo>
                  <a:cubicBezTo>
                    <a:pt x="1636978" y="1252531"/>
                    <a:pt x="1824945" y="1233201"/>
                    <a:pt x="2020725" y="1163980"/>
                  </a:cubicBezTo>
                  <a:cubicBezTo>
                    <a:pt x="2103497" y="1134721"/>
                    <a:pt x="2187083" y="1103631"/>
                    <a:pt x="2267902" y="1073517"/>
                  </a:cubicBezTo>
                  <a:cubicBezTo>
                    <a:pt x="2431330" y="1012679"/>
                    <a:pt x="2600334" y="949806"/>
                    <a:pt x="2770883" y="899101"/>
                  </a:cubicBezTo>
                  <a:cubicBezTo>
                    <a:pt x="2994864" y="832525"/>
                    <a:pt x="3190360" y="796674"/>
                    <a:pt x="3368519" y="789593"/>
                  </a:cubicBezTo>
                  <a:cubicBezTo>
                    <a:pt x="3588594" y="780803"/>
                    <a:pt x="3783071" y="814661"/>
                    <a:pt x="3963062" y="893119"/>
                  </a:cubicBezTo>
                  <a:cubicBezTo>
                    <a:pt x="4162952" y="980246"/>
                    <a:pt x="4335048" y="1117589"/>
                    <a:pt x="4501447" y="1250415"/>
                  </a:cubicBezTo>
                  <a:cubicBezTo>
                    <a:pt x="4552844" y="1291435"/>
                    <a:pt x="4605991" y="1333838"/>
                    <a:pt x="4659015" y="1374044"/>
                  </a:cubicBezTo>
                  <a:cubicBezTo>
                    <a:pt x="4770884" y="1458769"/>
                    <a:pt x="4889874" y="1498894"/>
                    <a:pt x="5069743" y="1512486"/>
                  </a:cubicBezTo>
                  <a:cubicBezTo>
                    <a:pt x="5256244" y="1526607"/>
                    <a:pt x="5432369" y="1539914"/>
                    <a:pt x="5610813" y="1444526"/>
                  </a:cubicBezTo>
                  <a:cubicBezTo>
                    <a:pt x="5797966" y="1344459"/>
                    <a:pt x="5943204" y="1182333"/>
                    <a:pt x="6072286" y="1022039"/>
                  </a:cubicBezTo>
                  <a:cubicBezTo>
                    <a:pt x="6126084" y="955219"/>
                    <a:pt x="6178539" y="885347"/>
                    <a:pt x="6229203" y="817794"/>
                  </a:cubicBezTo>
                  <a:cubicBezTo>
                    <a:pt x="6306482" y="714797"/>
                    <a:pt x="6386405" y="608341"/>
                    <a:pt x="6473084" y="510023"/>
                  </a:cubicBezTo>
                  <a:cubicBezTo>
                    <a:pt x="6586784" y="381104"/>
                    <a:pt x="6728644" y="247220"/>
                    <a:pt x="6918890" y="231675"/>
                  </a:cubicBezTo>
                  <a:cubicBezTo>
                    <a:pt x="7153980" y="212467"/>
                    <a:pt x="7382275" y="285757"/>
                    <a:pt x="7561778" y="438035"/>
                  </a:cubicBezTo>
                  <a:cubicBezTo>
                    <a:pt x="7698022" y="553648"/>
                    <a:pt x="7801060" y="701693"/>
                    <a:pt x="7900679" y="844856"/>
                  </a:cubicBezTo>
                  <a:cubicBezTo>
                    <a:pt x="7921189" y="874318"/>
                    <a:pt x="7942391" y="904758"/>
                    <a:pt x="7963471" y="934383"/>
                  </a:cubicBezTo>
                  <a:cubicBezTo>
                    <a:pt x="8058085" y="1067169"/>
                    <a:pt x="8187614" y="1249153"/>
                    <a:pt x="8379000" y="1235765"/>
                  </a:cubicBezTo>
                  <a:cubicBezTo>
                    <a:pt x="8479271" y="1228806"/>
                    <a:pt x="8571361" y="1174927"/>
                    <a:pt x="8660441" y="1122798"/>
                  </a:cubicBezTo>
                  <a:cubicBezTo>
                    <a:pt x="8710943" y="1093254"/>
                    <a:pt x="8763194" y="1062692"/>
                    <a:pt x="8815690" y="1041613"/>
                  </a:cubicBezTo>
                  <a:cubicBezTo>
                    <a:pt x="9041706" y="950986"/>
                    <a:pt x="9286034" y="931982"/>
                    <a:pt x="9473634" y="925553"/>
                  </a:cubicBezTo>
                  <a:cubicBezTo>
                    <a:pt x="9520310" y="923965"/>
                    <a:pt x="9567801" y="922867"/>
                    <a:pt x="9613704" y="921809"/>
                  </a:cubicBezTo>
                  <a:cubicBezTo>
                    <a:pt x="9788648" y="917780"/>
                    <a:pt x="9969576" y="913629"/>
                    <a:pt x="10145008" y="880301"/>
                  </a:cubicBezTo>
                  <a:cubicBezTo>
                    <a:pt x="10352061" y="840990"/>
                    <a:pt x="10553782" y="754555"/>
                    <a:pt x="10779798" y="608341"/>
                  </a:cubicBezTo>
                  <a:cubicBezTo>
                    <a:pt x="10868063" y="551247"/>
                    <a:pt x="10954987" y="488659"/>
                    <a:pt x="11039020" y="428106"/>
                  </a:cubicBezTo>
                  <a:cubicBezTo>
                    <a:pt x="11154714" y="344805"/>
                    <a:pt x="11274314" y="258655"/>
                    <a:pt x="11399531" y="185283"/>
                  </a:cubicBezTo>
                  <a:cubicBezTo>
                    <a:pt x="11644714" y="41673"/>
                    <a:pt x="11908941" y="-18920"/>
                    <a:pt x="12184889" y="5130"/>
                  </a:cubicBezTo>
                  <a:cubicBezTo>
                    <a:pt x="12188267" y="5415"/>
                    <a:pt x="12190749" y="8385"/>
                    <a:pt x="12190424" y="11722"/>
                  </a:cubicBezTo>
                  <a:cubicBezTo>
                    <a:pt x="12190139" y="15100"/>
                    <a:pt x="12187168" y="17582"/>
                    <a:pt x="12183831" y="17257"/>
                  </a:cubicBezTo>
                  <a:cubicBezTo>
                    <a:pt x="11910407" y="-6549"/>
                    <a:pt x="11648620" y="53515"/>
                    <a:pt x="11405676" y="195782"/>
                  </a:cubicBezTo>
                  <a:cubicBezTo>
                    <a:pt x="11280948" y="268829"/>
                    <a:pt x="11161551" y="354816"/>
                    <a:pt x="11046101" y="437954"/>
                  </a:cubicBezTo>
                  <a:cubicBezTo>
                    <a:pt x="10961945" y="498588"/>
                    <a:pt x="10874901" y="561258"/>
                    <a:pt x="10786350" y="618514"/>
                  </a:cubicBezTo>
                  <a:cubicBezTo>
                    <a:pt x="10558950" y="765624"/>
                    <a:pt x="10355886" y="852588"/>
                    <a:pt x="10147206" y="892224"/>
                  </a:cubicBezTo>
                  <a:cubicBezTo>
                    <a:pt x="9970796" y="925715"/>
                    <a:pt x="9789381" y="929907"/>
                    <a:pt x="9613907" y="933936"/>
                  </a:cubicBezTo>
                  <a:cubicBezTo>
                    <a:pt x="9568045" y="934994"/>
                    <a:pt x="9520596" y="936092"/>
                    <a:pt x="9474001" y="937679"/>
                  </a:cubicBezTo>
                  <a:cubicBezTo>
                    <a:pt x="9287377" y="944068"/>
                    <a:pt x="9044432" y="962951"/>
                    <a:pt x="8820206" y="1052885"/>
                  </a:cubicBezTo>
                  <a:cubicBezTo>
                    <a:pt x="8768565" y="1073598"/>
                    <a:pt x="8716721" y="1103956"/>
                    <a:pt x="8666585" y="1133256"/>
                  </a:cubicBezTo>
                  <a:cubicBezTo>
                    <a:pt x="8576285" y="1186077"/>
                    <a:pt x="8482933" y="1240730"/>
                    <a:pt x="8379813" y="1247851"/>
                  </a:cubicBezTo>
                  <a:cubicBezTo>
                    <a:pt x="8372814" y="1248339"/>
                    <a:pt x="8365896" y="1248584"/>
                    <a:pt x="8359060" y="1248584"/>
                  </a:cubicBezTo>
                  <a:cubicBezTo>
                    <a:pt x="8172395" y="1248584"/>
                    <a:pt x="8046406" y="1071726"/>
                    <a:pt x="7953501" y="941383"/>
                  </a:cubicBezTo>
                  <a:cubicBezTo>
                    <a:pt x="7932339" y="911716"/>
                    <a:pt x="7911138" y="881236"/>
                    <a:pt x="7890628" y="851733"/>
                  </a:cubicBezTo>
                  <a:cubicBezTo>
                    <a:pt x="7791415" y="709222"/>
                    <a:pt x="7688866" y="561827"/>
                    <a:pt x="7553842" y="447232"/>
                  </a:cubicBezTo>
                  <a:cubicBezTo>
                    <a:pt x="7376863" y="297070"/>
                    <a:pt x="7151661" y="224797"/>
                    <a:pt x="6919867" y="243720"/>
                  </a:cubicBezTo>
                  <a:cubicBezTo>
                    <a:pt x="6733934" y="258899"/>
                    <a:pt x="6594312" y="390871"/>
                    <a:pt x="6482200" y="517959"/>
                  </a:cubicBezTo>
                  <a:cubicBezTo>
                    <a:pt x="6395806" y="615910"/>
                    <a:pt x="6316045" y="722163"/>
                    <a:pt x="6238929" y="824956"/>
                  </a:cubicBezTo>
                  <a:cubicBezTo>
                    <a:pt x="6188184" y="892590"/>
                    <a:pt x="6135688" y="962544"/>
                    <a:pt x="6081727" y="1029526"/>
                  </a:cubicBezTo>
                  <a:cubicBezTo>
                    <a:pt x="5951832" y="1190838"/>
                    <a:pt x="5805576" y="1354063"/>
                    <a:pt x="5616470" y="1455148"/>
                  </a:cubicBezTo>
                  <a:cubicBezTo>
                    <a:pt x="5499026" y="1517939"/>
                    <a:pt x="5383089" y="1534501"/>
                    <a:pt x="5264912" y="153450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13" name="Freeform: Shape 12">
              <a:extLst>
                <a:ext uri="{FF2B5EF4-FFF2-40B4-BE49-F238E27FC236}">
                  <a16:creationId xmlns:a16="http://schemas.microsoft.com/office/drawing/2014/main" id="{FD079C98-B728-C895-6AED-0DA550C0BFB2}"/>
                </a:ext>
              </a:extLst>
            </p:cNvPr>
            <p:cNvSpPr/>
            <p:nvPr/>
          </p:nvSpPr>
          <p:spPr>
            <a:xfrm>
              <a:off x="1738" y="1282091"/>
              <a:ext cx="12190730" cy="1448836"/>
            </a:xfrm>
            <a:custGeom>
              <a:avLst/>
              <a:gdLst>
                <a:gd name="connsiteX0" fmla="*/ 5224421 w 12190730"/>
                <a:gd name="connsiteY0" fmla="*/ 1448836 h 1448836"/>
                <a:gd name="connsiteX1" fmla="*/ 5158945 w 12190730"/>
                <a:gd name="connsiteY1" fmla="*/ 1448429 h 1448836"/>
                <a:gd name="connsiteX2" fmla="*/ 5081015 w 12190730"/>
                <a:gd name="connsiteY2" fmla="*/ 1447982 h 1448836"/>
                <a:gd name="connsiteX3" fmla="*/ 4652301 w 12190730"/>
                <a:gd name="connsiteY3" fmla="*/ 1359512 h 1448836"/>
                <a:gd name="connsiteX4" fmla="*/ 4383068 w 12190730"/>
                <a:gd name="connsiteY4" fmla="*/ 1180864 h 1448836"/>
                <a:gd name="connsiteX5" fmla="*/ 3933111 w 12190730"/>
                <a:gd name="connsiteY5" fmla="*/ 909841 h 1448836"/>
                <a:gd name="connsiteX6" fmla="*/ 3336533 w 12190730"/>
                <a:gd name="connsiteY6" fmla="*/ 793943 h 1448836"/>
                <a:gd name="connsiteX7" fmla="*/ 3328842 w 12190730"/>
                <a:gd name="connsiteY7" fmla="*/ 793943 h 1448836"/>
                <a:gd name="connsiteX8" fmla="*/ 2715091 w 12190730"/>
                <a:gd name="connsiteY8" fmla="*/ 882413 h 1448836"/>
                <a:gd name="connsiteX9" fmla="*/ 2075011 w 12190730"/>
                <a:gd name="connsiteY9" fmla="*/ 1090564 h 1448836"/>
                <a:gd name="connsiteX10" fmla="*/ 1978281 w 12190730"/>
                <a:gd name="connsiteY10" fmla="*/ 1125154 h 1448836"/>
                <a:gd name="connsiteX11" fmla="*/ 1426914 w 12190730"/>
                <a:gd name="connsiteY11" fmla="*/ 1191730 h 1448836"/>
                <a:gd name="connsiteX12" fmla="*/ 836115 w 12190730"/>
                <a:gd name="connsiteY12" fmla="*/ 980608 h 1448836"/>
                <a:gd name="connsiteX13" fmla="*/ 662839 w 12190730"/>
                <a:gd name="connsiteY13" fmla="*/ 897307 h 1448836"/>
                <a:gd name="connsiteX14" fmla="*/ 3714 w 12190730"/>
                <a:gd name="connsiteY14" fmla="*/ 592263 h 1448836"/>
                <a:gd name="connsiteX15" fmla="*/ 499 w 12190730"/>
                <a:gd name="connsiteY15" fmla="*/ 584246 h 1448836"/>
                <a:gd name="connsiteX16" fmla="*/ 8516 w 12190730"/>
                <a:gd name="connsiteY16" fmla="*/ 581031 h 1448836"/>
                <a:gd name="connsiteX17" fmla="*/ 668170 w 12190730"/>
                <a:gd name="connsiteY17" fmla="*/ 886360 h 1448836"/>
                <a:gd name="connsiteX18" fmla="*/ 841405 w 12190730"/>
                <a:gd name="connsiteY18" fmla="*/ 969621 h 1448836"/>
                <a:gd name="connsiteX19" fmla="*/ 1428746 w 12190730"/>
                <a:gd name="connsiteY19" fmla="*/ 1179644 h 1448836"/>
                <a:gd name="connsiteX20" fmla="*/ 1974211 w 12190730"/>
                <a:gd name="connsiteY20" fmla="*/ 1113638 h 1448836"/>
                <a:gd name="connsiteX21" fmla="*/ 2070901 w 12190730"/>
                <a:gd name="connsiteY21" fmla="*/ 1079047 h 1448836"/>
                <a:gd name="connsiteX22" fmla="*/ 2712039 w 12190730"/>
                <a:gd name="connsiteY22" fmla="*/ 870611 h 1448836"/>
                <a:gd name="connsiteX23" fmla="*/ 3328842 w 12190730"/>
                <a:gd name="connsiteY23" fmla="*/ 781735 h 1448836"/>
                <a:gd name="connsiteX24" fmla="*/ 3336574 w 12190730"/>
                <a:gd name="connsiteY24" fmla="*/ 781735 h 1448836"/>
                <a:gd name="connsiteX25" fmla="*/ 3937954 w 12190730"/>
                <a:gd name="connsiteY25" fmla="*/ 898609 h 1448836"/>
                <a:gd name="connsiteX26" fmla="*/ 4390148 w 12190730"/>
                <a:gd name="connsiteY26" fmla="*/ 1170894 h 1448836"/>
                <a:gd name="connsiteX27" fmla="*/ 4658568 w 12190730"/>
                <a:gd name="connsiteY27" fmla="*/ 1349013 h 1448836"/>
                <a:gd name="connsiteX28" fmla="*/ 5081015 w 12190730"/>
                <a:gd name="connsiteY28" fmla="*/ 1435773 h 1448836"/>
                <a:gd name="connsiteX29" fmla="*/ 5159066 w 12190730"/>
                <a:gd name="connsiteY29" fmla="*/ 1436221 h 1448836"/>
                <a:gd name="connsiteX30" fmla="*/ 5625260 w 12190730"/>
                <a:gd name="connsiteY30" fmla="*/ 1359268 h 1448836"/>
                <a:gd name="connsiteX31" fmla="*/ 6096052 w 12190730"/>
                <a:gd name="connsiteY31" fmla="*/ 949599 h 1448836"/>
                <a:gd name="connsiteX32" fmla="*/ 6243040 w 12190730"/>
                <a:gd name="connsiteY32" fmla="*/ 771887 h 1448836"/>
                <a:gd name="connsiteX33" fmla="*/ 6509424 w 12190730"/>
                <a:gd name="connsiteY33" fmla="*/ 463465 h 1448836"/>
                <a:gd name="connsiteX34" fmla="*/ 6945870 w 12190730"/>
                <a:gd name="connsiteY34" fmla="*/ 220765 h 1448836"/>
                <a:gd name="connsiteX35" fmla="*/ 7295637 w 12190730"/>
                <a:gd name="connsiteY35" fmla="*/ 270819 h 1448836"/>
                <a:gd name="connsiteX36" fmla="*/ 7601658 w 12190730"/>
                <a:gd name="connsiteY36" fmla="*/ 447106 h 1448836"/>
                <a:gd name="connsiteX37" fmla="*/ 7935595 w 12190730"/>
                <a:gd name="connsiteY37" fmla="*/ 830690 h 1448836"/>
                <a:gd name="connsiteX38" fmla="*/ 8001032 w 12190730"/>
                <a:gd name="connsiteY38" fmla="*/ 917735 h 1448836"/>
                <a:gd name="connsiteX39" fmla="*/ 8450744 w 12190730"/>
                <a:gd name="connsiteY39" fmla="*/ 1222617 h 1448836"/>
                <a:gd name="connsiteX40" fmla="*/ 8720465 w 12190730"/>
                <a:gd name="connsiteY40" fmla="*/ 1118480 h 1448836"/>
                <a:gd name="connsiteX41" fmla="*/ 8861430 w 12190730"/>
                <a:gd name="connsiteY41" fmla="*/ 1047062 h 1448836"/>
                <a:gd name="connsiteX42" fmla="*/ 9511561 w 12190730"/>
                <a:gd name="connsiteY42" fmla="*/ 923392 h 1448836"/>
                <a:gd name="connsiteX43" fmla="*/ 9653665 w 12190730"/>
                <a:gd name="connsiteY43" fmla="*/ 917084 h 1448836"/>
                <a:gd name="connsiteX44" fmla="*/ 10171216 w 12190730"/>
                <a:gd name="connsiteY44" fmla="*/ 869024 h 1448836"/>
                <a:gd name="connsiteX45" fmla="*/ 10836648 w 12190730"/>
                <a:gd name="connsiteY45" fmla="*/ 573503 h 1448836"/>
                <a:gd name="connsiteX46" fmla="*/ 11046020 w 12190730"/>
                <a:gd name="connsiteY46" fmla="*/ 427247 h 1448836"/>
                <a:gd name="connsiteX47" fmla="*/ 11407263 w 12190730"/>
                <a:gd name="connsiteY47" fmla="*/ 185727 h 1448836"/>
                <a:gd name="connsiteX48" fmla="*/ 12185093 w 12190730"/>
                <a:gd name="connsiteY48" fmla="*/ 3864 h 1448836"/>
                <a:gd name="connsiteX49" fmla="*/ 12190709 w 12190730"/>
                <a:gd name="connsiteY49" fmla="*/ 10416 h 1448836"/>
                <a:gd name="connsiteX50" fmla="*/ 12184157 w 12190730"/>
                <a:gd name="connsiteY50" fmla="*/ 16032 h 1448836"/>
                <a:gd name="connsiteX51" fmla="*/ 11413367 w 12190730"/>
                <a:gd name="connsiteY51" fmla="*/ 196267 h 1448836"/>
                <a:gd name="connsiteX52" fmla="*/ 11053101 w 12190730"/>
                <a:gd name="connsiteY52" fmla="*/ 437136 h 1448836"/>
                <a:gd name="connsiteX53" fmla="*/ 10843403 w 12190730"/>
                <a:gd name="connsiteY53" fmla="*/ 583595 h 1448836"/>
                <a:gd name="connsiteX54" fmla="*/ 10173616 w 12190730"/>
                <a:gd name="connsiteY54" fmla="*/ 880907 h 1448836"/>
                <a:gd name="connsiteX55" fmla="*/ 9654195 w 12190730"/>
                <a:gd name="connsiteY55" fmla="*/ 929170 h 1448836"/>
                <a:gd name="connsiteX56" fmla="*/ 9512253 w 12190730"/>
                <a:gd name="connsiteY56" fmla="*/ 935478 h 1448836"/>
                <a:gd name="connsiteX57" fmla="*/ 8866069 w 12190730"/>
                <a:gd name="connsiteY57" fmla="*/ 1058253 h 1448836"/>
                <a:gd name="connsiteX58" fmla="*/ 8726488 w 12190730"/>
                <a:gd name="connsiteY58" fmla="*/ 1129020 h 1448836"/>
                <a:gd name="connsiteX59" fmla="*/ 8451761 w 12190730"/>
                <a:gd name="connsiteY59" fmla="*/ 1234662 h 1448836"/>
                <a:gd name="connsiteX60" fmla="*/ 8425432 w 12190730"/>
                <a:gd name="connsiteY60" fmla="*/ 1235720 h 1448836"/>
                <a:gd name="connsiteX61" fmla="*/ 7991387 w 12190730"/>
                <a:gd name="connsiteY61" fmla="*/ 925020 h 1448836"/>
                <a:gd name="connsiteX62" fmla="*/ 7925869 w 12190730"/>
                <a:gd name="connsiteY62" fmla="*/ 837852 h 1448836"/>
                <a:gd name="connsiteX63" fmla="*/ 7593804 w 12190730"/>
                <a:gd name="connsiteY63" fmla="*/ 456262 h 1448836"/>
                <a:gd name="connsiteX64" fmla="*/ 7291690 w 12190730"/>
                <a:gd name="connsiteY64" fmla="*/ 282213 h 1448836"/>
                <a:gd name="connsiteX65" fmla="*/ 6946521 w 12190730"/>
                <a:gd name="connsiteY65" fmla="*/ 232810 h 1448836"/>
                <a:gd name="connsiteX66" fmla="*/ 6518214 w 12190730"/>
                <a:gd name="connsiteY66" fmla="*/ 471889 h 1448836"/>
                <a:gd name="connsiteX67" fmla="*/ 6252603 w 12190730"/>
                <a:gd name="connsiteY67" fmla="*/ 779456 h 1448836"/>
                <a:gd name="connsiteX68" fmla="*/ 6105371 w 12190730"/>
                <a:gd name="connsiteY68" fmla="*/ 957453 h 1448836"/>
                <a:gd name="connsiteX69" fmla="*/ 5630916 w 12190730"/>
                <a:gd name="connsiteY69" fmla="*/ 1370011 h 1448836"/>
                <a:gd name="connsiteX70" fmla="*/ 5224503 w 12190730"/>
                <a:gd name="connsiteY70" fmla="*/ 1448714 h 144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2190730" h="1448836">
                  <a:moveTo>
                    <a:pt x="5224421" y="1448836"/>
                  </a:moveTo>
                  <a:cubicBezTo>
                    <a:pt x="5202732" y="1448836"/>
                    <a:pt x="5180920" y="1448633"/>
                    <a:pt x="5158945" y="1448429"/>
                  </a:cubicBezTo>
                  <a:cubicBezTo>
                    <a:pt x="5133632" y="1448185"/>
                    <a:pt x="5107425" y="1447941"/>
                    <a:pt x="5081015" y="1447982"/>
                  </a:cubicBezTo>
                  <a:cubicBezTo>
                    <a:pt x="4940213" y="1448226"/>
                    <a:pt x="4791353" y="1441674"/>
                    <a:pt x="4652301" y="1359512"/>
                  </a:cubicBezTo>
                  <a:cubicBezTo>
                    <a:pt x="4559355" y="1304616"/>
                    <a:pt x="4469747" y="1241702"/>
                    <a:pt x="4383068" y="1180864"/>
                  </a:cubicBezTo>
                  <a:cubicBezTo>
                    <a:pt x="4241940" y="1081815"/>
                    <a:pt x="4096010" y="979428"/>
                    <a:pt x="3933111" y="909841"/>
                  </a:cubicBezTo>
                  <a:cubicBezTo>
                    <a:pt x="3753080" y="832929"/>
                    <a:pt x="3552376" y="793943"/>
                    <a:pt x="3336533" y="793943"/>
                  </a:cubicBezTo>
                  <a:cubicBezTo>
                    <a:pt x="3333970" y="793943"/>
                    <a:pt x="3331406" y="793943"/>
                    <a:pt x="3328842" y="793943"/>
                  </a:cubicBezTo>
                  <a:cubicBezTo>
                    <a:pt x="3141038" y="794757"/>
                    <a:pt x="2940293" y="823691"/>
                    <a:pt x="2715091" y="882413"/>
                  </a:cubicBezTo>
                  <a:cubicBezTo>
                    <a:pt x="2497580" y="939140"/>
                    <a:pt x="2282755" y="1016093"/>
                    <a:pt x="2075011" y="1090564"/>
                  </a:cubicBezTo>
                  <a:cubicBezTo>
                    <a:pt x="2042781" y="1102121"/>
                    <a:pt x="2010551" y="1113678"/>
                    <a:pt x="1978281" y="1125154"/>
                  </a:cubicBezTo>
                  <a:cubicBezTo>
                    <a:pt x="1780263" y="1195636"/>
                    <a:pt x="1599906" y="1217449"/>
                    <a:pt x="1426914" y="1191730"/>
                  </a:cubicBezTo>
                  <a:cubicBezTo>
                    <a:pt x="1226739" y="1161982"/>
                    <a:pt x="1040929" y="1078518"/>
                    <a:pt x="836115" y="980608"/>
                  </a:cubicBezTo>
                  <a:cubicBezTo>
                    <a:pt x="778289" y="952977"/>
                    <a:pt x="719607" y="924694"/>
                    <a:pt x="662839" y="897307"/>
                  </a:cubicBezTo>
                  <a:cubicBezTo>
                    <a:pt x="448462" y="794025"/>
                    <a:pt x="226800" y="687162"/>
                    <a:pt x="3714" y="592263"/>
                  </a:cubicBezTo>
                  <a:cubicBezTo>
                    <a:pt x="621" y="590960"/>
                    <a:pt x="-844" y="587379"/>
                    <a:pt x="499" y="584246"/>
                  </a:cubicBezTo>
                  <a:cubicBezTo>
                    <a:pt x="1842" y="581112"/>
                    <a:pt x="5423" y="579688"/>
                    <a:pt x="8516" y="581031"/>
                  </a:cubicBezTo>
                  <a:cubicBezTo>
                    <a:pt x="231846" y="676011"/>
                    <a:pt x="453670" y="782956"/>
                    <a:pt x="668170" y="886360"/>
                  </a:cubicBezTo>
                  <a:cubicBezTo>
                    <a:pt x="724898" y="913707"/>
                    <a:pt x="783579" y="941989"/>
                    <a:pt x="841405" y="969621"/>
                  </a:cubicBezTo>
                  <a:cubicBezTo>
                    <a:pt x="1045324" y="1067083"/>
                    <a:pt x="1230239" y="1150181"/>
                    <a:pt x="1428746" y="1179644"/>
                  </a:cubicBezTo>
                  <a:cubicBezTo>
                    <a:pt x="1599702" y="1205037"/>
                    <a:pt x="1778106" y="1183469"/>
                    <a:pt x="1974211" y="1113638"/>
                  </a:cubicBezTo>
                  <a:cubicBezTo>
                    <a:pt x="2006482" y="1102162"/>
                    <a:pt x="2038671" y="1090605"/>
                    <a:pt x="2070901" y="1079047"/>
                  </a:cubicBezTo>
                  <a:cubicBezTo>
                    <a:pt x="2278889" y="1004536"/>
                    <a:pt x="2493999" y="927461"/>
                    <a:pt x="2712039" y="870611"/>
                  </a:cubicBezTo>
                  <a:cubicBezTo>
                    <a:pt x="2938259" y="811605"/>
                    <a:pt x="3139980" y="782549"/>
                    <a:pt x="3328842" y="781735"/>
                  </a:cubicBezTo>
                  <a:cubicBezTo>
                    <a:pt x="3331406" y="781735"/>
                    <a:pt x="3334010" y="781735"/>
                    <a:pt x="3336574" y="781735"/>
                  </a:cubicBezTo>
                  <a:cubicBezTo>
                    <a:pt x="3554085" y="781735"/>
                    <a:pt x="3756376" y="821046"/>
                    <a:pt x="3937954" y="898609"/>
                  </a:cubicBezTo>
                  <a:cubicBezTo>
                    <a:pt x="4102033" y="968685"/>
                    <a:pt x="4248492" y="1071478"/>
                    <a:pt x="4390148" y="1170894"/>
                  </a:cubicBezTo>
                  <a:cubicBezTo>
                    <a:pt x="4476624" y="1231570"/>
                    <a:pt x="4566070" y="1294320"/>
                    <a:pt x="4658568" y="1349013"/>
                  </a:cubicBezTo>
                  <a:cubicBezTo>
                    <a:pt x="4794975" y="1429628"/>
                    <a:pt x="4942248" y="1436058"/>
                    <a:pt x="5081015" y="1435773"/>
                  </a:cubicBezTo>
                  <a:cubicBezTo>
                    <a:pt x="5107425" y="1435692"/>
                    <a:pt x="5133714" y="1435977"/>
                    <a:pt x="5159066" y="1436221"/>
                  </a:cubicBezTo>
                  <a:cubicBezTo>
                    <a:pt x="5325587" y="1437849"/>
                    <a:pt x="5469401" y="1439232"/>
                    <a:pt x="5625260" y="1359268"/>
                  </a:cubicBezTo>
                  <a:cubicBezTo>
                    <a:pt x="5810744" y="1264084"/>
                    <a:pt x="5961150" y="1106109"/>
                    <a:pt x="6096052" y="949599"/>
                  </a:cubicBezTo>
                  <a:cubicBezTo>
                    <a:pt x="6146146" y="891447"/>
                    <a:pt x="6195386" y="830690"/>
                    <a:pt x="6243040" y="771887"/>
                  </a:cubicBezTo>
                  <a:cubicBezTo>
                    <a:pt x="6327195" y="667995"/>
                    <a:pt x="6414240" y="560603"/>
                    <a:pt x="6509424" y="463465"/>
                  </a:cubicBezTo>
                  <a:cubicBezTo>
                    <a:pt x="6622188" y="348423"/>
                    <a:pt x="6762217" y="229595"/>
                    <a:pt x="6945870" y="220765"/>
                  </a:cubicBezTo>
                  <a:cubicBezTo>
                    <a:pt x="7065796" y="214986"/>
                    <a:pt x="7183484" y="231834"/>
                    <a:pt x="7295637" y="270819"/>
                  </a:cubicBezTo>
                  <a:cubicBezTo>
                    <a:pt x="7406488" y="309356"/>
                    <a:pt x="7509486" y="368688"/>
                    <a:pt x="7601658" y="447106"/>
                  </a:cubicBezTo>
                  <a:cubicBezTo>
                    <a:pt x="7732083" y="558039"/>
                    <a:pt x="7835528" y="696643"/>
                    <a:pt x="7935595" y="830690"/>
                  </a:cubicBezTo>
                  <a:cubicBezTo>
                    <a:pt x="7956959" y="859339"/>
                    <a:pt x="7979057" y="888924"/>
                    <a:pt x="8001032" y="917735"/>
                  </a:cubicBezTo>
                  <a:cubicBezTo>
                    <a:pt x="8104435" y="1053288"/>
                    <a:pt x="8246011" y="1238935"/>
                    <a:pt x="8450744" y="1222617"/>
                  </a:cubicBezTo>
                  <a:cubicBezTo>
                    <a:pt x="8547880" y="1214885"/>
                    <a:pt x="8635617" y="1165889"/>
                    <a:pt x="8720465" y="1118480"/>
                  </a:cubicBezTo>
                  <a:cubicBezTo>
                    <a:pt x="8766165" y="1092965"/>
                    <a:pt x="8813410" y="1066554"/>
                    <a:pt x="8861430" y="1047062"/>
                  </a:cubicBezTo>
                  <a:cubicBezTo>
                    <a:pt x="9086266" y="955784"/>
                    <a:pt x="9326972" y="933036"/>
                    <a:pt x="9511561" y="923392"/>
                  </a:cubicBezTo>
                  <a:cubicBezTo>
                    <a:pt x="9558888" y="920910"/>
                    <a:pt x="9607071" y="918997"/>
                    <a:pt x="9653665" y="917084"/>
                  </a:cubicBezTo>
                  <a:cubicBezTo>
                    <a:pt x="9824256" y="910166"/>
                    <a:pt x="10000625" y="903045"/>
                    <a:pt x="10171216" y="869024"/>
                  </a:cubicBezTo>
                  <a:cubicBezTo>
                    <a:pt x="10387505" y="825888"/>
                    <a:pt x="10598912" y="732007"/>
                    <a:pt x="10836648" y="573503"/>
                  </a:cubicBezTo>
                  <a:cubicBezTo>
                    <a:pt x="10907374" y="526338"/>
                    <a:pt x="10977857" y="475958"/>
                    <a:pt x="11046020" y="427247"/>
                  </a:cubicBezTo>
                  <a:cubicBezTo>
                    <a:pt x="11161999" y="344353"/>
                    <a:pt x="11281884" y="258651"/>
                    <a:pt x="11407263" y="185727"/>
                  </a:cubicBezTo>
                  <a:cubicBezTo>
                    <a:pt x="11649963" y="44559"/>
                    <a:pt x="11911628" y="-16646"/>
                    <a:pt x="12185093" y="3864"/>
                  </a:cubicBezTo>
                  <a:cubicBezTo>
                    <a:pt x="12188471" y="4109"/>
                    <a:pt x="12190993" y="7039"/>
                    <a:pt x="12190709" y="10416"/>
                  </a:cubicBezTo>
                  <a:cubicBezTo>
                    <a:pt x="12190465" y="13794"/>
                    <a:pt x="12187494" y="16276"/>
                    <a:pt x="12184157" y="16032"/>
                  </a:cubicBezTo>
                  <a:cubicBezTo>
                    <a:pt x="11913255" y="-4315"/>
                    <a:pt x="11653910" y="56360"/>
                    <a:pt x="11413367" y="196267"/>
                  </a:cubicBezTo>
                  <a:cubicBezTo>
                    <a:pt x="11288517" y="268906"/>
                    <a:pt x="11168835" y="354445"/>
                    <a:pt x="11053101" y="437136"/>
                  </a:cubicBezTo>
                  <a:cubicBezTo>
                    <a:pt x="10984857" y="485888"/>
                    <a:pt x="10914292" y="536349"/>
                    <a:pt x="10843403" y="583595"/>
                  </a:cubicBezTo>
                  <a:cubicBezTo>
                    <a:pt x="10604324" y="742994"/>
                    <a:pt x="10391493" y="837486"/>
                    <a:pt x="10173616" y="880907"/>
                  </a:cubicBezTo>
                  <a:cubicBezTo>
                    <a:pt x="10002090" y="915090"/>
                    <a:pt x="9825233" y="922252"/>
                    <a:pt x="9654195" y="929170"/>
                  </a:cubicBezTo>
                  <a:cubicBezTo>
                    <a:pt x="9607641" y="931042"/>
                    <a:pt x="9559499" y="932996"/>
                    <a:pt x="9512253" y="935478"/>
                  </a:cubicBezTo>
                  <a:cubicBezTo>
                    <a:pt x="9162649" y="953709"/>
                    <a:pt x="8983268" y="1010681"/>
                    <a:pt x="8866069" y="1058253"/>
                  </a:cubicBezTo>
                  <a:cubicBezTo>
                    <a:pt x="8818782" y="1077460"/>
                    <a:pt x="8771862" y="1103667"/>
                    <a:pt x="8726488" y="1129020"/>
                  </a:cubicBezTo>
                  <a:cubicBezTo>
                    <a:pt x="8640501" y="1177039"/>
                    <a:pt x="8551543" y="1226727"/>
                    <a:pt x="8451761" y="1234662"/>
                  </a:cubicBezTo>
                  <a:cubicBezTo>
                    <a:pt x="8442889" y="1235354"/>
                    <a:pt x="8434059" y="1235720"/>
                    <a:pt x="8425432" y="1235720"/>
                  </a:cubicBezTo>
                  <a:cubicBezTo>
                    <a:pt x="8228309" y="1235720"/>
                    <a:pt x="8092065" y="1057032"/>
                    <a:pt x="7991387" y="925020"/>
                  </a:cubicBezTo>
                  <a:cubicBezTo>
                    <a:pt x="7969371" y="896127"/>
                    <a:pt x="7947234" y="866501"/>
                    <a:pt x="7925869" y="837852"/>
                  </a:cubicBezTo>
                  <a:cubicBezTo>
                    <a:pt x="7826209" y="704335"/>
                    <a:pt x="7723171" y="566300"/>
                    <a:pt x="7593804" y="456262"/>
                  </a:cubicBezTo>
                  <a:cubicBezTo>
                    <a:pt x="7502771" y="378821"/>
                    <a:pt x="7401117" y="320262"/>
                    <a:pt x="7291690" y="282213"/>
                  </a:cubicBezTo>
                  <a:cubicBezTo>
                    <a:pt x="7181002" y="243716"/>
                    <a:pt x="7064860" y="227113"/>
                    <a:pt x="6946521" y="232810"/>
                  </a:cubicBezTo>
                  <a:cubicBezTo>
                    <a:pt x="6767059" y="241478"/>
                    <a:pt x="6629309" y="358515"/>
                    <a:pt x="6518214" y="471889"/>
                  </a:cubicBezTo>
                  <a:cubicBezTo>
                    <a:pt x="6423437" y="568619"/>
                    <a:pt x="6336596" y="675808"/>
                    <a:pt x="6252603" y="779456"/>
                  </a:cubicBezTo>
                  <a:cubicBezTo>
                    <a:pt x="6204909" y="838300"/>
                    <a:pt x="6155628" y="899179"/>
                    <a:pt x="6105371" y="957453"/>
                  </a:cubicBezTo>
                  <a:cubicBezTo>
                    <a:pt x="5969655" y="1114899"/>
                    <a:pt x="5818273" y="1273892"/>
                    <a:pt x="5630916" y="1370011"/>
                  </a:cubicBezTo>
                  <a:cubicBezTo>
                    <a:pt x="5494021" y="1440250"/>
                    <a:pt x="5361846" y="1448714"/>
                    <a:pt x="5224503" y="1448714"/>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14" name="Freeform: Shape 13">
              <a:extLst>
                <a:ext uri="{FF2B5EF4-FFF2-40B4-BE49-F238E27FC236}">
                  <a16:creationId xmlns:a16="http://schemas.microsoft.com/office/drawing/2014/main" id="{EC651B8C-777A-3B5D-B511-DC75131A2F79}"/>
                </a:ext>
              </a:extLst>
            </p:cNvPr>
            <p:cNvSpPr/>
            <p:nvPr/>
          </p:nvSpPr>
          <p:spPr>
            <a:xfrm>
              <a:off x="1599" y="1331178"/>
              <a:ext cx="12190778" cy="1378181"/>
            </a:xfrm>
            <a:custGeom>
              <a:avLst/>
              <a:gdLst>
                <a:gd name="connsiteX0" fmla="*/ 4928998 w 12190778"/>
                <a:gd name="connsiteY0" fmla="*/ 1378141 h 1378181"/>
                <a:gd name="connsiteX1" fmla="*/ 4644423 w 12190778"/>
                <a:gd name="connsiteY1" fmla="*/ 1324262 h 1378181"/>
                <a:gd name="connsiteX2" fmla="*/ 4293680 w 12190778"/>
                <a:gd name="connsiteY2" fmla="*/ 1123599 h 1378181"/>
                <a:gd name="connsiteX3" fmla="*/ 3917949 w 12190778"/>
                <a:gd name="connsiteY3" fmla="*/ 911907 h 1378181"/>
                <a:gd name="connsiteX4" fmla="*/ 3313680 w 12190778"/>
                <a:gd name="connsiteY4" fmla="*/ 776517 h 1378181"/>
                <a:gd name="connsiteX5" fmla="*/ 2693907 w 12190778"/>
                <a:gd name="connsiteY5" fmla="*/ 833774 h 1378181"/>
                <a:gd name="connsiteX6" fmla="*/ 1918762 w 12190778"/>
                <a:gd name="connsiteY6" fmla="*/ 1069150 h 1378181"/>
                <a:gd name="connsiteX7" fmla="*/ 1380255 w 12190778"/>
                <a:gd name="connsiteY7" fmla="*/ 1137516 h 1378181"/>
                <a:gd name="connsiteX8" fmla="*/ 819814 w 12190778"/>
                <a:gd name="connsiteY8" fmla="*/ 953618 h 1378181"/>
                <a:gd name="connsiteX9" fmla="*/ 525635 w 12190778"/>
                <a:gd name="connsiteY9" fmla="*/ 819205 h 1378181"/>
                <a:gd name="connsiteX10" fmla="*/ 3731 w 12190778"/>
                <a:gd name="connsiteY10" fmla="*/ 585539 h 1378181"/>
                <a:gd name="connsiteX11" fmla="*/ 476 w 12190778"/>
                <a:gd name="connsiteY11" fmla="*/ 577563 h 1378181"/>
                <a:gd name="connsiteX12" fmla="*/ 8452 w 12190778"/>
                <a:gd name="connsiteY12" fmla="*/ 574307 h 1378181"/>
                <a:gd name="connsiteX13" fmla="*/ 530722 w 12190778"/>
                <a:gd name="connsiteY13" fmla="*/ 808137 h 1378181"/>
                <a:gd name="connsiteX14" fmla="*/ 824779 w 12190778"/>
                <a:gd name="connsiteY14" fmla="*/ 942509 h 1378181"/>
                <a:gd name="connsiteX15" fmla="*/ 1381802 w 12190778"/>
                <a:gd name="connsiteY15" fmla="*/ 1125430 h 1378181"/>
                <a:gd name="connsiteX16" fmla="*/ 1914612 w 12190778"/>
                <a:gd name="connsiteY16" fmla="*/ 1057674 h 1378181"/>
                <a:gd name="connsiteX17" fmla="*/ 2691302 w 12190778"/>
                <a:gd name="connsiteY17" fmla="*/ 821851 h 1378181"/>
                <a:gd name="connsiteX18" fmla="*/ 3314169 w 12190778"/>
                <a:gd name="connsiteY18" fmla="*/ 764309 h 1378181"/>
                <a:gd name="connsiteX19" fmla="*/ 3922751 w 12190778"/>
                <a:gd name="connsiteY19" fmla="*/ 900716 h 1378181"/>
                <a:gd name="connsiteX20" fmla="*/ 4300191 w 12190778"/>
                <a:gd name="connsiteY20" fmla="*/ 1113343 h 1378181"/>
                <a:gd name="connsiteX21" fmla="*/ 4649429 w 12190778"/>
                <a:gd name="connsiteY21" fmla="*/ 1313234 h 1378181"/>
                <a:gd name="connsiteX22" fmla="*/ 5096089 w 12190778"/>
                <a:gd name="connsiteY22" fmla="*/ 1358201 h 1378181"/>
                <a:gd name="connsiteX23" fmla="*/ 5230095 w 12190778"/>
                <a:gd name="connsiteY23" fmla="*/ 1352544 h 1378181"/>
                <a:gd name="connsiteX24" fmla="*/ 5626823 w 12190778"/>
                <a:gd name="connsiteY24" fmla="*/ 1282469 h 1378181"/>
                <a:gd name="connsiteX25" fmla="*/ 6131351 w 12190778"/>
                <a:gd name="connsiteY25" fmla="*/ 874061 h 1378181"/>
                <a:gd name="connsiteX26" fmla="*/ 6267270 w 12190778"/>
                <a:gd name="connsiteY26" fmla="*/ 717470 h 1378181"/>
                <a:gd name="connsiteX27" fmla="*/ 7012667 w 12190778"/>
                <a:gd name="connsiteY27" fmla="*/ 210094 h 1378181"/>
                <a:gd name="connsiteX28" fmla="*/ 7646439 w 12190778"/>
                <a:gd name="connsiteY28" fmla="*/ 443964 h 1378181"/>
                <a:gd name="connsiteX29" fmla="*/ 7980742 w 12190778"/>
                <a:gd name="connsiteY29" fmla="*/ 804596 h 1378181"/>
                <a:gd name="connsiteX30" fmla="*/ 8062212 w 12190778"/>
                <a:gd name="connsiteY30" fmla="*/ 904338 h 1378181"/>
                <a:gd name="connsiteX31" fmla="*/ 8507529 w 12190778"/>
                <a:gd name="connsiteY31" fmla="*/ 1200755 h 1378181"/>
                <a:gd name="connsiteX32" fmla="*/ 8515831 w 12190778"/>
                <a:gd name="connsiteY32" fmla="*/ 1200673 h 1378181"/>
                <a:gd name="connsiteX33" fmla="*/ 8811311 w 12190778"/>
                <a:gd name="connsiteY33" fmla="*/ 1097839 h 1378181"/>
                <a:gd name="connsiteX34" fmla="*/ 8956305 w 12190778"/>
                <a:gd name="connsiteY34" fmla="*/ 1027845 h 1378181"/>
                <a:gd name="connsiteX35" fmla="*/ 9554796 w 12190778"/>
                <a:gd name="connsiteY35" fmla="*/ 912924 h 1378181"/>
                <a:gd name="connsiteX36" fmla="*/ 9708579 w 12190778"/>
                <a:gd name="connsiteY36" fmla="*/ 903768 h 1378181"/>
                <a:gd name="connsiteX37" fmla="*/ 10201387 w 12190778"/>
                <a:gd name="connsiteY37" fmla="*/ 852412 h 1378181"/>
                <a:gd name="connsiteX38" fmla="*/ 10853920 w 12190778"/>
                <a:gd name="connsiteY38" fmla="*/ 564500 h 1378181"/>
                <a:gd name="connsiteX39" fmla="*/ 11070006 w 12190778"/>
                <a:gd name="connsiteY39" fmla="*/ 415234 h 1378181"/>
                <a:gd name="connsiteX40" fmla="*/ 11416477 w 12190778"/>
                <a:gd name="connsiteY40" fmla="*/ 185230 h 1378181"/>
                <a:gd name="connsiteX41" fmla="*/ 12185069 w 12190778"/>
                <a:gd name="connsiteY41" fmla="*/ 3001 h 1378181"/>
                <a:gd name="connsiteX42" fmla="*/ 12190767 w 12190778"/>
                <a:gd name="connsiteY42" fmla="*/ 9512 h 1378181"/>
                <a:gd name="connsiteX43" fmla="*/ 12184255 w 12190778"/>
                <a:gd name="connsiteY43" fmla="*/ 15209 h 1378181"/>
                <a:gd name="connsiteX44" fmla="*/ 11422581 w 12190778"/>
                <a:gd name="connsiteY44" fmla="*/ 195810 h 1378181"/>
                <a:gd name="connsiteX45" fmla="*/ 11077046 w 12190778"/>
                <a:gd name="connsiteY45" fmla="*/ 425204 h 1378181"/>
                <a:gd name="connsiteX46" fmla="*/ 10860552 w 12190778"/>
                <a:gd name="connsiteY46" fmla="*/ 574714 h 1378181"/>
                <a:gd name="connsiteX47" fmla="*/ 10203788 w 12190778"/>
                <a:gd name="connsiteY47" fmla="*/ 864376 h 1378181"/>
                <a:gd name="connsiteX48" fmla="*/ 9709231 w 12190778"/>
                <a:gd name="connsiteY48" fmla="*/ 915976 h 1378181"/>
                <a:gd name="connsiteX49" fmla="*/ 9555610 w 12190778"/>
                <a:gd name="connsiteY49" fmla="*/ 925092 h 1378181"/>
                <a:gd name="connsiteX50" fmla="*/ 8960701 w 12190778"/>
                <a:gd name="connsiteY50" fmla="*/ 1039199 h 1378181"/>
                <a:gd name="connsiteX51" fmla="*/ 8817009 w 12190778"/>
                <a:gd name="connsiteY51" fmla="*/ 1108623 h 1378181"/>
                <a:gd name="connsiteX52" fmla="*/ 8516116 w 12190778"/>
                <a:gd name="connsiteY52" fmla="*/ 1212882 h 1378181"/>
                <a:gd name="connsiteX53" fmla="*/ 8252295 w 12190778"/>
                <a:gd name="connsiteY53" fmla="*/ 1116721 h 1378181"/>
                <a:gd name="connsiteX54" fmla="*/ 8052812 w 12190778"/>
                <a:gd name="connsiteY54" fmla="*/ 912192 h 1378181"/>
                <a:gd name="connsiteX55" fmla="*/ 7971260 w 12190778"/>
                <a:gd name="connsiteY55" fmla="*/ 812287 h 1378181"/>
                <a:gd name="connsiteX56" fmla="*/ 7638666 w 12190778"/>
                <a:gd name="connsiteY56" fmla="*/ 453405 h 1378181"/>
                <a:gd name="connsiteX57" fmla="*/ 7012422 w 12190778"/>
                <a:gd name="connsiteY57" fmla="*/ 222302 h 1378181"/>
                <a:gd name="connsiteX58" fmla="*/ 7002981 w 12190778"/>
                <a:gd name="connsiteY58" fmla="*/ 222221 h 1378181"/>
                <a:gd name="connsiteX59" fmla="*/ 6276589 w 12190778"/>
                <a:gd name="connsiteY59" fmla="*/ 725324 h 1378181"/>
                <a:gd name="connsiteX60" fmla="*/ 6140304 w 12190778"/>
                <a:gd name="connsiteY60" fmla="*/ 882322 h 1378181"/>
                <a:gd name="connsiteX61" fmla="*/ 5632032 w 12190778"/>
                <a:gd name="connsiteY61" fmla="*/ 1293497 h 1378181"/>
                <a:gd name="connsiteX62" fmla="*/ 5230461 w 12190778"/>
                <a:gd name="connsiteY62" fmla="*/ 1364712 h 1378181"/>
                <a:gd name="connsiteX63" fmla="*/ 5096944 w 12190778"/>
                <a:gd name="connsiteY63" fmla="*/ 1370328 h 1378181"/>
                <a:gd name="connsiteX64" fmla="*/ 4928917 w 12190778"/>
                <a:gd name="connsiteY64" fmla="*/ 1378182 h 137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0778" h="1378181">
                  <a:moveTo>
                    <a:pt x="4928998" y="1378141"/>
                  </a:moveTo>
                  <a:cubicBezTo>
                    <a:pt x="4833367" y="1378141"/>
                    <a:pt x="4737532" y="1366747"/>
                    <a:pt x="4644423" y="1324262"/>
                  </a:cubicBezTo>
                  <a:cubicBezTo>
                    <a:pt x="4521486" y="1268185"/>
                    <a:pt x="4405711" y="1194691"/>
                    <a:pt x="4293680" y="1123599"/>
                  </a:cubicBezTo>
                  <a:cubicBezTo>
                    <a:pt x="4174038" y="1047663"/>
                    <a:pt x="4050369" y="969164"/>
                    <a:pt x="3917949" y="911907"/>
                  </a:cubicBezTo>
                  <a:cubicBezTo>
                    <a:pt x="3733035" y="831943"/>
                    <a:pt x="3529726" y="786406"/>
                    <a:pt x="3313680" y="776517"/>
                  </a:cubicBezTo>
                  <a:cubicBezTo>
                    <a:pt x="3121237" y="767686"/>
                    <a:pt x="2912720" y="786976"/>
                    <a:pt x="2693907" y="833774"/>
                  </a:cubicBezTo>
                  <a:cubicBezTo>
                    <a:pt x="2428580" y="890542"/>
                    <a:pt x="2175828" y="977506"/>
                    <a:pt x="1918762" y="1069150"/>
                  </a:cubicBezTo>
                  <a:cubicBezTo>
                    <a:pt x="1729982" y="1136417"/>
                    <a:pt x="1548811" y="1159450"/>
                    <a:pt x="1380255" y="1137516"/>
                  </a:cubicBezTo>
                  <a:cubicBezTo>
                    <a:pt x="1184760" y="1112082"/>
                    <a:pt x="1003589" y="1036024"/>
                    <a:pt x="819814" y="953618"/>
                  </a:cubicBezTo>
                  <a:cubicBezTo>
                    <a:pt x="721374" y="909506"/>
                    <a:pt x="621877" y="863603"/>
                    <a:pt x="525635" y="819205"/>
                  </a:cubicBezTo>
                  <a:cubicBezTo>
                    <a:pt x="355452" y="740706"/>
                    <a:pt x="179530" y="659562"/>
                    <a:pt x="3731" y="585539"/>
                  </a:cubicBezTo>
                  <a:cubicBezTo>
                    <a:pt x="638" y="584237"/>
                    <a:pt x="-827" y="580656"/>
                    <a:pt x="476" y="577563"/>
                  </a:cubicBezTo>
                  <a:cubicBezTo>
                    <a:pt x="1778" y="574470"/>
                    <a:pt x="5359" y="573005"/>
                    <a:pt x="8452" y="574307"/>
                  </a:cubicBezTo>
                  <a:cubicBezTo>
                    <a:pt x="184414" y="648412"/>
                    <a:pt x="360457" y="729597"/>
                    <a:pt x="530722" y="808137"/>
                  </a:cubicBezTo>
                  <a:cubicBezTo>
                    <a:pt x="626923" y="852534"/>
                    <a:pt x="726421" y="898437"/>
                    <a:pt x="824779" y="942509"/>
                  </a:cubicBezTo>
                  <a:cubicBezTo>
                    <a:pt x="1007699" y="1024508"/>
                    <a:pt x="1187934" y="1100199"/>
                    <a:pt x="1381802" y="1125430"/>
                  </a:cubicBezTo>
                  <a:cubicBezTo>
                    <a:pt x="1548404" y="1147120"/>
                    <a:pt x="1727703" y="1124331"/>
                    <a:pt x="1914612" y="1057674"/>
                  </a:cubicBezTo>
                  <a:cubicBezTo>
                    <a:pt x="2172084" y="965908"/>
                    <a:pt x="2425243" y="878782"/>
                    <a:pt x="2691302" y="821851"/>
                  </a:cubicBezTo>
                  <a:cubicBezTo>
                    <a:pt x="2911092" y="774808"/>
                    <a:pt x="3120667" y="755478"/>
                    <a:pt x="3314169" y="764309"/>
                  </a:cubicBezTo>
                  <a:cubicBezTo>
                    <a:pt x="3531679" y="774279"/>
                    <a:pt x="3736453" y="820141"/>
                    <a:pt x="3922751" y="900716"/>
                  </a:cubicBezTo>
                  <a:cubicBezTo>
                    <a:pt x="4056066" y="958339"/>
                    <a:pt x="4180142" y="1037123"/>
                    <a:pt x="4300191" y="1113343"/>
                  </a:cubicBezTo>
                  <a:cubicBezTo>
                    <a:pt x="4411856" y="1184233"/>
                    <a:pt x="4527305" y="1257483"/>
                    <a:pt x="4649429" y="1313234"/>
                  </a:cubicBezTo>
                  <a:cubicBezTo>
                    <a:pt x="4794544" y="1379403"/>
                    <a:pt x="4947840" y="1368619"/>
                    <a:pt x="5096089" y="1358201"/>
                  </a:cubicBezTo>
                  <a:cubicBezTo>
                    <a:pt x="5141910" y="1354986"/>
                    <a:pt x="5186756" y="1353724"/>
                    <a:pt x="5230095" y="1352544"/>
                  </a:cubicBezTo>
                  <a:cubicBezTo>
                    <a:pt x="5365444" y="1348841"/>
                    <a:pt x="5493265" y="1345301"/>
                    <a:pt x="5626823" y="1282469"/>
                  </a:cubicBezTo>
                  <a:cubicBezTo>
                    <a:pt x="5822726" y="1190296"/>
                    <a:pt x="5985096" y="1031711"/>
                    <a:pt x="6131351" y="874061"/>
                  </a:cubicBezTo>
                  <a:cubicBezTo>
                    <a:pt x="6175341" y="826652"/>
                    <a:pt x="6219983" y="773628"/>
                    <a:pt x="6267270" y="717470"/>
                  </a:cubicBezTo>
                  <a:cubicBezTo>
                    <a:pt x="6469805" y="476967"/>
                    <a:pt x="6699361" y="204397"/>
                    <a:pt x="7012667" y="210094"/>
                  </a:cubicBezTo>
                  <a:cubicBezTo>
                    <a:pt x="7250117" y="214448"/>
                    <a:pt x="7463315" y="293110"/>
                    <a:pt x="7646439" y="443964"/>
                  </a:cubicBezTo>
                  <a:cubicBezTo>
                    <a:pt x="7774097" y="549118"/>
                    <a:pt x="7879128" y="679014"/>
                    <a:pt x="7980742" y="804596"/>
                  </a:cubicBezTo>
                  <a:cubicBezTo>
                    <a:pt x="8007315" y="837436"/>
                    <a:pt x="8034784" y="871416"/>
                    <a:pt x="8062212" y="904338"/>
                  </a:cubicBezTo>
                  <a:cubicBezTo>
                    <a:pt x="8192230" y="1060604"/>
                    <a:pt x="8324242" y="1200755"/>
                    <a:pt x="8507529" y="1200755"/>
                  </a:cubicBezTo>
                  <a:cubicBezTo>
                    <a:pt x="8510296" y="1200755"/>
                    <a:pt x="8513064" y="1200755"/>
                    <a:pt x="8515831" y="1200673"/>
                  </a:cubicBezTo>
                  <a:cubicBezTo>
                    <a:pt x="8622409" y="1198232"/>
                    <a:pt x="8718407" y="1147201"/>
                    <a:pt x="8811311" y="1097839"/>
                  </a:cubicBezTo>
                  <a:cubicBezTo>
                    <a:pt x="8858354" y="1072853"/>
                    <a:pt x="8906984" y="1047012"/>
                    <a:pt x="8956305" y="1027845"/>
                  </a:cubicBezTo>
                  <a:cubicBezTo>
                    <a:pt x="9160550" y="948491"/>
                    <a:pt x="9383432" y="924766"/>
                    <a:pt x="9554796" y="912924"/>
                  </a:cubicBezTo>
                  <a:cubicBezTo>
                    <a:pt x="9606030" y="909384"/>
                    <a:pt x="9658159" y="906535"/>
                    <a:pt x="9708579" y="903768"/>
                  </a:cubicBezTo>
                  <a:cubicBezTo>
                    <a:pt x="9871072" y="894856"/>
                    <a:pt x="10039058" y="885659"/>
                    <a:pt x="10201387" y="852412"/>
                  </a:cubicBezTo>
                  <a:cubicBezTo>
                    <a:pt x="10412753" y="809113"/>
                    <a:pt x="10620130" y="717633"/>
                    <a:pt x="10853920" y="564500"/>
                  </a:cubicBezTo>
                  <a:cubicBezTo>
                    <a:pt x="10927088" y="516603"/>
                    <a:pt x="10999727" y="465084"/>
                    <a:pt x="11070006" y="415234"/>
                  </a:cubicBezTo>
                  <a:cubicBezTo>
                    <a:pt x="11181264" y="336368"/>
                    <a:pt x="11296307" y="254776"/>
                    <a:pt x="11416477" y="185230"/>
                  </a:cubicBezTo>
                  <a:cubicBezTo>
                    <a:pt x="11656166" y="46544"/>
                    <a:pt x="11914819" y="-14783"/>
                    <a:pt x="12185069" y="3001"/>
                  </a:cubicBezTo>
                  <a:cubicBezTo>
                    <a:pt x="12188447" y="3204"/>
                    <a:pt x="12190970" y="6134"/>
                    <a:pt x="12190767" y="9512"/>
                  </a:cubicBezTo>
                  <a:cubicBezTo>
                    <a:pt x="12190563" y="12889"/>
                    <a:pt x="12187715" y="15412"/>
                    <a:pt x="12184255" y="15209"/>
                  </a:cubicBezTo>
                  <a:cubicBezTo>
                    <a:pt x="11916446" y="-2412"/>
                    <a:pt x="11660154" y="58345"/>
                    <a:pt x="11422581" y="195810"/>
                  </a:cubicBezTo>
                  <a:cubicBezTo>
                    <a:pt x="11302858" y="265072"/>
                    <a:pt x="11188060" y="346460"/>
                    <a:pt x="11077046" y="425204"/>
                  </a:cubicBezTo>
                  <a:cubicBezTo>
                    <a:pt x="11006686" y="475095"/>
                    <a:pt x="10933924" y="526695"/>
                    <a:pt x="10860552" y="574714"/>
                  </a:cubicBezTo>
                  <a:cubicBezTo>
                    <a:pt x="10625421" y="728701"/>
                    <a:pt x="10416741" y="820752"/>
                    <a:pt x="10203788" y="864376"/>
                  </a:cubicBezTo>
                  <a:cubicBezTo>
                    <a:pt x="10040604" y="897827"/>
                    <a:pt x="9872130" y="907024"/>
                    <a:pt x="9709231" y="915976"/>
                  </a:cubicBezTo>
                  <a:cubicBezTo>
                    <a:pt x="9658851" y="918744"/>
                    <a:pt x="9606763" y="921592"/>
                    <a:pt x="9555610" y="925092"/>
                  </a:cubicBezTo>
                  <a:cubicBezTo>
                    <a:pt x="9385141" y="936852"/>
                    <a:pt x="9163439" y="960455"/>
                    <a:pt x="8960701" y="1039199"/>
                  </a:cubicBezTo>
                  <a:cubicBezTo>
                    <a:pt x="8912030" y="1058121"/>
                    <a:pt x="8863726" y="1083800"/>
                    <a:pt x="8817009" y="1108623"/>
                  </a:cubicBezTo>
                  <a:cubicBezTo>
                    <a:pt x="8722883" y="1158636"/>
                    <a:pt x="8625542" y="1210359"/>
                    <a:pt x="8516116" y="1212882"/>
                  </a:cubicBezTo>
                  <a:cubicBezTo>
                    <a:pt x="8425571" y="1214916"/>
                    <a:pt x="8339380" y="1183500"/>
                    <a:pt x="8252295" y="1116721"/>
                  </a:cubicBezTo>
                  <a:cubicBezTo>
                    <a:pt x="8177621" y="1059464"/>
                    <a:pt x="8112836" y="984261"/>
                    <a:pt x="8052812" y="912192"/>
                  </a:cubicBezTo>
                  <a:cubicBezTo>
                    <a:pt x="8025343" y="879189"/>
                    <a:pt x="7997834" y="845168"/>
                    <a:pt x="7971260" y="812287"/>
                  </a:cubicBezTo>
                  <a:cubicBezTo>
                    <a:pt x="7870054" y="687153"/>
                    <a:pt x="7765347" y="557745"/>
                    <a:pt x="7638666" y="453405"/>
                  </a:cubicBezTo>
                  <a:cubicBezTo>
                    <a:pt x="7457740" y="304342"/>
                    <a:pt x="7247025" y="226616"/>
                    <a:pt x="7012422" y="222302"/>
                  </a:cubicBezTo>
                  <a:cubicBezTo>
                    <a:pt x="7009289" y="222261"/>
                    <a:pt x="7006115" y="222221"/>
                    <a:pt x="7002981" y="222221"/>
                  </a:cubicBezTo>
                  <a:cubicBezTo>
                    <a:pt x="6700216" y="222221"/>
                    <a:pt x="6475299" y="489338"/>
                    <a:pt x="6276589" y="725324"/>
                  </a:cubicBezTo>
                  <a:cubicBezTo>
                    <a:pt x="6229221" y="781563"/>
                    <a:pt x="6184498" y="834710"/>
                    <a:pt x="6140304" y="882322"/>
                  </a:cubicBezTo>
                  <a:cubicBezTo>
                    <a:pt x="5993194" y="1040867"/>
                    <a:pt x="5829847" y="1200429"/>
                    <a:pt x="5632032" y="1293497"/>
                  </a:cubicBezTo>
                  <a:cubicBezTo>
                    <a:pt x="5496195" y="1357428"/>
                    <a:pt x="5367113" y="1360968"/>
                    <a:pt x="5230461" y="1364712"/>
                  </a:cubicBezTo>
                  <a:cubicBezTo>
                    <a:pt x="5187244" y="1365892"/>
                    <a:pt x="5142521" y="1367113"/>
                    <a:pt x="5096944" y="1370328"/>
                  </a:cubicBezTo>
                  <a:cubicBezTo>
                    <a:pt x="5041437" y="1374234"/>
                    <a:pt x="4985238" y="1378182"/>
                    <a:pt x="4928917" y="1378182"/>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15" name="Freeform: Shape 14">
              <a:extLst>
                <a:ext uri="{FF2B5EF4-FFF2-40B4-BE49-F238E27FC236}">
                  <a16:creationId xmlns:a16="http://schemas.microsoft.com/office/drawing/2014/main" id="{FA6B8645-575C-0BA5-0E0B-EE68D6EB025C}"/>
                </a:ext>
              </a:extLst>
            </p:cNvPr>
            <p:cNvSpPr/>
            <p:nvPr/>
          </p:nvSpPr>
          <p:spPr>
            <a:xfrm>
              <a:off x="1478" y="1380914"/>
              <a:ext cx="12191061" cy="1317499"/>
            </a:xfrm>
            <a:custGeom>
              <a:avLst/>
              <a:gdLst>
                <a:gd name="connsiteX0" fmla="*/ 4846673 w 12191061"/>
                <a:gd name="connsiteY0" fmla="*/ 1317458 h 1317499"/>
                <a:gd name="connsiteX1" fmla="*/ 4637993 w 12191061"/>
                <a:gd name="connsiteY1" fmla="*/ 1286002 h 1317499"/>
                <a:gd name="connsiteX2" fmla="*/ 4213674 w 12191061"/>
                <a:gd name="connsiteY2" fmla="*/ 1073863 h 1317499"/>
                <a:gd name="connsiteX3" fmla="*/ 3888120 w 12191061"/>
                <a:gd name="connsiteY3" fmla="*/ 900180 h 1317499"/>
                <a:gd name="connsiteX4" fmla="*/ 2637667 w 12191061"/>
                <a:gd name="connsiteY4" fmla="*/ 783672 h 1317499"/>
                <a:gd name="connsiteX5" fmla="*/ 1879044 w 12191061"/>
                <a:gd name="connsiteY5" fmla="*/ 996828 h 1317499"/>
                <a:gd name="connsiteX6" fmla="*/ 1352135 w 12191061"/>
                <a:gd name="connsiteY6" fmla="*/ 1076386 h 1317499"/>
                <a:gd name="connsiteX7" fmla="*/ 802274 w 12191061"/>
                <a:gd name="connsiteY7" fmla="*/ 917556 h 1317499"/>
                <a:gd name="connsiteX8" fmla="*/ 402209 w 12191061"/>
                <a:gd name="connsiteY8" fmla="*/ 744646 h 1317499"/>
                <a:gd name="connsiteX9" fmla="*/ 3771 w 12191061"/>
                <a:gd name="connsiteY9" fmla="*/ 572387 h 1317499"/>
                <a:gd name="connsiteX10" fmla="*/ 475 w 12191061"/>
                <a:gd name="connsiteY10" fmla="*/ 564411 h 1317499"/>
                <a:gd name="connsiteX11" fmla="*/ 8451 w 12191061"/>
                <a:gd name="connsiteY11" fmla="*/ 561115 h 1317499"/>
                <a:gd name="connsiteX12" fmla="*/ 407133 w 12191061"/>
                <a:gd name="connsiteY12" fmla="*/ 733455 h 1317499"/>
                <a:gd name="connsiteX13" fmla="*/ 806913 w 12191061"/>
                <a:gd name="connsiteY13" fmla="*/ 906243 h 1317499"/>
                <a:gd name="connsiteX14" fmla="*/ 1353234 w 12191061"/>
                <a:gd name="connsiteY14" fmla="*/ 1064177 h 1317499"/>
                <a:gd name="connsiteX15" fmla="*/ 1874893 w 12191061"/>
                <a:gd name="connsiteY15" fmla="*/ 985312 h 1317499"/>
                <a:gd name="connsiteX16" fmla="*/ 2635469 w 12191061"/>
                <a:gd name="connsiteY16" fmla="*/ 771626 h 1317499"/>
                <a:gd name="connsiteX17" fmla="*/ 3892962 w 12191061"/>
                <a:gd name="connsiteY17" fmla="*/ 888948 h 1317499"/>
                <a:gd name="connsiteX18" fmla="*/ 4219859 w 12191061"/>
                <a:gd name="connsiteY18" fmla="*/ 1063282 h 1317499"/>
                <a:gd name="connsiteX19" fmla="*/ 4641941 w 12191061"/>
                <a:gd name="connsiteY19" fmla="*/ 1274404 h 1317499"/>
                <a:gd name="connsiteX20" fmla="*/ 5084246 w 12191061"/>
                <a:gd name="connsiteY20" fmla="*/ 1284415 h 1317499"/>
                <a:gd name="connsiteX21" fmla="*/ 5115377 w 12191061"/>
                <a:gd name="connsiteY21" fmla="*/ 1280345 h 1317499"/>
                <a:gd name="connsiteX22" fmla="*/ 5284788 w 12191061"/>
                <a:gd name="connsiteY22" fmla="*/ 1266753 h 1317499"/>
                <a:gd name="connsiteX23" fmla="*/ 5653315 w 12191061"/>
                <a:gd name="connsiteY23" fmla="*/ 1197003 h 1317499"/>
                <a:gd name="connsiteX24" fmla="*/ 6154017 w 12191061"/>
                <a:gd name="connsiteY24" fmla="*/ 819890 h 1317499"/>
                <a:gd name="connsiteX25" fmla="*/ 6294453 w 12191061"/>
                <a:gd name="connsiteY25" fmla="*/ 672699 h 1317499"/>
                <a:gd name="connsiteX26" fmla="*/ 7062476 w 12191061"/>
                <a:gd name="connsiteY26" fmla="*/ 198407 h 1317499"/>
                <a:gd name="connsiteX27" fmla="*/ 7694987 w 12191061"/>
                <a:gd name="connsiteY27" fmla="*/ 431219 h 1317499"/>
                <a:gd name="connsiteX28" fmla="*/ 8041091 w 12191061"/>
                <a:gd name="connsiteY28" fmla="*/ 776388 h 1317499"/>
                <a:gd name="connsiteX29" fmla="*/ 8129642 w 12191061"/>
                <a:gd name="connsiteY29" fmla="*/ 875560 h 1317499"/>
                <a:gd name="connsiteX30" fmla="*/ 8622490 w 12191061"/>
                <a:gd name="connsiteY30" fmla="*/ 1168599 h 1317499"/>
                <a:gd name="connsiteX31" fmla="*/ 8903971 w 12191061"/>
                <a:gd name="connsiteY31" fmla="*/ 1073130 h 1317499"/>
                <a:gd name="connsiteX32" fmla="*/ 9035944 w 12191061"/>
                <a:gd name="connsiteY32" fmla="*/ 1011600 h 1317499"/>
                <a:gd name="connsiteX33" fmla="*/ 9662798 w 12191061"/>
                <a:gd name="connsiteY33" fmla="*/ 890983 h 1317499"/>
                <a:gd name="connsiteX34" fmla="*/ 9775968 w 12191061"/>
                <a:gd name="connsiteY34" fmla="*/ 882966 h 1317499"/>
                <a:gd name="connsiteX35" fmla="*/ 10249406 w 12191061"/>
                <a:gd name="connsiteY35" fmla="*/ 828314 h 1317499"/>
                <a:gd name="connsiteX36" fmla="*/ 10882811 w 12191061"/>
                <a:gd name="connsiteY36" fmla="*/ 548256 h 1317499"/>
                <a:gd name="connsiteX37" fmla="*/ 11091248 w 12191061"/>
                <a:gd name="connsiteY37" fmla="*/ 405419 h 1317499"/>
                <a:gd name="connsiteX38" fmla="*/ 11432102 w 12191061"/>
                <a:gd name="connsiteY38" fmla="*/ 181193 h 1317499"/>
                <a:gd name="connsiteX39" fmla="*/ 12185313 w 12191061"/>
                <a:gd name="connsiteY39" fmla="*/ 2464 h 1317499"/>
                <a:gd name="connsiteX40" fmla="*/ 12191050 w 12191061"/>
                <a:gd name="connsiteY40" fmla="*/ 8935 h 1317499"/>
                <a:gd name="connsiteX41" fmla="*/ 12184580 w 12191061"/>
                <a:gd name="connsiteY41" fmla="*/ 14673 h 1317499"/>
                <a:gd name="connsiteX42" fmla="*/ 11438167 w 12191061"/>
                <a:gd name="connsiteY42" fmla="*/ 191815 h 1317499"/>
                <a:gd name="connsiteX43" fmla="*/ 11098288 w 12191061"/>
                <a:gd name="connsiteY43" fmla="*/ 415430 h 1317499"/>
                <a:gd name="connsiteX44" fmla="*/ 10889486 w 12191061"/>
                <a:gd name="connsiteY44" fmla="*/ 558511 h 1317499"/>
                <a:gd name="connsiteX45" fmla="*/ 10251969 w 12191061"/>
                <a:gd name="connsiteY45" fmla="*/ 840278 h 1317499"/>
                <a:gd name="connsiteX46" fmla="*/ 9776863 w 12191061"/>
                <a:gd name="connsiteY46" fmla="*/ 895174 h 1317499"/>
                <a:gd name="connsiteX47" fmla="*/ 9663775 w 12191061"/>
                <a:gd name="connsiteY47" fmla="*/ 903191 h 1317499"/>
                <a:gd name="connsiteX48" fmla="*/ 9040419 w 12191061"/>
                <a:gd name="connsiteY48" fmla="*/ 1022995 h 1317499"/>
                <a:gd name="connsiteX49" fmla="*/ 8909547 w 12191061"/>
                <a:gd name="connsiteY49" fmla="*/ 1084036 h 1317499"/>
                <a:gd name="connsiteX50" fmla="*/ 8623101 w 12191061"/>
                <a:gd name="connsiteY50" fmla="*/ 1180807 h 1317499"/>
                <a:gd name="connsiteX51" fmla="*/ 8605317 w 12191061"/>
                <a:gd name="connsiteY51" fmla="*/ 1181214 h 1317499"/>
                <a:gd name="connsiteX52" fmla="*/ 8120689 w 12191061"/>
                <a:gd name="connsiteY52" fmla="*/ 883820 h 1317499"/>
                <a:gd name="connsiteX53" fmla="*/ 8032016 w 12191061"/>
                <a:gd name="connsiteY53" fmla="*/ 784526 h 1317499"/>
                <a:gd name="connsiteX54" fmla="*/ 7687539 w 12191061"/>
                <a:gd name="connsiteY54" fmla="*/ 440904 h 1317499"/>
                <a:gd name="connsiteX55" fmla="*/ 7061865 w 12191061"/>
                <a:gd name="connsiteY55" fmla="*/ 210656 h 1317499"/>
                <a:gd name="connsiteX56" fmla="*/ 6303446 w 12191061"/>
                <a:gd name="connsiteY56" fmla="*/ 681082 h 1317499"/>
                <a:gd name="connsiteX57" fmla="*/ 6162644 w 12191061"/>
                <a:gd name="connsiteY57" fmla="*/ 828680 h 1317499"/>
                <a:gd name="connsiteX58" fmla="*/ 5658401 w 12191061"/>
                <a:gd name="connsiteY58" fmla="*/ 1208235 h 1317499"/>
                <a:gd name="connsiteX59" fmla="*/ 5285479 w 12191061"/>
                <a:gd name="connsiteY59" fmla="*/ 1279043 h 1317499"/>
                <a:gd name="connsiteX60" fmla="*/ 5116965 w 12191061"/>
                <a:gd name="connsiteY60" fmla="*/ 1292554 h 1317499"/>
                <a:gd name="connsiteX61" fmla="*/ 5085874 w 12191061"/>
                <a:gd name="connsiteY61" fmla="*/ 1296623 h 1317499"/>
                <a:gd name="connsiteX62" fmla="*/ 4846755 w 12191061"/>
                <a:gd name="connsiteY62" fmla="*/ 1317499 h 131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2191061" h="1317499">
                  <a:moveTo>
                    <a:pt x="4846673" y="1317458"/>
                  </a:moveTo>
                  <a:cubicBezTo>
                    <a:pt x="4776557" y="1317458"/>
                    <a:pt x="4706644" y="1309360"/>
                    <a:pt x="4637993" y="1286002"/>
                  </a:cubicBezTo>
                  <a:cubicBezTo>
                    <a:pt x="4488035" y="1234931"/>
                    <a:pt x="4348575" y="1153054"/>
                    <a:pt x="4213674" y="1073863"/>
                  </a:cubicBezTo>
                  <a:cubicBezTo>
                    <a:pt x="4108805" y="1012292"/>
                    <a:pt x="4000395" y="948646"/>
                    <a:pt x="3888120" y="900180"/>
                  </a:cubicBezTo>
                  <a:cubicBezTo>
                    <a:pt x="3516907" y="740007"/>
                    <a:pt x="3096210" y="700778"/>
                    <a:pt x="2637667" y="783672"/>
                  </a:cubicBezTo>
                  <a:cubicBezTo>
                    <a:pt x="2409128" y="824977"/>
                    <a:pt x="2168055" y="892733"/>
                    <a:pt x="1879044" y="996828"/>
                  </a:cubicBezTo>
                  <a:cubicBezTo>
                    <a:pt x="1688432" y="1065480"/>
                    <a:pt x="1516051" y="1091524"/>
                    <a:pt x="1352135" y="1076386"/>
                  </a:cubicBezTo>
                  <a:cubicBezTo>
                    <a:pt x="1154239" y="1058114"/>
                    <a:pt x="964522" y="984824"/>
                    <a:pt x="802274" y="917556"/>
                  </a:cubicBezTo>
                  <a:cubicBezTo>
                    <a:pt x="668064" y="861927"/>
                    <a:pt x="532919" y="802310"/>
                    <a:pt x="402209" y="744646"/>
                  </a:cubicBezTo>
                  <a:cubicBezTo>
                    <a:pt x="272028" y="687227"/>
                    <a:pt x="137411" y="627813"/>
                    <a:pt x="3771" y="572387"/>
                  </a:cubicBezTo>
                  <a:cubicBezTo>
                    <a:pt x="638" y="571085"/>
                    <a:pt x="-827" y="567545"/>
                    <a:pt x="475" y="564411"/>
                  </a:cubicBezTo>
                  <a:cubicBezTo>
                    <a:pt x="1777" y="561318"/>
                    <a:pt x="5318" y="559813"/>
                    <a:pt x="8451" y="561115"/>
                  </a:cubicBezTo>
                  <a:cubicBezTo>
                    <a:pt x="142213" y="616581"/>
                    <a:pt x="276911" y="675995"/>
                    <a:pt x="407133" y="733455"/>
                  </a:cubicBezTo>
                  <a:cubicBezTo>
                    <a:pt x="537761" y="791078"/>
                    <a:pt x="672826" y="850655"/>
                    <a:pt x="806913" y="906243"/>
                  </a:cubicBezTo>
                  <a:cubicBezTo>
                    <a:pt x="968347" y="973144"/>
                    <a:pt x="1157006" y="1046068"/>
                    <a:pt x="1353234" y="1064177"/>
                  </a:cubicBezTo>
                  <a:cubicBezTo>
                    <a:pt x="1515360" y="1079153"/>
                    <a:pt x="1685991" y="1053353"/>
                    <a:pt x="1874893" y="985312"/>
                  </a:cubicBezTo>
                  <a:cubicBezTo>
                    <a:pt x="2164555" y="880972"/>
                    <a:pt x="2406238" y="813094"/>
                    <a:pt x="2635469" y="771626"/>
                  </a:cubicBezTo>
                  <a:cubicBezTo>
                    <a:pt x="3096413" y="688325"/>
                    <a:pt x="3519511" y="727758"/>
                    <a:pt x="3892962" y="888948"/>
                  </a:cubicBezTo>
                  <a:cubicBezTo>
                    <a:pt x="4005930" y="937700"/>
                    <a:pt x="4114665" y="1001549"/>
                    <a:pt x="4219859" y="1063282"/>
                  </a:cubicBezTo>
                  <a:cubicBezTo>
                    <a:pt x="4354232" y="1142148"/>
                    <a:pt x="4493162" y="1223699"/>
                    <a:pt x="4641941" y="1274404"/>
                  </a:cubicBezTo>
                  <a:cubicBezTo>
                    <a:pt x="4786283" y="1323563"/>
                    <a:pt x="4937747" y="1303663"/>
                    <a:pt x="5084246" y="1284415"/>
                  </a:cubicBezTo>
                  <a:cubicBezTo>
                    <a:pt x="5094623" y="1283072"/>
                    <a:pt x="5105000" y="1281688"/>
                    <a:pt x="5115377" y="1280345"/>
                  </a:cubicBezTo>
                  <a:cubicBezTo>
                    <a:pt x="5173285" y="1272858"/>
                    <a:pt x="5229973" y="1269765"/>
                    <a:pt x="5284788" y="1266753"/>
                  </a:cubicBezTo>
                  <a:cubicBezTo>
                    <a:pt x="5410614" y="1259835"/>
                    <a:pt x="5529482" y="1253284"/>
                    <a:pt x="5653315" y="1197003"/>
                  </a:cubicBezTo>
                  <a:cubicBezTo>
                    <a:pt x="5845351" y="1109714"/>
                    <a:pt x="6007436" y="964151"/>
                    <a:pt x="6154017" y="819890"/>
                  </a:cubicBezTo>
                  <a:cubicBezTo>
                    <a:pt x="6199350" y="775248"/>
                    <a:pt x="6245538" y="725438"/>
                    <a:pt x="6294453" y="672699"/>
                  </a:cubicBezTo>
                  <a:cubicBezTo>
                    <a:pt x="6507813" y="442573"/>
                    <a:pt x="6749700" y="181763"/>
                    <a:pt x="7062476" y="198407"/>
                  </a:cubicBezTo>
                  <a:cubicBezTo>
                    <a:pt x="7299357" y="211022"/>
                    <a:pt x="7512147" y="289359"/>
                    <a:pt x="7694987" y="431219"/>
                  </a:cubicBezTo>
                  <a:cubicBezTo>
                    <a:pt x="7824801" y="531937"/>
                    <a:pt x="7934757" y="656218"/>
                    <a:pt x="8041091" y="776388"/>
                  </a:cubicBezTo>
                  <a:cubicBezTo>
                    <a:pt x="8069984" y="809024"/>
                    <a:pt x="8099854" y="842801"/>
                    <a:pt x="8129642" y="875560"/>
                  </a:cubicBezTo>
                  <a:cubicBezTo>
                    <a:pt x="8268979" y="1028733"/>
                    <a:pt x="8421785" y="1177470"/>
                    <a:pt x="8622490" y="1168599"/>
                  </a:cubicBezTo>
                  <a:cubicBezTo>
                    <a:pt x="8724388" y="1164082"/>
                    <a:pt x="8815665" y="1117853"/>
                    <a:pt x="8903971" y="1073130"/>
                  </a:cubicBezTo>
                  <a:cubicBezTo>
                    <a:pt x="8946700" y="1051481"/>
                    <a:pt x="8990895" y="1029140"/>
                    <a:pt x="9035944" y="1011600"/>
                  </a:cubicBezTo>
                  <a:cubicBezTo>
                    <a:pt x="9240555" y="931962"/>
                    <a:pt x="9458147" y="906569"/>
                    <a:pt x="9662798" y="890983"/>
                  </a:cubicBezTo>
                  <a:cubicBezTo>
                    <a:pt x="9700481" y="888093"/>
                    <a:pt x="9738856" y="885489"/>
                    <a:pt x="9775968" y="882966"/>
                  </a:cubicBezTo>
                  <a:cubicBezTo>
                    <a:pt x="9932113" y="872304"/>
                    <a:pt x="10093546" y="861317"/>
                    <a:pt x="10249406" y="828314"/>
                  </a:cubicBezTo>
                  <a:cubicBezTo>
                    <a:pt x="10454912" y="784771"/>
                    <a:pt x="10656185" y="695772"/>
                    <a:pt x="10882811" y="548256"/>
                  </a:cubicBezTo>
                  <a:cubicBezTo>
                    <a:pt x="10953335" y="502353"/>
                    <a:pt x="11023451" y="453072"/>
                    <a:pt x="11091248" y="405419"/>
                  </a:cubicBezTo>
                  <a:cubicBezTo>
                    <a:pt x="11200715" y="328507"/>
                    <a:pt x="11313886" y="248949"/>
                    <a:pt x="11432102" y="181193"/>
                  </a:cubicBezTo>
                  <a:cubicBezTo>
                    <a:pt x="11666583" y="46821"/>
                    <a:pt x="11920027" y="-13325"/>
                    <a:pt x="12185313" y="2464"/>
                  </a:cubicBezTo>
                  <a:cubicBezTo>
                    <a:pt x="12188691" y="2668"/>
                    <a:pt x="12191254" y="5557"/>
                    <a:pt x="12191050" y="8935"/>
                  </a:cubicBezTo>
                  <a:cubicBezTo>
                    <a:pt x="12190848" y="12312"/>
                    <a:pt x="12187918" y="14876"/>
                    <a:pt x="12184580" y="14673"/>
                  </a:cubicBezTo>
                  <a:cubicBezTo>
                    <a:pt x="11921695" y="-954"/>
                    <a:pt x="11670571" y="58622"/>
                    <a:pt x="11438167" y="191815"/>
                  </a:cubicBezTo>
                  <a:cubicBezTo>
                    <a:pt x="11320438" y="259286"/>
                    <a:pt x="11207511" y="338680"/>
                    <a:pt x="11098288" y="415430"/>
                  </a:cubicBezTo>
                  <a:cubicBezTo>
                    <a:pt x="11030409" y="463164"/>
                    <a:pt x="10960171" y="512485"/>
                    <a:pt x="10889486" y="558511"/>
                  </a:cubicBezTo>
                  <a:cubicBezTo>
                    <a:pt x="10661557" y="706882"/>
                    <a:pt x="10458981" y="796409"/>
                    <a:pt x="10251969" y="840278"/>
                  </a:cubicBezTo>
                  <a:cubicBezTo>
                    <a:pt x="10095296" y="873443"/>
                    <a:pt x="9933415" y="884512"/>
                    <a:pt x="9776863" y="895174"/>
                  </a:cubicBezTo>
                  <a:cubicBezTo>
                    <a:pt x="9739791" y="897697"/>
                    <a:pt x="9701417" y="900302"/>
                    <a:pt x="9663775" y="903191"/>
                  </a:cubicBezTo>
                  <a:cubicBezTo>
                    <a:pt x="9460059" y="918695"/>
                    <a:pt x="9243566" y="943967"/>
                    <a:pt x="9040419" y="1022995"/>
                  </a:cubicBezTo>
                  <a:cubicBezTo>
                    <a:pt x="8995941" y="1040331"/>
                    <a:pt x="8951991" y="1062550"/>
                    <a:pt x="8909547" y="1084036"/>
                  </a:cubicBezTo>
                  <a:cubicBezTo>
                    <a:pt x="8820101" y="1129329"/>
                    <a:pt x="8727603" y="1176168"/>
                    <a:pt x="8623101" y="1180807"/>
                  </a:cubicBezTo>
                  <a:cubicBezTo>
                    <a:pt x="8617158" y="1181092"/>
                    <a:pt x="8611217" y="1181214"/>
                    <a:pt x="8605317" y="1181214"/>
                  </a:cubicBezTo>
                  <a:cubicBezTo>
                    <a:pt x="8408153" y="1181214"/>
                    <a:pt x="8257869" y="1034593"/>
                    <a:pt x="8120689" y="883820"/>
                  </a:cubicBezTo>
                  <a:cubicBezTo>
                    <a:pt x="8090860" y="851021"/>
                    <a:pt x="8060950" y="817204"/>
                    <a:pt x="8032016" y="784526"/>
                  </a:cubicBezTo>
                  <a:cubicBezTo>
                    <a:pt x="7926048" y="664763"/>
                    <a:pt x="7816459" y="540931"/>
                    <a:pt x="7687539" y="440904"/>
                  </a:cubicBezTo>
                  <a:cubicBezTo>
                    <a:pt x="7506694" y="300631"/>
                    <a:pt x="7296183" y="223149"/>
                    <a:pt x="7061865" y="210656"/>
                  </a:cubicBezTo>
                  <a:cubicBezTo>
                    <a:pt x="6754909" y="194297"/>
                    <a:pt x="6515016" y="452909"/>
                    <a:pt x="6303446" y="681082"/>
                  </a:cubicBezTo>
                  <a:cubicBezTo>
                    <a:pt x="6254451" y="733944"/>
                    <a:pt x="6208181" y="783835"/>
                    <a:pt x="6162644" y="828680"/>
                  </a:cubicBezTo>
                  <a:cubicBezTo>
                    <a:pt x="6015250" y="973755"/>
                    <a:pt x="5852187" y="1120173"/>
                    <a:pt x="5658401" y="1208235"/>
                  </a:cubicBezTo>
                  <a:cubicBezTo>
                    <a:pt x="5532453" y="1265492"/>
                    <a:pt x="5412486" y="1272084"/>
                    <a:pt x="5285479" y="1279043"/>
                  </a:cubicBezTo>
                  <a:cubicBezTo>
                    <a:pt x="5230909" y="1282055"/>
                    <a:pt x="5174466" y="1285147"/>
                    <a:pt x="5116965" y="1292554"/>
                  </a:cubicBezTo>
                  <a:cubicBezTo>
                    <a:pt x="5106628" y="1293897"/>
                    <a:pt x="5096251" y="1295239"/>
                    <a:pt x="5085874" y="1296623"/>
                  </a:cubicBezTo>
                  <a:cubicBezTo>
                    <a:pt x="5007049" y="1306959"/>
                    <a:pt x="4926760" y="1317499"/>
                    <a:pt x="4846755" y="1317499"/>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16" name="Freeform: Shape 15">
              <a:extLst>
                <a:ext uri="{FF2B5EF4-FFF2-40B4-BE49-F238E27FC236}">
                  <a16:creationId xmlns:a16="http://schemas.microsoft.com/office/drawing/2014/main" id="{2CE8649E-8D81-3BBA-F001-816E60941F45}"/>
                </a:ext>
              </a:extLst>
            </p:cNvPr>
            <p:cNvSpPr/>
            <p:nvPr/>
          </p:nvSpPr>
          <p:spPr>
            <a:xfrm>
              <a:off x="1303" y="1431300"/>
              <a:ext cx="12191114" cy="1262067"/>
            </a:xfrm>
            <a:custGeom>
              <a:avLst/>
              <a:gdLst>
                <a:gd name="connsiteX0" fmla="*/ 4786905 w 12191114"/>
                <a:gd name="connsiteY0" fmla="*/ 1262067 h 1262067"/>
                <a:gd name="connsiteX1" fmla="*/ 4631290 w 12191114"/>
                <a:gd name="connsiteY1" fmla="*/ 1244406 h 1262067"/>
                <a:gd name="connsiteX2" fmla="*/ 4145278 w 12191114"/>
                <a:gd name="connsiteY2" fmla="*/ 1029052 h 1262067"/>
                <a:gd name="connsiteX3" fmla="*/ 3878975 w 12191114"/>
                <a:gd name="connsiteY3" fmla="*/ 891587 h 1262067"/>
                <a:gd name="connsiteX4" fmla="*/ 3257004 w 12191114"/>
                <a:gd name="connsiteY4" fmla="*/ 716683 h 1262067"/>
                <a:gd name="connsiteX5" fmla="*/ 2610209 w 12191114"/>
                <a:gd name="connsiteY5" fmla="*/ 720711 h 1262067"/>
                <a:gd name="connsiteX6" fmla="*/ 1842512 w 12191114"/>
                <a:gd name="connsiteY6" fmla="*/ 916044 h 1262067"/>
                <a:gd name="connsiteX7" fmla="*/ 1326306 w 12191114"/>
                <a:gd name="connsiteY7" fmla="*/ 1007484 h 1262067"/>
                <a:gd name="connsiteX8" fmla="*/ 785886 w 12191114"/>
                <a:gd name="connsiteY8" fmla="*/ 874943 h 1262067"/>
                <a:gd name="connsiteX9" fmla="*/ 291776 w 12191114"/>
                <a:gd name="connsiteY9" fmla="*/ 674035 h 1262067"/>
                <a:gd name="connsiteX10" fmla="*/ 3823 w 12191114"/>
                <a:gd name="connsiteY10" fmla="*/ 554068 h 1262067"/>
                <a:gd name="connsiteX11" fmla="*/ 446 w 12191114"/>
                <a:gd name="connsiteY11" fmla="*/ 546133 h 1262067"/>
                <a:gd name="connsiteX12" fmla="*/ 8381 w 12191114"/>
                <a:gd name="connsiteY12" fmla="*/ 542755 h 1262067"/>
                <a:gd name="connsiteX13" fmla="*/ 296456 w 12191114"/>
                <a:gd name="connsiteY13" fmla="*/ 662763 h 1262067"/>
                <a:gd name="connsiteX14" fmla="*/ 790118 w 12191114"/>
                <a:gd name="connsiteY14" fmla="*/ 863467 h 1262067"/>
                <a:gd name="connsiteX15" fmla="*/ 1326875 w 12191114"/>
                <a:gd name="connsiteY15" fmla="*/ 995276 h 1262067"/>
                <a:gd name="connsiteX16" fmla="*/ 1838321 w 12191114"/>
                <a:gd name="connsiteY16" fmla="*/ 904568 h 1262067"/>
                <a:gd name="connsiteX17" fmla="*/ 2608460 w 12191114"/>
                <a:gd name="connsiteY17" fmla="*/ 708625 h 1262067"/>
                <a:gd name="connsiteX18" fmla="*/ 3258510 w 12191114"/>
                <a:gd name="connsiteY18" fmla="*/ 704556 h 1262067"/>
                <a:gd name="connsiteX19" fmla="*/ 3883858 w 12191114"/>
                <a:gd name="connsiteY19" fmla="*/ 880396 h 1262067"/>
                <a:gd name="connsiteX20" fmla="*/ 4151098 w 12191114"/>
                <a:gd name="connsiteY20" fmla="*/ 1018308 h 1262067"/>
                <a:gd name="connsiteX21" fmla="*/ 4634138 w 12191114"/>
                <a:gd name="connsiteY21" fmla="*/ 1232482 h 1262067"/>
                <a:gd name="connsiteX22" fmla="*/ 5082142 w 12191114"/>
                <a:gd name="connsiteY22" fmla="*/ 1213478 h 1262067"/>
                <a:gd name="connsiteX23" fmla="*/ 5138097 w 12191114"/>
                <a:gd name="connsiteY23" fmla="*/ 1203264 h 1262067"/>
                <a:gd name="connsiteX24" fmla="*/ 5333307 w 12191114"/>
                <a:gd name="connsiteY24" fmla="*/ 1181574 h 1262067"/>
                <a:gd name="connsiteX25" fmla="*/ 5684376 w 12191114"/>
                <a:gd name="connsiteY25" fmla="*/ 1112231 h 1262067"/>
                <a:gd name="connsiteX26" fmla="*/ 6200379 w 12191114"/>
                <a:gd name="connsiteY26" fmla="*/ 748546 h 1262067"/>
                <a:gd name="connsiteX27" fmla="*/ 6333327 w 12191114"/>
                <a:gd name="connsiteY27" fmla="*/ 622679 h 1262067"/>
                <a:gd name="connsiteX28" fmla="*/ 7146724 w 12191114"/>
                <a:gd name="connsiteY28" fmla="*/ 188919 h 1262067"/>
                <a:gd name="connsiteX29" fmla="*/ 7773701 w 12191114"/>
                <a:gd name="connsiteY29" fmla="*/ 431823 h 1262067"/>
                <a:gd name="connsiteX30" fmla="*/ 8109266 w 12191114"/>
                <a:gd name="connsiteY30" fmla="*/ 741872 h 1262067"/>
                <a:gd name="connsiteX31" fmla="*/ 8224471 w 12191114"/>
                <a:gd name="connsiteY31" fmla="*/ 858339 h 1262067"/>
                <a:gd name="connsiteX32" fmla="*/ 8723627 w 12191114"/>
                <a:gd name="connsiteY32" fmla="*/ 1128671 h 1262067"/>
                <a:gd name="connsiteX33" fmla="*/ 9007998 w 12191114"/>
                <a:gd name="connsiteY33" fmla="*/ 1040650 h 1262067"/>
                <a:gd name="connsiteX34" fmla="*/ 9129430 w 12191114"/>
                <a:gd name="connsiteY34" fmla="*/ 986648 h 1262067"/>
                <a:gd name="connsiteX35" fmla="*/ 9739356 w 12191114"/>
                <a:gd name="connsiteY35" fmla="*/ 865095 h 1262067"/>
                <a:gd name="connsiteX36" fmla="*/ 9847114 w 12191114"/>
                <a:gd name="connsiteY36" fmla="*/ 856223 h 1262067"/>
                <a:gd name="connsiteX37" fmla="*/ 10306185 w 12191114"/>
                <a:gd name="connsiteY37" fmla="*/ 799089 h 1262067"/>
                <a:gd name="connsiteX38" fmla="*/ 10917535 w 12191114"/>
                <a:gd name="connsiteY38" fmla="*/ 528431 h 1262067"/>
                <a:gd name="connsiteX39" fmla="*/ 11116896 w 12191114"/>
                <a:gd name="connsiteY39" fmla="*/ 392878 h 1262067"/>
                <a:gd name="connsiteX40" fmla="*/ 11450752 w 12191114"/>
                <a:gd name="connsiteY40" fmla="*/ 175327 h 1262067"/>
                <a:gd name="connsiteX41" fmla="*/ 12185365 w 12191114"/>
                <a:gd name="connsiteY41" fmla="*/ 2132 h 1262067"/>
                <a:gd name="connsiteX42" fmla="*/ 12191103 w 12191114"/>
                <a:gd name="connsiteY42" fmla="*/ 8562 h 1262067"/>
                <a:gd name="connsiteX43" fmla="*/ 12184673 w 12191114"/>
                <a:gd name="connsiteY43" fmla="*/ 14300 h 1262067"/>
                <a:gd name="connsiteX44" fmla="*/ 11456775 w 12191114"/>
                <a:gd name="connsiteY44" fmla="*/ 185907 h 1262067"/>
                <a:gd name="connsiteX45" fmla="*/ 11123856 w 12191114"/>
                <a:gd name="connsiteY45" fmla="*/ 402849 h 1262067"/>
                <a:gd name="connsiteX46" fmla="*/ 10924128 w 12191114"/>
                <a:gd name="connsiteY46" fmla="*/ 538645 h 1262067"/>
                <a:gd name="connsiteX47" fmla="*/ 10308709 w 12191114"/>
                <a:gd name="connsiteY47" fmla="*/ 811012 h 1262067"/>
                <a:gd name="connsiteX48" fmla="*/ 9848050 w 12191114"/>
                <a:gd name="connsiteY48" fmla="*/ 868391 h 1262067"/>
                <a:gd name="connsiteX49" fmla="*/ 9740373 w 12191114"/>
                <a:gd name="connsiteY49" fmla="*/ 877262 h 1262067"/>
                <a:gd name="connsiteX50" fmla="*/ 9133743 w 12191114"/>
                <a:gd name="connsiteY50" fmla="*/ 998043 h 1262067"/>
                <a:gd name="connsiteX51" fmla="*/ 9013247 w 12191114"/>
                <a:gd name="connsiteY51" fmla="*/ 1051678 h 1262067"/>
                <a:gd name="connsiteX52" fmla="*/ 8723830 w 12191114"/>
                <a:gd name="connsiteY52" fmla="*/ 1140880 h 1262067"/>
                <a:gd name="connsiteX53" fmla="*/ 8716220 w 12191114"/>
                <a:gd name="connsiteY53" fmla="*/ 1140961 h 1262067"/>
                <a:gd name="connsiteX54" fmla="*/ 8215885 w 12191114"/>
                <a:gd name="connsiteY54" fmla="*/ 867048 h 1262067"/>
                <a:gd name="connsiteX55" fmla="*/ 8100516 w 12191114"/>
                <a:gd name="connsiteY55" fmla="*/ 750418 h 1262067"/>
                <a:gd name="connsiteX56" fmla="*/ 7766376 w 12191114"/>
                <a:gd name="connsiteY56" fmla="*/ 441590 h 1262067"/>
                <a:gd name="connsiteX57" fmla="*/ 7145381 w 12191114"/>
                <a:gd name="connsiteY57" fmla="*/ 201086 h 1262067"/>
                <a:gd name="connsiteX58" fmla="*/ 6341832 w 12191114"/>
                <a:gd name="connsiteY58" fmla="*/ 631510 h 1262067"/>
                <a:gd name="connsiteX59" fmla="*/ 6208599 w 12191114"/>
                <a:gd name="connsiteY59" fmla="*/ 757662 h 1262067"/>
                <a:gd name="connsiteX60" fmla="*/ 5689300 w 12191114"/>
                <a:gd name="connsiteY60" fmla="*/ 1123463 h 1262067"/>
                <a:gd name="connsiteX61" fmla="*/ 5334283 w 12191114"/>
                <a:gd name="connsiteY61" fmla="*/ 1193782 h 1262067"/>
                <a:gd name="connsiteX62" fmla="*/ 5140294 w 12191114"/>
                <a:gd name="connsiteY62" fmla="*/ 1215350 h 1262067"/>
                <a:gd name="connsiteX63" fmla="*/ 5084421 w 12191114"/>
                <a:gd name="connsiteY63" fmla="*/ 1225564 h 1262067"/>
                <a:gd name="connsiteX64" fmla="*/ 4786905 w 12191114"/>
                <a:gd name="connsiteY64" fmla="*/ 1262067 h 126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1114" h="1262067">
                  <a:moveTo>
                    <a:pt x="4786905" y="1262067"/>
                  </a:moveTo>
                  <a:cubicBezTo>
                    <a:pt x="4734898" y="1262067"/>
                    <a:pt x="4682931" y="1257062"/>
                    <a:pt x="4631290" y="1244406"/>
                  </a:cubicBezTo>
                  <a:cubicBezTo>
                    <a:pt x="4458665" y="1202043"/>
                    <a:pt x="4299347" y="1114103"/>
                    <a:pt x="4145278" y="1029052"/>
                  </a:cubicBezTo>
                  <a:cubicBezTo>
                    <a:pt x="4058681" y="981236"/>
                    <a:pt x="3969113" y="931793"/>
                    <a:pt x="3878975" y="891587"/>
                  </a:cubicBezTo>
                  <a:cubicBezTo>
                    <a:pt x="3682178" y="803809"/>
                    <a:pt x="3472887" y="744965"/>
                    <a:pt x="3257004" y="716683"/>
                  </a:cubicBezTo>
                  <a:cubicBezTo>
                    <a:pt x="3046533" y="689133"/>
                    <a:pt x="2828941" y="690476"/>
                    <a:pt x="2610209" y="720711"/>
                  </a:cubicBezTo>
                  <a:cubicBezTo>
                    <a:pt x="2366288" y="754447"/>
                    <a:pt x="2115164" y="818337"/>
                    <a:pt x="1842512" y="916044"/>
                  </a:cubicBezTo>
                  <a:cubicBezTo>
                    <a:pt x="1646325" y="986364"/>
                    <a:pt x="1482246" y="1015419"/>
                    <a:pt x="1326306" y="1007484"/>
                  </a:cubicBezTo>
                  <a:cubicBezTo>
                    <a:pt x="1134920" y="997717"/>
                    <a:pt x="953465" y="938019"/>
                    <a:pt x="785886" y="874943"/>
                  </a:cubicBezTo>
                  <a:cubicBezTo>
                    <a:pt x="619487" y="812314"/>
                    <a:pt x="452885" y="742035"/>
                    <a:pt x="291776" y="674035"/>
                  </a:cubicBezTo>
                  <a:cubicBezTo>
                    <a:pt x="197569" y="634277"/>
                    <a:pt x="100106" y="593176"/>
                    <a:pt x="3823" y="554068"/>
                  </a:cubicBezTo>
                  <a:cubicBezTo>
                    <a:pt x="690" y="552807"/>
                    <a:pt x="-816" y="549226"/>
                    <a:pt x="446" y="546133"/>
                  </a:cubicBezTo>
                  <a:cubicBezTo>
                    <a:pt x="1707" y="543040"/>
                    <a:pt x="5288" y="541494"/>
                    <a:pt x="8381" y="542755"/>
                  </a:cubicBezTo>
                  <a:cubicBezTo>
                    <a:pt x="104745" y="581903"/>
                    <a:pt x="202208" y="623005"/>
                    <a:pt x="296456" y="662763"/>
                  </a:cubicBezTo>
                  <a:cubicBezTo>
                    <a:pt x="457483" y="730681"/>
                    <a:pt x="623963" y="800920"/>
                    <a:pt x="790118" y="863467"/>
                  </a:cubicBezTo>
                  <a:cubicBezTo>
                    <a:pt x="956802" y="926217"/>
                    <a:pt x="1137159" y="985590"/>
                    <a:pt x="1326875" y="995276"/>
                  </a:cubicBezTo>
                  <a:cubicBezTo>
                    <a:pt x="1481188" y="1003130"/>
                    <a:pt x="1643721" y="974318"/>
                    <a:pt x="1838321" y="904568"/>
                  </a:cubicBezTo>
                  <a:cubicBezTo>
                    <a:pt x="2111786" y="806576"/>
                    <a:pt x="2363684" y="742483"/>
                    <a:pt x="2608460" y="708625"/>
                  </a:cubicBezTo>
                  <a:cubicBezTo>
                    <a:pt x="2828249" y="678227"/>
                    <a:pt x="3046940" y="676884"/>
                    <a:pt x="3258510" y="704556"/>
                  </a:cubicBezTo>
                  <a:cubicBezTo>
                    <a:pt x="3475573" y="732960"/>
                    <a:pt x="3685962" y="792130"/>
                    <a:pt x="3883858" y="880396"/>
                  </a:cubicBezTo>
                  <a:cubicBezTo>
                    <a:pt x="3974485" y="920805"/>
                    <a:pt x="4064256" y="970371"/>
                    <a:pt x="4151098" y="1018308"/>
                  </a:cubicBezTo>
                  <a:cubicBezTo>
                    <a:pt x="4304474" y="1102993"/>
                    <a:pt x="4463060" y="1190527"/>
                    <a:pt x="4634138" y="1232482"/>
                  </a:cubicBezTo>
                  <a:cubicBezTo>
                    <a:pt x="4782469" y="1268863"/>
                    <a:pt x="4934828" y="1240703"/>
                    <a:pt x="5082142" y="1213478"/>
                  </a:cubicBezTo>
                  <a:cubicBezTo>
                    <a:pt x="5100861" y="1210019"/>
                    <a:pt x="5119499" y="1206560"/>
                    <a:pt x="5138097" y="1203264"/>
                  </a:cubicBezTo>
                  <a:cubicBezTo>
                    <a:pt x="5204550" y="1191422"/>
                    <a:pt x="5270027" y="1186416"/>
                    <a:pt x="5333307" y="1181574"/>
                  </a:cubicBezTo>
                  <a:cubicBezTo>
                    <a:pt x="5453314" y="1172377"/>
                    <a:pt x="5566648" y="1163668"/>
                    <a:pt x="5684376" y="1112231"/>
                  </a:cubicBezTo>
                  <a:cubicBezTo>
                    <a:pt x="5866645" y="1032633"/>
                    <a:pt x="6022464" y="909289"/>
                    <a:pt x="6200379" y="748546"/>
                  </a:cubicBezTo>
                  <a:cubicBezTo>
                    <a:pt x="6243719" y="709398"/>
                    <a:pt x="6287221" y="667280"/>
                    <a:pt x="6333327" y="622679"/>
                  </a:cubicBezTo>
                  <a:cubicBezTo>
                    <a:pt x="6561052" y="402279"/>
                    <a:pt x="6819176" y="152538"/>
                    <a:pt x="7146724" y="188919"/>
                  </a:cubicBezTo>
                  <a:cubicBezTo>
                    <a:pt x="7386088" y="215533"/>
                    <a:pt x="7591146" y="294968"/>
                    <a:pt x="7773701" y="431823"/>
                  </a:cubicBezTo>
                  <a:cubicBezTo>
                    <a:pt x="7896353" y="523751"/>
                    <a:pt x="8004600" y="634643"/>
                    <a:pt x="8109266" y="741872"/>
                  </a:cubicBezTo>
                  <a:cubicBezTo>
                    <a:pt x="8146786" y="780288"/>
                    <a:pt x="8185567" y="820046"/>
                    <a:pt x="8224471" y="858339"/>
                  </a:cubicBezTo>
                  <a:cubicBezTo>
                    <a:pt x="8359169" y="990962"/>
                    <a:pt x="8519870" y="1132090"/>
                    <a:pt x="8723627" y="1128671"/>
                  </a:cubicBezTo>
                  <a:cubicBezTo>
                    <a:pt x="8827438" y="1126921"/>
                    <a:pt x="8915134" y="1085006"/>
                    <a:pt x="9007998" y="1040650"/>
                  </a:cubicBezTo>
                  <a:cubicBezTo>
                    <a:pt x="9047227" y="1021890"/>
                    <a:pt x="9087800" y="1002519"/>
                    <a:pt x="9129430" y="986648"/>
                  </a:cubicBezTo>
                  <a:cubicBezTo>
                    <a:pt x="9334081" y="908556"/>
                    <a:pt x="9552609" y="881372"/>
                    <a:pt x="9739356" y="865095"/>
                  </a:cubicBezTo>
                  <a:cubicBezTo>
                    <a:pt x="9775288" y="861961"/>
                    <a:pt x="9811791" y="859031"/>
                    <a:pt x="9847114" y="856223"/>
                  </a:cubicBezTo>
                  <a:cubicBezTo>
                    <a:pt x="9998496" y="844137"/>
                    <a:pt x="10155006" y="831603"/>
                    <a:pt x="10306185" y="799089"/>
                  </a:cubicBezTo>
                  <a:cubicBezTo>
                    <a:pt x="10503552" y="756604"/>
                    <a:pt x="10697786" y="670617"/>
                    <a:pt x="10917535" y="528431"/>
                  </a:cubicBezTo>
                  <a:cubicBezTo>
                    <a:pt x="10984925" y="484807"/>
                    <a:pt x="11052030" y="438090"/>
                    <a:pt x="11116896" y="392878"/>
                  </a:cubicBezTo>
                  <a:cubicBezTo>
                    <a:pt x="11224126" y="318204"/>
                    <a:pt x="11334977" y="240967"/>
                    <a:pt x="11450752" y="175327"/>
                  </a:cubicBezTo>
                  <a:cubicBezTo>
                    <a:pt x="11678884" y="46041"/>
                    <a:pt x="11926061" y="-12233"/>
                    <a:pt x="12185365" y="2132"/>
                  </a:cubicBezTo>
                  <a:cubicBezTo>
                    <a:pt x="12188743" y="2336"/>
                    <a:pt x="12191306" y="5184"/>
                    <a:pt x="12191103" y="8562"/>
                  </a:cubicBezTo>
                  <a:cubicBezTo>
                    <a:pt x="12190900" y="11940"/>
                    <a:pt x="12188133" y="14503"/>
                    <a:pt x="12184673" y="14300"/>
                  </a:cubicBezTo>
                  <a:cubicBezTo>
                    <a:pt x="11927770" y="16"/>
                    <a:pt x="11682831" y="57761"/>
                    <a:pt x="11456775" y="185907"/>
                  </a:cubicBezTo>
                  <a:cubicBezTo>
                    <a:pt x="11341489" y="251262"/>
                    <a:pt x="11230881" y="328297"/>
                    <a:pt x="11123856" y="402849"/>
                  </a:cubicBezTo>
                  <a:cubicBezTo>
                    <a:pt x="11058907" y="448101"/>
                    <a:pt x="10991722" y="494899"/>
                    <a:pt x="10924128" y="538645"/>
                  </a:cubicBezTo>
                  <a:cubicBezTo>
                    <a:pt x="10703117" y="681686"/>
                    <a:pt x="10507581" y="768202"/>
                    <a:pt x="10308709" y="811012"/>
                  </a:cubicBezTo>
                  <a:cubicBezTo>
                    <a:pt x="10156756" y="843730"/>
                    <a:pt x="9999799" y="856264"/>
                    <a:pt x="9848050" y="868391"/>
                  </a:cubicBezTo>
                  <a:cubicBezTo>
                    <a:pt x="9812727" y="871199"/>
                    <a:pt x="9776224" y="874129"/>
                    <a:pt x="9740373" y="877262"/>
                  </a:cubicBezTo>
                  <a:cubicBezTo>
                    <a:pt x="9554481" y="893459"/>
                    <a:pt x="9337011" y="920480"/>
                    <a:pt x="9133743" y="998043"/>
                  </a:cubicBezTo>
                  <a:cubicBezTo>
                    <a:pt x="9092601" y="1013751"/>
                    <a:pt x="9052273" y="1032999"/>
                    <a:pt x="9013247" y="1051678"/>
                  </a:cubicBezTo>
                  <a:cubicBezTo>
                    <a:pt x="8923314" y="1094651"/>
                    <a:pt x="8830286" y="1139089"/>
                    <a:pt x="8723830" y="1140880"/>
                  </a:cubicBezTo>
                  <a:cubicBezTo>
                    <a:pt x="8721307" y="1140920"/>
                    <a:pt x="8718744" y="1140961"/>
                    <a:pt x="8716220" y="1140961"/>
                  </a:cubicBezTo>
                  <a:cubicBezTo>
                    <a:pt x="8511446" y="1140961"/>
                    <a:pt x="8350704" y="999752"/>
                    <a:pt x="8215885" y="867048"/>
                  </a:cubicBezTo>
                  <a:cubicBezTo>
                    <a:pt x="8176900" y="828673"/>
                    <a:pt x="8138077" y="788915"/>
                    <a:pt x="8100516" y="750418"/>
                  </a:cubicBezTo>
                  <a:cubicBezTo>
                    <a:pt x="7996176" y="643514"/>
                    <a:pt x="7888255" y="532948"/>
                    <a:pt x="7766376" y="441590"/>
                  </a:cubicBezTo>
                  <a:cubicBezTo>
                    <a:pt x="7585612" y="306078"/>
                    <a:pt x="7382507" y="227416"/>
                    <a:pt x="7145381" y="201086"/>
                  </a:cubicBezTo>
                  <a:cubicBezTo>
                    <a:pt x="6823571" y="165316"/>
                    <a:pt x="6567604" y="412981"/>
                    <a:pt x="6341832" y="631510"/>
                  </a:cubicBezTo>
                  <a:cubicBezTo>
                    <a:pt x="6295685" y="676192"/>
                    <a:pt x="6252061" y="718392"/>
                    <a:pt x="6208599" y="757662"/>
                  </a:cubicBezTo>
                  <a:cubicBezTo>
                    <a:pt x="6029789" y="919177"/>
                    <a:pt x="5873075" y="1043213"/>
                    <a:pt x="5689300" y="1123463"/>
                  </a:cubicBezTo>
                  <a:cubicBezTo>
                    <a:pt x="5569659" y="1175714"/>
                    <a:pt x="5455349" y="1184504"/>
                    <a:pt x="5334283" y="1193782"/>
                  </a:cubicBezTo>
                  <a:cubicBezTo>
                    <a:pt x="5271289" y="1198625"/>
                    <a:pt x="5206137" y="1203630"/>
                    <a:pt x="5140294" y="1215350"/>
                  </a:cubicBezTo>
                  <a:cubicBezTo>
                    <a:pt x="5121737" y="1218646"/>
                    <a:pt x="5103099" y="1222105"/>
                    <a:pt x="5084421" y="1225564"/>
                  </a:cubicBezTo>
                  <a:cubicBezTo>
                    <a:pt x="4986714" y="1243633"/>
                    <a:pt x="4886769" y="1262067"/>
                    <a:pt x="4786905" y="1262067"/>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17" name="Freeform: Shape 16">
              <a:extLst>
                <a:ext uri="{FF2B5EF4-FFF2-40B4-BE49-F238E27FC236}">
                  <a16:creationId xmlns:a16="http://schemas.microsoft.com/office/drawing/2014/main" id="{4A6BFA92-1A26-6B6F-93E0-6A2C35A4AF73}"/>
                </a:ext>
              </a:extLst>
            </p:cNvPr>
            <p:cNvSpPr/>
            <p:nvPr/>
          </p:nvSpPr>
          <p:spPr>
            <a:xfrm>
              <a:off x="1147" y="1482383"/>
              <a:ext cx="12191388" cy="1209844"/>
            </a:xfrm>
            <a:custGeom>
              <a:avLst/>
              <a:gdLst>
                <a:gd name="connsiteX0" fmla="*/ 4739409 w 12191388"/>
                <a:gd name="connsiteY0" fmla="*/ 1209844 h 1209844"/>
                <a:gd name="connsiteX1" fmla="*/ 4633726 w 12191388"/>
                <a:gd name="connsiteY1" fmla="*/ 1201949 h 1209844"/>
                <a:gd name="connsiteX2" fmla="*/ 4075523 w 12191388"/>
                <a:gd name="connsiteY2" fmla="*/ 982078 h 1209844"/>
                <a:gd name="connsiteX3" fmla="*/ 3846129 w 12191388"/>
                <a:gd name="connsiteY3" fmla="*/ 867280 h 1209844"/>
                <a:gd name="connsiteX4" fmla="*/ 3215653 w 12191388"/>
                <a:gd name="connsiteY4" fmla="*/ 674796 h 1209844"/>
                <a:gd name="connsiteX5" fmla="*/ 2557098 w 12191388"/>
                <a:gd name="connsiteY5" fmla="*/ 654815 h 1209844"/>
                <a:gd name="connsiteX6" fmla="*/ 1809178 w 12191388"/>
                <a:gd name="connsiteY6" fmla="*/ 828213 h 1209844"/>
                <a:gd name="connsiteX7" fmla="*/ 1302738 w 12191388"/>
                <a:gd name="connsiteY7" fmla="*/ 932024 h 1209844"/>
                <a:gd name="connsiteX8" fmla="*/ 256326 w 12191388"/>
                <a:gd name="connsiteY8" fmla="*/ 636340 h 1209844"/>
                <a:gd name="connsiteX9" fmla="*/ 3858 w 12191388"/>
                <a:gd name="connsiteY9" fmla="*/ 531308 h 1209844"/>
                <a:gd name="connsiteX10" fmla="*/ 440 w 12191388"/>
                <a:gd name="connsiteY10" fmla="*/ 523373 h 1209844"/>
                <a:gd name="connsiteX11" fmla="*/ 8375 w 12191388"/>
                <a:gd name="connsiteY11" fmla="*/ 519954 h 1209844"/>
                <a:gd name="connsiteX12" fmla="*/ 261127 w 12191388"/>
                <a:gd name="connsiteY12" fmla="*/ 625108 h 1209844"/>
                <a:gd name="connsiteX13" fmla="*/ 1302860 w 12191388"/>
                <a:gd name="connsiteY13" fmla="*/ 919816 h 1209844"/>
                <a:gd name="connsiteX14" fmla="*/ 1309045 w 12191388"/>
                <a:gd name="connsiteY14" fmla="*/ 919816 h 1209844"/>
                <a:gd name="connsiteX15" fmla="*/ 1805068 w 12191388"/>
                <a:gd name="connsiteY15" fmla="*/ 816697 h 1209844"/>
                <a:gd name="connsiteX16" fmla="*/ 2555796 w 12191388"/>
                <a:gd name="connsiteY16" fmla="*/ 642647 h 1209844"/>
                <a:gd name="connsiteX17" fmla="*/ 3217647 w 12191388"/>
                <a:gd name="connsiteY17" fmla="*/ 662710 h 1209844"/>
                <a:gd name="connsiteX18" fmla="*/ 3851134 w 12191388"/>
                <a:gd name="connsiteY18" fmla="*/ 856089 h 1209844"/>
                <a:gd name="connsiteX19" fmla="*/ 4081179 w 12191388"/>
                <a:gd name="connsiteY19" fmla="*/ 971213 h 1209844"/>
                <a:gd name="connsiteX20" fmla="*/ 4635598 w 12191388"/>
                <a:gd name="connsiteY20" fmla="*/ 1189823 h 1209844"/>
                <a:gd name="connsiteX21" fmla="*/ 5088688 w 12191388"/>
                <a:gd name="connsiteY21" fmla="*/ 1144408 h 1209844"/>
                <a:gd name="connsiteX22" fmla="*/ 5163443 w 12191388"/>
                <a:gd name="connsiteY22" fmla="*/ 1127560 h 1209844"/>
                <a:gd name="connsiteX23" fmla="*/ 5338917 w 12191388"/>
                <a:gd name="connsiteY23" fmla="*/ 1109451 h 1209844"/>
                <a:gd name="connsiteX24" fmla="*/ 5420753 w 12191388"/>
                <a:gd name="connsiteY24" fmla="*/ 1104853 h 1209844"/>
                <a:gd name="connsiteX25" fmla="*/ 5719896 w 12191388"/>
                <a:gd name="connsiteY25" fmla="*/ 1029568 h 1209844"/>
                <a:gd name="connsiteX26" fmla="*/ 6252666 w 12191388"/>
                <a:gd name="connsiteY26" fmla="*/ 678865 h 1209844"/>
                <a:gd name="connsiteX27" fmla="*/ 6373609 w 12191388"/>
                <a:gd name="connsiteY27" fmla="*/ 575746 h 1209844"/>
                <a:gd name="connsiteX28" fmla="*/ 6766146 w 12191388"/>
                <a:gd name="connsiteY28" fmla="*/ 279533 h 1209844"/>
                <a:gd name="connsiteX29" fmla="*/ 7232705 w 12191388"/>
                <a:gd name="connsiteY29" fmla="*/ 181256 h 1209844"/>
                <a:gd name="connsiteX30" fmla="*/ 7841980 w 12191388"/>
                <a:gd name="connsiteY30" fmla="*/ 415899 h 1209844"/>
                <a:gd name="connsiteX31" fmla="*/ 8184463 w 12191388"/>
                <a:gd name="connsiteY31" fmla="*/ 703648 h 1209844"/>
                <a:gd name="connsiteX32" fmla="*/ 8313830 w 12191388"/>
                <a:gd name="connsiteY32" fmla="*/ 821377 h 1209844"/>
                <a:gd name="connsiteX33" fmla="*/ 8835896 w 12191388"/>
                <a:gd name="connsiteY33" fmla="*/ 1081861 h 1209844"/>
                <a:gd name="connsiteX34" fmla="*/ 8836019 w 12191388"/>
                <a:gd name="connsiteY34" fmla="*/ 1081861 h 1209844"/>
                <a:gd name="connsiteX35" fmla="*/ 9140778 w 12191388"/>
                <a:gd name="connsiteY35" fmla="*/ 995426 h 1209844"/>
                <a:gd name="connsiteX36" fmla="*/ 9274783 w 12191388"/>
                <a:gd name="connsiteY36" fmla="*/ 940326 h 1209844"/>
                <a:gd name="connsiteX37" fmla="*/ 9825662 w 12191388"/>
                <a:gd name="connsiteY37" fmla="*/ 833626 h 1209844"/>
                <a:gd name="connsiteX38" fmla="*/ 9933990 w 12191388"/>
                <a:gd name="connsiteY38" fmla="*/ 823737 h 1209844"/>
                <a:gd name="connsiteX39" fmla="*/ 10409869 w 12191388"/>
                <a:gd name="connsiteY39" fmla="*/ 756795 h 1209844"/>
                <a:gd name="connsiteX40" fmla="*/ 10957450 w 12191388"/>
                <a:gd name="connsiteY40" fmla="*/ 505467 h 1209844"/>
                <a:gd name="connsiteX41" fmla="*/ 11144725 w 12191388"/>
                <a:gd name="connsiteY41" fmla="*/ 379071 h 1209844"/>
                <a:gd name="connsiteX42" fmla="*/ 11510770 w 12191388"/>
                <a:gd name="connsiteY42" fmla="*/ 147398 h 1209844"/>
                <a:gd name="connsiteX43" fmla="*/ 12185603 w 12191388"/>
                <a:gd name="connsiteY43" fmla="*/ 1998 h 1209844"/>
                <a:gd name="connsiteX44" fmla="*/ 12191382 w 12191388"/>
                <a:gd name="connsiteY44" fmla="*/ 8428 h 1209844"/>
                <a:gd name="connsiteX45" fmla="*/ 12184952 w 12191388"/>
                <a:gd name="connsiteY45" fmla="*/ 14206 h 1209844"/>
                <a:gd name="connsiteX46" fmla="*/ 11516468 w 12191388"/>
                <a:gd name="connsiteY46" fmla="*/ 158223 h 1209844"/>
                <a:gd name="connsiteX47" fmla="*/ 11151684 w 12191388"/>
                <a:gd name="connsiteY47" fmla="*/ 389122 h 1209844"/>
                <a:gd name="connsiteX48" fmla="*/ 10964043 w 12191388"/>
                <a:gd name="connsiteY48" fmla="*/ 515763 h 1209844"/>
                <a:gd name="connsiteX49" fmla="*/ 10412799 w 12191388"/>
                <a:gd name="connsiteY49" fmla="*/ 768678 h 1209844"/>
                <a:gd name="connsiteX50" fmla="*/ 9935089 w 12191388"/>
                <a:gd name="connsiteY50" fmla="*/ 835905 h 1209844"/>
                <a:gd name="connsiteX51" fmla="*/ 9826883 w 12191388"/>
                <a:gd name="connsiteY51" fmla="*/ 845793 h 1209844"/>
                <a:gd name="connsiteX52" fmla="*/ 9278853 w 12191388"/>
                <a:gd name="connsiteY52" fmla="*/ 951883 h 1209844"/>
                <a:gd name="connsiteX53" fmla="*/ 9145783 w 12191388"/>
                <a:gd name="connsiteY53" fmla="*/ 1006617 h 1209844"/>
                <a:gd name="connsiteX54" fmla="*/ 8836059 w 12191388"/>
                <a:gd name="connsiteY54" fmla="*/ 1094110 h 1209844"/>
                <a:gd name="connsiteX55" fmla="*/ 8835937 w 12191388"/>
                <a:gd name="connsiteY55" fmla="*/ 1094110 h 1209844"/>
                <a:gd name="connsiteX56" fmla="*/ 8305813 w 12191388"/>
                <a:gd name="connsiteY56" fmla="*/ 830533 h 1209844"/>
                <a:gd name="connsiteX57" fmla="*/ 8176242 w 12191388"/>
                <a:gd name="connsiteY57" fmla="*/ 712642 h 1209844"/>
                <a:gd name="connsiteX58" fmla="*/ 7835103 w 12191388"/>
                <a:gd name="connsiteY58" fmla="*/ 425951 h 1209844"/>
                <a:gd name="connsiteX59" fmla="*/ 7230996 w 12191388"/>
                <a:gd name="connsiteY59" fmla="*/ 193342 h 1209844"/>
                <a:gd name="connsiteX60" fmla="*/ 6772168 w 12191388"/>
                <a:gd name="connsiteY60" fmla="*/ 290195 h 1209844"/>
                <a:gd name="connsiteX61" fmla="*/ 6381666 w 12191388"/>
                <a:gd name="connsiteY61" fmla="*/ 584984 h 1209844"/>
                <a:gd name="connsiteX62" fmla="*/ 6260519 w 12191388"/>
                <a:gd name="connsiteY62" fmla="*/ 688266 h 1209844"/>
                <a:gd name="connsiteX63" fmla="*/ 5724698 w 12191388"/>
                <a:gd name="connsiteY63" fmla="*/ 1040841 h 1209844"/>
                <a:gd name="connsiteX64" fmla="*/ 5421811 w 12191388"/>
                <a:gd name="connsiteY64" fmla="*/ 1117061 h 1209844"/>
                <a:gd name="connsiteX65" fmla="*/ 5339527 w 12191388"/>
                <a:gd name="connsiteY65" fmla="*/ 1121660 h 1209844"/>
                <a:gd name="connsiteX66" fmla="*/ 5166129 w 12191388"/>
                <a:gd name="connsiteY66" fmla="*/ 1139484 h 1209844"/>
                <a:gd name="connsiteX67" fmla="*/ 5091495 w 12191388"/>
                <a:gd name="connsiteY67" fmla="*/ 1156290 h 1209844"/>
                <a:gd name="connsiteX68" fmla="*/ 4739490 w 12191388"/>
                <a:gd name="connsiteY68" fmla="*/ 1209763 h 120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2191388" h="1209844">
                  <a:moveTo>
                    <a:pt x="4739409" y="1209844"/>
                  </a:moveTo>
                  <a:cubicBezTo>
                    <a:pt x="4704168" y="1209844"/>
                    <a:pt x="4668967" y="1207443"/>
                    <a:pt x="4633726" y="1201949"/>
                  </a:cubicBezTo>
                  <a:cubicBezTo>
                    <a:pt x="4434568" y="1170818"/>
                    <a:pt x="4252055" y="1074861"/>
                    <a:pt x="4075523" y="982078"/>
                  </a:cubicBezTo>
                  <a:cubicBezTo>
                    <a:pt x="4000523" y="942646"/>
                    <a:pt x="3923000" y="901870"/>
                    <a:pt x="3846129" y="867280"/>
                  </a:cubicBezTo>
                  <a:cubicBezTo>
                    <a:pt x="3641966" y="775392"/>
                    <a:pt x="3429827" y="710648"/>
                    <a:pt x="3215653" y="674796"/>
                  </a:cubicBezTo>
                  <a:cubicBezTo>
                    <a:pt x="2997735" y="638334"/>
                    <a:pt x="2776155" y="631619"/>
                    <a:pt x="2557098" y="654815"/>
                  </a:cubicBezTo>
                  <a:cubicBezTo>
                    <a:pt x="2308659" y="681104"/>
                    <a:pt x="2057047" y="739459"/>
                    <a:pt x="1809178" y="828213"/>
                  </a:cubicBezTo>
                  <a:cubicBezTo>
                    <a:pt x="1663940" y="880221"/>
                    <a:pt x="1490379" y="933164"/>
                    <a:pt x="1302738" y="932024"/>
                  </a:cubicBezTo>
                  <a:cubicBezTo>
                    <a:pt x="945157" y="929745"/>
                    <a:pt x="594983" y="780560"/>
                    <a:pt x="256326" y="636340"/>
                  </a:cubicBezTo>
                  <a:cubicBezTo>
                    <a:pt x="168996" y="599145"/>
                    <a:pt x="86549" y="564026"/>
                    <a:pt x="3858" y="531308"/>
                  </a:cubicBezTo>
                  <a:cubicBezTo>
                    <a:pt x="725" y="530046"/>
                    <a:pt x="-821" y="526506"/>
                    <a:pt x="440" y="523373"/>
                  </a:cubicBezTo>
                  <a:cubicBezTo>
                    <a:pt x="1661" y="520239"/>
                    <a:pt x="5242" y="518693"/>
                    <a:pt x="8375" y="519954"/>
                  </a:cubicBezTo>
                  <a:cubicBezTo>
                    <a:pt x="91188" y="552713"/>
                    <a:pt x="173757" y="587873"/>
                    <a:pt x="261127" y="625108"/>
                  </a:cubicBezTo>
                  <a:cubicBezTo>
                    <a:pt x="598686" y="768881"/>
                    <a:pt x="947721" y="917537"/>
                    <a:pt x="1302860" y="919816"/>
                  </a:cubicBezTo>
                  <a:cubicBezTo>
                    <a:pt x="1304935" y="919816"/>
                    <a:pt x="1307011" y="919816"/>
                    <a:pt x="1309045" y="919816"/>
                  </a:cubicBezTo>
                  <a:cubicBezTo>
                    <a:pt x="1492251" y="919816"/>
                    <a:pt x="1662434" y="867768"/>
                    <a:pt x="1805068" y="816697"/>
                  </a:cubicBezTo>
                  <a:cubicBezTo>
                    <a:pt x="2053832" y="727617"/>
                    <a:pt x="2306421" y="669058"/>
                    <a:pt x="2555796" y="642647"/>
                  </a:cubicBezTo>
                  <a:cubicBezTo>
                    <a:pt x="2775951" y="619330"/>
                    <a:pt x="2998630" y="626085"/>
                    <a:pt x="3217647" y="662710"/>
                  </a:cubicBezTo>
                  <a:cubicBezTo>
                    <a:pt x="3432879" y="698684"/>
                    <a:pt x="3645995" y="763754"/>
                    <a:pt x="3851134" y="856089"/>
                  </a:cubicBezTo>
                  <a:cubicBezTo>
                    <a:pt x="3928331" y="890842"/>
                    <a:pt x="4006017" y="931699"/>
                    <a:pt x="4081179" y="971213"/>
                  </a:cubicBezTo>
                  <a:cubicBezTo>
                    <a:pt x="4256815" y="1063548"/>
                    <a:pt x="4438434" y="1159017"/>
                    <a:pt x="4635598" y="1189823"/>
                  </a:cubicBezTo>
                  <a:cubicBezTo>
                    <a:pt x="4787103" y="1213507"/>
                    <a:pt x="4940438" y="1178387"/>
                    <a:pt x="5088688" y="1144408"/>
                  </a:cubicBezTo>
                  <a:cubicBezTo>
                    <a:pt x="5113267" y="1138792"/>
                    <a:pt x="5138660" y="1132973"/>
                    <a:pt x="5163443" y="1127560"/>
                  </a:cubicBezTo>
                  <a:cubicBezTo>
                    <a:pt x="5223467" y="1114457"/>
                    <a:pt x="5279544" y="1112015"/>
                    <a:pt x="5338917" y="1109451"/>
                  </a:cubicBezTo>
                  <a:cubicBezTo>
                    <a:pt x="5365490" y="1108312"/>
                    <a:pt x="5392959" y="1107091"/>
                    <a:pt x="5420753" y="1104853"/>
                  </a:cubicBezTo>
                  <a:cubicBezTo>
                    <a:pt x="5519070" y="1096958"/>
                    <a:pt x="5619707" y="1071606"/>
                    <a:pt x="5719896" y="1029568"/>
                  </a:cubicBezTo>
                  <a:cubicBezTo>
                    <a:pt x="5923245" y="944192"/>
                    <a:pt x="6101527" y="803797"/>
                    <a:pt x="6252666" y="678865"/>
                  </a:cubicBezTo>
                  <a:cubicBezTo>
                    <a:pt x="6292668" y="645822"/>
                    <a:pt x="6331979" y="611801"/>
                    <a:pt x="6373609" y="575746"/>
                  </a:cubicBezTo>
                  <a:cubicBezTo>
                    <a:pt x="6497563" y="468517"/>
                    <a:pt x="6625710" y="357625"/>
                    <a:pt x="6766146" y="279533"/>
                  </a:cubicBezTo>
                  <a:cubicBezTo>
                    <a:pt x="6925667" y="190819"/>
                    <a:pt x="7078271" y="158671"/>
                    <a:pt x="7232705" y="181256"/>
                  </a:cubicBezTo>
                  <a:cubicBezTo>
                    <a:pt x="7466738" y="215480"/>
                    <a:pt x="7660320" y="290072"/>
                    <a:pt x="7841980" y="415899"/>
                  </a:cubicBezTo>
                  <a:cubicBezTo>
                    <a:pt x="7965202" y="501276"/>
                    <a:pt x="8076664" y="604151"/>
                    <a:pt x="8184463" y="703648"/>
                  </a:cubicBezTo>
                  <a:cubicBezTo>
                    <a:pt x="8226622" y="742552"/>
                    <a:pt x="8270206" y="782799"/>
                    <a:pt x="8313830" y="821377"/>
                  </a:cubicBezTo>
                  <a:cubicBezTo>
                    <a:pt x="8466839" y="956685"/>
                    <a:pt x="8636006" y="1081861"/>
                    <a:pt x="8835896" y="1081861"/>
                  </a:cubicBezTo>
                  <a:lnTo>
                    <a:pt x="8836019" y="1081861"/>
                  </a:lnTo>
                  <a:cubicBezTo>
                    <a:pt x="8946137" y="1081861"/>
                    <a:pt x="9040669" y="1039864"/>
                    <a:pt x="9140778" y="995426"/>
                  </a:cubicBezTo>
                  <a:cubicBezTo>
                    <a:pt x="9184117" y="976178"/>
                    <a:pt x="9228962" y="956278"/>
                    <a:pt x="9274783" y="940326"/>
                  </a:cubicBezTo>
                  <a:cubicBezTo>
                    <a:pt x="9462384" y="875093"/>
                    <a:pt x="9658530" y="849781"/>
                    <a:pt x="9825662" y="833626"/>
                  </a:cubicBezTo>
                  <a:cubicBezTo>
                    <a:pt x="9861717" y="830126"/>
                    <a:pt x="9898464" y="826870"/>
                    <a:pt x="9933990" y="823737"/>
                  </a:cubicBezTo>
                  <a:cubicBezTo>
                    <a:pt x="10091274" y="809779"/>
                    <a:pt x="10253928" y="795373"/>
                    <a:pt x="10409869" y="756795"/>
                  </a:cubicBezTo>
                  <a:cubicBezTo>
                    <a:pt x="10583674" y="713822"/>
                    <a:pt x="10757683" y="633939"/>
                    <a:pt x="10957450" y="505467"/>
                  </a:cubicBezTo>
                  <a:cubicBezTo>
                    <a:pt x="11020689" y="464773"/>
                    <a:pt x="11083765" y="421189"/>
                    <a:pt x="11144725" y="379071"/>
                  </a:cubicBezTo>
                  <a:cubicBezTo>
                    <a:pt x="11261640" y="298252"/>
                    <a:pt x="11382583" y="214666"/>
                    <a:pt x="11510770" y="147398"/>
                  </a:cubicBezTo>
                  <a:cubicBezTo>
                    <a:pt x="11719085" y="38094"/>
                    <a:pt x="11946118" y="-10821"/>
                    <a:pt x="12185603" y="1998"/>
                  </a:cubicBezTo>
                  <a:cubicBezTo>
                    <a:pt x="12188981" y="2161"/>
                    <a:pt x="12191544" y="5050"/>
                    <a:pt x="12191382" y="8428"/>
                  </a:cubicBezTo>
                  <a:cubicBezTo>
                    <a:pt x="12191220" y="11805"/>
                    <a:pt x="12188290" y="14369"/>
                    <a:pt x="12184952" y="14206"/>
                  </a:cubicBezTo>
                  <a:cubicBezTo>
                    <a:pt x="11947705" y="1509"/>
                    <a:pt x="11722788" y="49936"/>
                    <a:pt x="11516468" y="158223"/>
                  </a:cubicBezTo>
                  <a:cubicBezTo>
                    <a:pt x="11388932" y="225124"/>
                    <a:pt x="11268314" y="308507"/>
                    <a:pt x="11151684" y="389122"/>
                  </a:cubicBezTo>
                  <a:cubicBezTo>
                    <a:pt x="11090602" y="431322"/>
                    <a:pt x="11027486" y="474987"/>
                    <a:pt x="10964043" y="515763"/>
                  </a:cubicBezTo>
                  <a:cubicBezTo>
                    <a:pt x="10763094" y="645008"/>
                    <a:pt x="10587947" y="725379"/>
                    <a:pt x="10412799" y="768678"/>
                  </a:cubicBezTo>
                  <a:cubicBezTo>
                    <a:pt x="10255963" y="807459"/>
                    <a:pt x="10092820" y="821946"/>
                    <a:pt x="9935089" y="835905"/>
                  </a:cubicBezTo>
                  <a:cubicBezTo>
                    <a:pt x="9899603" y="839038"/>
                    <a:pt x="9862897" y="842294"/>
                    <a:pt x="9826883" y="845793"/>
                  </a:cubicBezTo>
                  <a:cubicBezTo>
                    <a:pt x="9660484" y="861867"/>
                    <a:pt x="9465233" y="887057"/>
                    <a:pt x="9278853" y="951883"/>
                  </a:cubicBezTo>
                  <a:cubicBezTo>
                    <a:pt x="9233479" y="967673"/>
                    <a:pt x="9188919" y="987450"/>
                    <a:pt x="9145783" y="1006617"/>
                  </a:cubicBezTo>
                  <a:cubicBezTo>
                    <a:pt x="9048930" y="1049631"/>
                    <a:pt x="8948782" y="1094069"/>
                    <a:pt x="8836059" y="1094110"/>
                  </a:cubicBezTo>
                  <a:lnTo>
                    <a:pt x="8835937" y="1094110"/>
                  </a:lnTo>
                  <a:cubicBezTo>
                    <a:pt x="8631977" y="1094110"/>
                    <a:pt x="8460614" y="967428"/>
                    <a:pt x="8305813" y="830533"/>
                  </a:cubicBezTo>
                  <a:cubicBezTo>
                    <a:pt x="8262067" y="791833"/>
                    <a:pt x="8218442" y="751586"/>
                    <a:pt x="8176242" y="712642"/>
                  </a:cubicBezTo>
                  <a:cubicBezTo>
                    <a:pt x="8068769" y="613429"/>
                    <a:pt x="7957633" y="510839"/>
                    <a:pt x="7835103" y="425951"/>
                  </a:cubicBezTo>
                  <a:cubicBezTo>
                    <a:pt x="7655071" y="301223"/>
                    <a:pt x="7463116" y="227322"/>
                    <a:pt x="7230996" y="193342"/>
                  </a:cubicBezTo>
                  <a:cubicBezTo>
                    <a:pt x="7079370" y="171164"/>
                    <a:pt x="6929248" y="202824"/>
                    <a:pt x="6772168" y="290195"/>
                  </a:cubicBezTo>
                  <a:cubicBezTo>
                    <a:pt x="6632831" y="367676"/>
                    <a:pt x="6505133" y="478161"/>
                    <a:pt x="6381666" y="584984"/>
                  </a:cubicBezTo>
                  <a:cubicBezTo>
                    <a:pt x="6341826" y="619452"/>
                    <a:pt x="6300604" y="655100"/>
                    <a:pt x="6260519" y="688266"/>
                  </a:cubicBezTo>
                  <a:cubicBezTo>
                    <a:pt x="6108730" y="813726"/>
                    <a:pt x="5929594" y="954813"/>
                    <a:pt x="5724698" y="1040841"/>
                  </a:cubicBezTo>
                  <a:cubicBezTo>
                    <a:pt x="5623329" y="1083407"/>
                    <a:pt x="5521390" y="1109044"/>
                    <a:pt x="5421811" y="1117061"/>
                  </a:cubicBezTo>
                  <a:cubicBezTo>
                    <a:pt x="5393813" y="1119299"/>
                    <a:pt x="5366222" y="1120520"/>
                    <a:pt x="5339527" y="1121660"/>
                  </a:cubicBezTo>
                  <a:cubicBezTo>
                    <a:pt x="5280683" y="1124223"/>
                    <a:pt x="5225136" y="1126624"/>
                    <a:pt x="5166129" y="1139484"/>
                  </a:cubicBezTo>
                  <a:cubicBezTo>
                    <a:pt x="5141387" y="1144896"/>
                    <a:pt x="5116034" y="1150675"/>
                    <a:pt x="5091495" y="1156290"/>
                  </a:cubicBezTo>
                  <a:cubicBezTo>
                    <a:pt x="4976331" y="1182701"/>
                    <a:pt x="4858114" y="1209763"/>
                    <a:pt x="4739490" y="120976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18" name="Freeform: Shape 17">
              <a:extLst>
                <a:ext uri="{FF2B5EF4-FFF2-40B4-BE49-F238E27FC236}">
                  <a16:creationId xmlns:a16="http://schemas.microsoft.com/office/drawing/2014/main" id="{802C770A-2295-3832-9449-2E3B81E3BC5F}"/>
                </a:ext>
              </a:extLst>
            </p:cNvPr>
            <p:cNvSpPr/>
            <p:nvPr/>
          </p:nvSpPr>
          <p:spPr>
            <a:xfrm>
              <a:off x="1052" y="1534397"/>
              <a:ext cx="12191483" cy="1159335"/>
            </a:xfrm>
            <a:custGeom>
              <a:avLst/>
              <a:gdLst>
                <a:gd name="connsiteX0" fmla="*/ 4697954 w 12191483"/>
                <a:gd name="connsiteY0" fmla="*/ 1159010 h 1159335"/>
                <a:gd name="connsiteX1" fmla="*/ 4627106 w 12191483"/>
                <a:gd name="connsiteY1" fmla="*/ 1155714 h 1159335"/>
                <a:gd name="connsiteX2" fmla="*/ 4005867 w 12191483"/>
                <a:gd name="connsiteY2" fmla="*/ 932465 h 1159335"/>
                <a:gd name="connsiteX3" fmla="*/ 3812203 w 12191483"/>
                <a:gd name="connsiteY3" fmla="*/ 837525 h 1159335"/>
                <a:gd name="connsiteX4" fmla="*/ 2533874 w 12191483"/>
                <a:gd name="connsiteY4" fmla="*/ 580256 h 1159335"/>
                <a:gd name="connsiteX5" fmla="*/ 1758608 w 12191483"/>
                <a:gd name="connsiteY5" fmla="*/ 742627 h 1159335"/>
                <a:gd name="connsiteX6" fmla="*/ 1281508 w 12191483"/>
                <a:gd name="connsiteY6" fmla="*/ 851199 h 1159335"/>
                <a:gd name="connsiteX7" fmla="*/ 194361 w 12191483"/>
                <a:gd name="connsiteY7" fmla="*/ 580012 h 1159335"/>
                <a:gd name="connsiteX8" fmla="*/ 3912 w 12191483"/>
                <a:gd name="connsiteY8" fmla="*/ 504891 h 1159335"/>
                <a:gd name="connsiteX9" fmla="*/ 412 w 12191483"/>
                <a:gd name="connsiteY9" fmla="*/ 496996 h 1159335"/>
                <a:gd name="connsiteX10" fmla="*/ 8307 w 12191483"/>
                <a:gd name="connsiteY10" fmla="*/ 493496 h 1159335"/>
                <a:gd name="connsiteX11" fmla="*/ 198919 w 12191483"/>
                <a:gd name="connsiteY11" fmla="*/ 568699 h 1159335"/>
                <a:gd name="connsiteX12" fmla="*/ 1281020 w 12191483"/>
                <a:gd name="connsiteY12" fmla="*/ 839031 h 1159335"/>
                <a:gd name="connsiteX13" fmla="*/ 1754457 w 12191483"/>
                <a:gd name="connsiteY13" fmla="*/ 731191 h 1159335"/>
                <a:gd name="connsiteX14" fmla="*/ 2533101 w 12191483"/>
                <a:gd name="connsiteY14" fmla="*/ 568129 h 1159335"/>
                <a:gd name="connsiteX15" fmla="*/ 3817290 w 12191483"/>
                <a:gd name="connsiteY15" fmla="*/ 826497 h 1159335"/>
                <a:gd name="connsiteX16" fmla="*/ 4011401 w 12191483"/>
                <a:gd name="connsiteY16" fmla="*/ 921641 h 1159335"/>
                <a:gd name="connsiteX17" fmla="*/ 4628285 w 12191483"/>
                <a:gd name="connsiteY17" fmla="*/ 1143628 h 1159335"/>
                <a:gd name="connsiteX18" fmla="*/ 5104612 w 12191483"/>
                <a:gd name="connsiteY18" fmla="*/ 1076116 h 1159335"/>
                <a:gd name="connsiteX19" fmla="*/ 5191169 w 12191483"/>
                <a:gd name="connsiteY19" fmla="*/ 1053734 h 1159335"/>
                <a:gd name="connsiteX20" fmla="*/ 5377996 w 12191483"/>
                <a:gd name="connsiteY20" fmla="*/ 1030294 h 1159335"/>
                <a:gd name="connsiteX21" fmla="*/ 5453850 w 12191483"/>
                <a:gd name="connsiteY21" fmla="*/ 1024963 h 1159335"/>
                <a:gd name="connsiteX22" fmla="*/ 5758487 w 12191483"/>
                <a:gd name="connsiteY22" fmla="*/ 948580 h 1159335"/>
                <a:gd name="connsiteX23" fmla="*/ 6309365 w 12191483"/>
                <a:gd name="connsiteY23" fmla="*/ 611062 h 1159335"/>
                <a:gd name="connsiteX24" fmla="*/ 6416880 w 12191483"/>
                <a:gd name="connsiteY24" fmla="*/ 528330 h 1159335"/>
                <a:gd name="connsiteX25" fmla="*/ 6828827 w 12191483"/>
                <a:gd name="connsiteY25" fmla="*/ 249331 h 1159335"/>
                <a:gd name="connsiteX26" fmla="*/ 7305683 w 12191483"/>
                <a:gd name="connsiteY26" fmla="*/ 169936 h 1159335"/>
                <a:gd name="connsiteX27" fmla="*/ 7937950 w 12191483"/>
                <a:gd name="connsiteY27" fmla="*/ 413125 h 1159335"/>
                <a:gd name="connsiteX28" fmla="*/ 8259800 w 12191483"/>
                <a:gd name="connsiteY28" fmla="*/ 660098 h 1159335"/>
                <a:gd name="connsiteX29" fmla="*/ 8428194 w 12191483"/>
                <a:gd name="connsiteY29" fmla="*/ 796302 h 1159335"/>
                <a:gd name="connsiteX30" fmla="*/ 8978543 w 12191483"/>
                <a:gd name="connsiteY30" fmla="*/ 1029155 h 1159335"/>
                <a:gd name="connsiteX31" fmla="*/ 9268041 w 12191483"/>
                <a:gd name="connsiteY31" fmla="*/ 949475 h 1159335"/>
                <a:gd name="connsiteX32" fmla="*/ 9388374 w 12191483"/>
                <a:gd name="connsiteY32" fmla="*/ 902433 h 1159335"/>
                <a:gd name="connsiteX33" fmla="*/ 9919759 w 12191483"/>
                <a:gd name="connsiteY33" fmla="*/ 797726 h 1159335"/>
                <a:gd name="connsiteX34" fmla="*/ 10021943 w 12191483"/>
                <a:gd name="connsiteY34" fmla="*/ 787512 h 1159335"/>
                <a:gd name="connsiteX35" fmla="*/ 10478532 w 12191483"/>
                <a:gd name="connsiteY35" fmla="*/ 719919 h 1159335"/>
                <a:gd name="connsiteX36" fmla="*/ 11001372 w 12191483"/>
                <a:gd name="connsiteY36" fmla="*/ 479986 h 1159335"/>
                <a:gd name="connsiteX37" fmla="*/ 11177416 w 12191483"/>
                <a:gd name="connsiteY37" fmla="*/ 362339 h 1159335"/>
                <a:gd name="connsiteX38" fmla="*/ 11533043 w 12191483"/>
                <a:gd name="connsiteY38" fmla="*/ 139660 h 1159335"/>
                <a:gd name="connsiteX39" fmla="*/ 12185697 w 12191483"/>
                <a:gd name="connsiteY39" fmla="*/ 1991 h 1159335"/>
                <a:gd name="connsiteX40" fmla="*/ 12191476 w 12191483"/>
                <a:gd name="connsiteY40" fmla="*/ 8421 h 1159335"/>
                <a:gd name="connsiteX41" fmla="*/ 12185047 w 12191483"/>
                <a:gd name="connsiteY41" fmla="*/ 14199 h 1159335"/>
                <a:gd name="connsiteX42" fmla="*/ 11538659 w 12191483"/>
                <a:gd name="connsiteY42" fmla="*/ 150525 h 1159335"/>
                <a:gd name="connsiteX43" fmla="*/ 11184293 w 12191483"/>
                <a:gd name="connsiteY43" fmla="*/ 372471 h 1159335"/>
                <a:gd name="connsiteX44" fmla="*/ 11007924 w 12191483"/>
                <a:gd name="connsiteY44" fmla="*/ 490322 h 1159335"/>
                <a:gd name="connsiteX45" fmla="*/ 10481503 w 12191483"/>
                <a:gd name="connsiteY45" fmla="*/ 731802 h 1159335"/>
                <a:gd name="connsiteX46" fmla="*/ 10023123 w 12191483"/>
                <a:gd name="connsiteY46" fmla="*/ 799721 h 1159335"/>
                <a:gd name="connsiteX47" fmla="*/ 9921021 w 12191483"/>
                <a:gd name="connsiteY47" fmla="*/ 809935 h 1159335"/>
                <a:gd name="connsiteX48" fmla="*/ 9392322 w 12191483"/>
                <a:gd name="connsiteY48" fmla="*/ 914031 h 1159335"/>
                <a:gd name="connsiteX49" fmla="*/ 9272721 w 12191483"/>
                <a:gd name="connsiteY49" fmla="*/ 960829 h 1159335"/>
                <a:gd name="connsiteX50" fmla="*/ 8978868 w 12191483"/>
                <a:gd name="connsiteY50" fmla="*/ 1041444 h 1159335"/>
                <a:gd name="connsiteX51" fmla="*/ 8964096 w 12191483"/>
                <a:gd name="connsiteY51" fmla="*/ 1041648 h 1159335"/>
                <a:gd name="connsiteX52" fmla="*/ 8420746 w 12191483"/>
                <a:gd name="connsiteY52" fmla="*/ 806069 h 1159335"/>
                <a:gd name="connsiteX53" fmla="*/ 8252068 w 12191483"/>
                <a:gd name="connsiteY53" fmla="*/ 669662 h 1159335"/>
                <a:gd name="connsiteX54" fmla="*/ 7931235 w 12191483"/>
                <a:gd name="connsiteY54" fmla="*/ 423461 h 1159335"/>
                <a:gd name="connsiteX55" fmla="*/ 7303485 w 12191483"/>
                <a:gd name="connsiteY55" fmla="*/ 182104 h 1159335"/>
                <a:gd name="connsiteX56" fmla="*/ 6834240 w 12191483"/>
                <a:gd name="connsiteY56" fmla="*/ 260440 h 1159335"/>
                <a:gd name="connsiteX57" fmla="*/ 6424408 w 12191483"/>
                <a:gd name="connsiteY57" fmla="*/ 538138 h 1159335"/>
                <a:gd name="connsiteX58" fmla="*/ 6316772 w 12191483"/>
                <a:gd name="connsiteY58" fmla="*/ 620991 h 1159335"/>
                <a:gd name="connsiteX59" fmla="*/ 5763085 w 12191483"/>
                <a:gd name="connsiteY59" fmla="*/ 960097 h 1159335"/>
                <a:gd name="connsiteX60" fmla="*/ 5454989 w 12191483"/>
                <a:gd name="connsiteY60" fmla="*/ 1037334 h 1159335"/>
                <a:gd name="connsiteX61" fmla="*/ 5378769 w 12191483"/>
                <a:gd name="connsiteY61" fmla="*/ 1042706 h 1159335"/>
                <a:gd name="connsiteX62" fmla="*/ 5194139 w 12191483"/>
                <a:gd name="connsiteY62" fmla="*/ 1065820 h 1159335"/>
                <a:gd name="connsiteX63" fmla="*/ 5107745 w 12191483"/>
                <a:gd name="connsiteY63" fmla="*/ 1088161 h 1159335"/>
                <a:gd name="connsiteX64" fmla="*/ 4698035 w 12191483"/>
                <a:gd name="connsiteY64" fmla="*/ 1159336 h 1159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1483" h="1159335">
                  <a:moveTo>
                    <a:pt x="4697954" y="1159010"/>
                  </a:moveTo>
                  <a:cubicBezTo>
                    <a:pt x="4674352" y="1159010"/>
                    <a:pt x="4650749" y="1157952"/>
                    <a:pt x="4627106" y="1155714"/>
                  </a:cubicBezTo>
                  <a:cubicBezTo>
                    <a:pt x="4404142" y="1134309"/>
                    <a:pt x="4201688" y="1031718"/>
                    <a:pt x="4005867" y="932465"/>
                  </a:cubicBezTo>
                  <a:cubicBezTo>
                    <a:pt x="3942424" y="900317"/>
                    <a:pt x="3876866" y="867110"/>
                    <a:pt x="3812203" y="837525"/>
                  </a:cubicBezTo>
                  <a:cubicBezTo>
                    <a:pt x="3380640" y="640280"/>
                    <a:pt x="2950543" y="553683"/>
                    <a:pt x="2533874" y="580256"/>
                  </a:cubicBezTo>
                  <a:cubicBezTo>
                    <a:pt x="2270013" y="597063"/>
                    <a:pt x="2009162" y="651675"/>
                    <a:pt x="1758608" y="742627"/>
                  </a:cubicBezTo>
                  <a:cubicBezTo>
                    <a:pt x="1621753" y="792273"/>
                    <a:pt x="1458040" y="844037"/>
                    <a:pt x="1281508" y="851199"/>
                  </a:cubicBezTo>
                  <a:cubicBezTo>
                    <a:pt x="910173" y="866296"/>
                    <a:pt x="546285" y="720774"/>
                    <a:pt x="194361" y="580012"/>
                  </a:cubicBezTo>
                  <a:cubicBezTo>
                    <a:pt x="128599" y="553724"/>
                    <a:pt x="66500" y="528860"/>
                    <a:pt x="3912" y="504891"/>
                  </a:cubicBezTo>
                  <a:cubicBezTo>
                    <a:pt x="778" y="503670"/>
                    <a:pt x="-809" y="500170"/>
                    <a:pt x="412" y="496996"/>
                  </a:cubicBezTo>
                  <a:cubicBezTo>
                    <a:pt x="1633" y="493862"/>
                    <a:pt x="5133" y="492275"/>
                    <a:pt x="8307" y="493496"/>
                  </a:cubicBezTo>
                  <a:cubicBezTo>
                    <a:pt x="70976" y="517506"/>
                    <a:pt x="133116" y="542370"/>
                    <a:pt x="198919" y="568699"/>
                  </a:cubicBezTo>
                  <a:cubicBezTo>
                    <a:pt x="549622" y="708972"/>
                    <a:pt x="912289" y="854007"/>
                    <a:pt x="1281020" y="839031"/>
                  </a:cubicBezTo>
                  <a:cubicBezTo>
                    <a:pt x="1455924" y="831910"/>
                    <a:pt x="1618497" y="780513"/>
                    <a:pt x="1754457" y="731191"/>
                  </a:cubicBezTo>
                  <a:cubicBezTo>
                    <a:pt x="2006110" y="639873"/>
                    <a:pt x="2268100" y="585018"/>
                    <a:pt x="2533101" y="568129"/>
                  </a:cubicBezTo>
                  <a:cubicBezTo>
                    <a:pt x="2951804" y="541434"/>
                    <a:pt x="3383855" y="628357"/>
                    <a:pt x="3817290" y="826497"/>
                  </a:cubicBezTo>
                  <a:cubicBezTo>
                    <a:pt x="3882156" y="856163"/>
                    <a:pt x="3947878" y="889451"/>
                    <a:pt x="4011401" y="921641"/>
                  </a:cubicBezTo>
                  <a:cubicBezTo>
                    <a:pt x="4206205" y="1020365"/>
                    <a:pt x="4407641" y="1122426"/>
                    <a:pt x="4628285" y="1143628"/>
                  </a:cubicBezTo>
                  <a:cubicBezTo>
                    <a:pt x="4788825" y="1159051"/>
                    <a:pt x="4949363" y="1116892"/>
                    <a:pt x="5104612" y="1076116"/>
                  </a:cubicBezTo>
                  <a:cubicBezTo>
                    <a:pt x="5133057" y="1068628"/>
                    <a:pt x="5162438" y="1060937"/>
                    <a:pt x="5191169" y="1053734"/>
                  </a:cubicBezTo>
                  <a:cubicBezTo>
                    <a:pt x="5255588" y="1037660"/>
                    <a:pt x="5315042" y="1034079"/>
                    <a:pt x="5377996" y="1030294"/>
                  </a:cubicBezTo>
                  <a:cubicBezTo>
                    <a:pt x="5402534" y="1028829"/>
                    <a:pt x="5427928" y="1027283"/>
                    <a:pt x="5453850" y="1024963"/>
                  </a:cubicBezTo>
                  <a:cubicBezTo>
                    <a:pt x="5551883" y="1016173"/>
                    <a:pt x="5654391" y="990455"/>
                    <a:pt x="5758487" y="948580"/>
                  </a:cubicBezTo>
                  <a:cubicBezTo>
                    <a:pt x="5961837" y="866744"/>
                    <a:pt x="6142153" y="736970"/>
                    <a:pt x="6309365" y="611062"/>
                  </a:cubicBezTo>
                  <a:cubicBezTo>
                    <a:pt x="6344892" y="584326"/>
                    <a:pt x="6381476" y="555840"/>
                    <a:pt x="6416880" y="528330"/>
                  </a:cubicBezTo>
                  <a:cubicBezTo>
                    <a:pt x="6547590" y="426636"/>
                    <a:pt x="6682735" y="321522"/>
                    <a:pt x="6828827" y="249331"/>
                  </a:cubicBezTo>
                  <a:cubicBezTo>
                    <a:pt x="6994860" y="167291"/>
                    <a:pt x="7150841" y="141328"/>
                    <a:pt x="7305683" y="169936"/>
                  </a:cubicBezTo>
                  <a:cubicBezTo>
                    <a:pt x="7555546" y="216124"/>
                    <a:pt x="7756453" y="293403"/>
                    <a:pt x="7937950" y="413125"/>
                  </a:cubicBezTo>
                  <a:cubicBezTo>
                    <a:pt x="8051283" y="487880"/>
                    <a:pt x="8157292" y="575414"/>
                    <a:pt x="8259800" y="660098"/>
                  </a:cubicBezTo>
                  <a:cubicBezTo>
                    <a:pt x="8314535" y="705310"/>
                    <a:pt x="8371181" y="752067"/>
                    <a:pt x="8428194" y="796302"/>
                  </a:cubicBezTo>
                  <a:cubicBezTo>
                    <a:pt x="8580756" y="914600"/>
                    <a:pt x="8765467" y="1034770"/>
                    <a:pt x="8978543" y="1029155"/>
                  </a:cubicBezTo>
                  <a:cubicBezTo>
                    <a:pt x="9083412" y="1026387"/>
                    <a:pt x="9173101" y="989030"/>
                    <a:pt x="9268041" y="949475"/>
                  </a:cubicBezTo>
                  <a:cubicBezTo>
                    <a:pt x="9306904" y="933279"/>
                    <a:pt x="9347110" y="916554"/>
                    <a:pt x="9388374" y="902433"/>
                  </a:cubicBezTo>
                  <a:cubicBezTo>
                    <a:pt x="9569992" y="840211"/>
                    <a:pt x="9758937" y="814574"/>
                    <a:pt x="9919759" y="797726"/>
                  </a:cubicBezTo>
                  <a:cubicBezTo>
                    <a:pt x="9953780" y="794145"/>
                    <a:pt x="9988411" y="790768"/>
                    <a:pt x="10021943" y="787512"/>
                  </a:cubicBezTo>
                  <a:cubicBezTo>
                    <a:pt x="10172919" y="772781"/>
                    <a:pt x="10329022" y="757602"/>
                    <a:pt x="10478532" y="719919"/>
                  </a:cubicBezTo>
                  <a:cubicBezTo>
                    <a:pt x="10644565" y="678085"/>
                    <a:pt x="10810680" y="601824"/>
                    <a:pt x="11001372" y="479986"/>
                  </a:cubicBezTo>
                  <a:cubicBezTo>
                    <a:pt x="11060786" y="442018"/>
                    <a:pt x="11120078" y="401527"/>
                    <a:pt x="11177416" y="362339"/>
                  </a:cubicBezTo>
                  <a:cubicBezTo>
                    <a:pt x="11291075" y="284694"/>
                    <a:pt x="11408600" y="204445"/>
                    <a:pt x="11533043" y="139660"/>
                  </a:cubicBezTo>
                  <a:cubicBezTo>
                    <a:pt x="11732486" y="35849"/>
                    <a:pt x="11952031" y="-10502"/>
                    <a:pt x="12185697" y="1991"/>
                  </a:cubicBezTo>
                  <a:cubicBezTo>
                    <a:pt x="12189075" y="2154"/>
                    <a:pt x="12191639" y="5043"/>
                    <a:pt x="12191476" y="8421"/>
                  </a:cubicBezTo>
                  <a:cubicBezTo>
                    <a:pt x="12191314" y="11798"/>
                    <a:pt x="12188384" y="14321"/>
                    <a:pt x="12185047" y="14199"/>
                  </a:cubicBezTo>
                  <a:cubicBezTo>
                    <a:pt x="11953659" y="1869"/>
                    <a:pt x="11736148" y="47691"/>
                    <a:pt x="11538659" y="150525"/>
                  </a:cubicBezTo>
                  <a:cubicBezTo>
                    <a:pt x="11414867" y="214985"/>
                    <a:pt x="11297667" y="295030"/>
                    <a:pt x="11184293" y="372471"/>
                  </a:cubicBezTo>
                  <a:cubicBezTo>
                    <a:pt x="11126874" y="411701"/>
                    <a:pt x="11067500" y="452273"/>
                    <a:pt x="11007924" y="490322"/>
                  </a:cubicBezTo>
                  <a:cubicBezTo>
                    <a:pt x="10816132" y="612893"/>
                    <a:pt x="10648879" y="689643"/>
                    <a:pt x="10481503" y="731802"/>
                  </a:cubicBezTo>
                  <a:cubicBezTo>
                    <a:pt x="10331097" y="769688"/>
                    <a:pt x="10174547" y="784949"/>
                    <a:pt x="10023123" y="799721"/>
                  </a:cubicBezTo>
                  <a:cubicBezTo>
                    <a:pt x="9989632" y="802976"/>
                    <a:pt x="9955001" y="806354"/>
                    <a:pt x="9921021" y="809935"/>
                  </a:cubicBezTo>
                  <a:cubicBezTo>
                    <a:pt x="9760849" y="826741"/>
                    <a:pt x="9572800" y="852257"/>
                    <a:pt x="9392322" y="914031"/>
                  </a:cubicBezTo>
                  <a:cubicBezTo>
                    <a:pt x="9351424" y="928030"/>
                    <a:pt x="9311421" y="944714"/>
                    <a:pt x="9272721" y="960829"/>
                  </a:cubicBezTo>
                  <a:cubicBezTo>
                    <a:pt x="9176724" y="1000832"/>
                    <a:pt x="9086016" y="1038596"/>
                    <a:pt x="8978868" y="1041444"/>
                  </a:cubicBezTo>
                  <a:cubicBezTo>
                    <a:pt x="8973944" y="1041566"/>
                    <a:pt x="8968979" y="1041648"/>
                    <a:pt x="8964096" y="1041648"/>
                  </a:cubicBezTo>
                  <a:cubicBezTo>
                    <a:pt x="8753422" y="1041648"/>
                    <a:pt x="8571478" y="922943"/>
                    <a:pt x="8420746" y="806069"/>
                  </a:cubicBezTo>
                  <a:cubicBezTo>
                    <a:pt x="8363571" y="761712"/>
                    <a:pt x="8306884" y="714914"/>
                    <a:pt x="8252068" y="669662"/>
                  </a:cubicBezTo>
                  <a:cubicBezTo>
                    <a:pt x="8149804" y="585180"/>
                    <a:pt x="8044039" y="497851"/>
                    <a:pt x="7931235" y="423461"/>
                  </a:cubicBezTo>
                  <a:cubicBezTo>
                    <a:pt x="7751163" y="304675"/>
                    <a:pt x="7551680" y="227966"/>
                    <a:pt x="7303485" y="182104"/>
                  </a:cubicBezTo>
                  <a:cubicBezTo>
                    <a:pt x="7151329" y="153984"/>
                    <a:pt x="6997872" y="179581"/>
                    <a:pt x="6834240" y="260440"/>
                  </a:cubicBezTo>
                  <a:cubicBezTo>
                    <a:pt x="6689246" y="332062"/>
                    <a:pt x="6554630" y="436850"/>
                    <a:pt x="6424408" y="538138"/>
                  </a:cubicBezTo>
                  <a:cubicBezTo>
                    <a:pt x="6388963" y="565688"/>
                    <a:pt x="6352339" y="594215"/>
                    <a:pt x="6316772" y="620991"/>
                  </a:cubicBezTo>
                  <a:cubicBezTo>
                    <a:pt x="6148867" y="747388"/>
                    <a:pt x="5967819" y="877731"/>
                    <a:pt x="5763085" y="960097"/>
                  </a:cubicBezTo>
                  <a:cubicBezTo>
                    <a:pt x="5657891" y="1002419"/>
                    <a:pt x="5554202" y="1028422"/>
                    <a:pt x="5454989" y="1037334"/>
                  </a:cubicBezTo>
                  <a:cubicBezTo>
                    <a:pt x="5428904" y="1039695"/>
                    <a:pt x="5403430" y="1041200"/>
                    <a:pt x="5378769" y="1042706"/>
                  </a:cubicBezTo>
                  <a:cubicBezTo>
                    <a:pt x="5316385" y="1046450"/>
                    <a:pt x="5257459" y="1049990"/>
                    <a:pt x="5194139" y="1065820"/>
                  </a:cubicBezTo>
                  <a:cubicBezTo>
                    <a:pt x="5165490" y="1072982"/>
                    <a:pt x="5136150" y="1080674"/>
                    <a:pt x="5107745" y="1088161"/>
                  </a:cubicBezTo>
                  <a:cubicBezTo>
                    <a:pt x="4974187" y="1123240"/>
                    <a:pt x="4836762" y="1159336"/>
                    <a:pt x="4698035" y="115933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19" name="Freeform: Shape 18">
              <a:extLst>
                <a:ext uri="{FF2B5EF4-FFF2-40B4-BE49-F238E27FC236}">
                  <a16:creationId xmlns:a16="http://schemas.microsoft.com/office/drawing/2014/main" id="{025BAC5D-C94F-BB7C-6B3A-61A672819E07}"/>
                </a:ext>
              </a:extLst>
            </p:cNvPr>
            <p:cNvSpPr/>
            <p:nvPr/>
          </p:nvSpPr>
          <p:spPr>
            <a:xfrm>
              <a:off x="893" y="1586510"/>
              <a:ext cx="12191642" cy="1110193"/>
            </a:xfrm>
            <a:custGeom>
              <a:avLst/>
              <a:gdLst>
                <a:gd name="connsiteX0" fmla="*/ 4660757 w 12191642"/>
                <a:gd name="connsiteY0" fmla="*/ 1110194 h 1110193"/>
                <a:gd name="connsiteX1" fmla="*/ 4620144 w 12191642"/>
                <a:gd name="connsiteY1" fmla="*/ 1109176 h 1110193"/>
                <a:gd name="connsiteX2" fmla="*/ 3935056 w 12191642"/>
                <a:gd name="connsiteY2" fmla="*/ 880678 h 1110193"/>
                <a:gd name="connsiteX3" fmla="*/ 3801090 w 12191642"/>
                <a:gd name="connsiteY3" fmla="*/ 815445 h 1110193"/>
                <a:gd name="connsiteX4" fmla="*/ 2513035 w 12191642"/>
                <a:gd name="connsiteY4" fmla="*/ 503280 h 1110193"/>
                <a:gd name="connsiteX5" fmla="*/ 1732153 w 12191642"/>
                <a:gd name="connsiteY5" fmla="*/ 645872 h 1110193"/>
                <a:gd name="connsiteX6" fmla="*/ 1244188 w 12191642"/>
                <a:gd name="connsiteY6" fmla="*/ 768525 h 1110193"/>
                <a:gd name="connsiteX7" fmla="*/ 120701 w 12191642"/>
                <a:gd name="connsiteY7" fmla="*/ 520086 h 1110193"/>
                <a:gd name="connsiteX8" fmla="*/ 3990 w 12191642"/>
                <a:gd name="connsiteY8" fmla="*/ 476543 h 1110193"/>
                <a:gd name="connsiteX9" fmla="*/ 368 w 12191642"/>
                <a:gd name="connsiteY9" fmla="*/ 468690 h 1110193"/>
                <a:gd name="connsiteX10" fmla="*/ 8222 w 12191642"/>
                <a:gd name="connsiteY10" fmla="*/ 465068 h 1110193"/>
                <a:gd name="connsiteX11" fmla="*/ 124974 w 12191642"/>
                <a:gd name="connsiteY11" fmla="*/ 508611 h 1110193"/>
                <a:gd name="connsiteX12" fmla="*/ 1243293 w 12191642"/>
                <a:gd name="connsiteY12" fmla="*/ 756317 h 1110193"/>
                <a:gd name="connsiteX13" fmla="*/ 1728002 w 12191642"/>
                <a:gd name="connsiteY13" fmla="*/ 634356 h 1110193"/>
                <a:gd name="connsiteX14" fmla="*/ 2512791 w 12191642"/>
                <a:gd name="connsiteY14" fmla="*/ 491031 h 1110193"/>
                <a:gd name="connsiteX15" fmla="*/ 3806299 w 12191642"/>
                <a:gd name="connsiteY15" fmla="*/ 804376 h 1110193"/>
                <a:gd name="connsiteX16" fmla="*/ 3940468 w 12191642"/>
                <a:gd name="connsiteY16" fmla="*/ 869691 h 1110193"/>
                <a:gd name="connsiteX17" fmla="*/ 4620754 w 12191642"/>
                <a:gd name="connsiteY17" fmla="*/ 1096928 h 1110193"/>
                <a:gd name="connsiteX18" fmla="*/ 5126136 w 12191642"/>
                <a:gd name="connsiteY18" fmla="*/ 1009638 h 1110193"/>
                <a:gd name="connsiteX19" fmla="*/ 5220221 w 12191642"/>
                <a:gd name="connsiteY19" fmla="*/ 983024 h 1110193"/>
                <a:gd name="connsiteX20" fmla="*/ 5472363 w 12191642"/>
                <a:gd name="connsiteY20" fmla="*/ 939563 h 1110193"/>
                <a:gd name="connsiteX21" fmla="*/ 5799708 w 12191642"/>
                <a:gd name="connsiteY21" fmla="*/ 871115 h 1110193"/>
                <a:gd name="connsiteX22" fmla="*/ 6369712 w 12191642"/>
                <a:gd name="connsiteY22" fmla="*/ 546049 h 1110193"/>
                <a:gd name="connsiteX23" fmla="*/ 6450490 w 12191642"/>
                <a:gd name="connsiteY23" fmla="*/ 490135 h 1110193"/>
                <a:gd name="connsiteX24" fmla="*/ 7409206 w 12191642"/>
                <a:gd name="connsiteY24" fmla="*/ 163890 h 1110193"/>
                <a:gd name="connsiteX25" fmla="*/ 8039601 w 12191642"/>
                <a:gd name="connsiteY25" fmla="*/ 409724 h 1110193"/>
                <a:gd name="connsiteX26" fmla="*/ 8339965 w 12191642"/>
                <a:gd name="connsiteY26" fmla="*/ 618241 h 1110193"/>
                <a:gd name="connsiteX27" fmla="*/ 8530943 w 12191642"/>
                <a:gd name="connsiteY27" fmla="*/ 755177 h 1110193"/>
                <a:gd name="connsiteX28" fmla="*/ 9106400 w 12191642"/>
                <a:gd name="connsiteY28" fmla="*/ 973461 h 1110193"/>
                <a:gd name="connsiteX29" fmla="*/ 9403346 w 12191642"/>
                <a:gd name="connsiteY29" fmla="*/ 898909 h 1110193"/>
                <a:gd name="connsiteX30" fmla="*/ 9509151 w 12191642"/>
                <a:gd name="connsiteY30" fmla="*/ 860046 h 1110193"/>
                <a:gd name="connsiteX31" fmla="*/ 10055594 w 12191642"/>
                <a:gd name="connsiteY31" fmla="*/ 754648 h 1110193"/>
                <a:gd name="connsiteX32" fmla="*/ 10112240 w 12191642"/>
                <a:gd name="connsiteY32" fmla="*/ 748625 h 1110193"/>
                <a:gd name="connsiteX33" fmla="*/ 10551901 w 12191642"/>
                <a:gd name="connsiteY33" fmla="*/ 680503 h 1110193"/>
                <a:gd name="connsiteX34" fmla="*/ 11048493 w 12191642"/>
                <a:gd name="connsiteY34" fmla="*/ 452534 h 1110193"/>
                <a:gd name="connsiteX35" fmla="*/ 11211962 w 12191642"/>
                <a:gd name="connsiteY35" fmla="*/ 344287 h 1110193"/>
                <a:gd name="connsiteX36" fmla="*/ 11556968 w 12191642"/>
                <a:gd name="connsiteY36" fmla="*/ 130968 h 1110193"/>
                <a:gd name="connsiteX37" fmla="*/ 12185857 w 12191642"/>
                <a:gd name="connsiteY37" fmla="*/ 2048 h 1110193"/>
                <a:gd name="connsiteX38" fmla="*/ 12191635 w 12191642"/>
                <a:gd name="connsiteY38" fmla="*/ 8478 h 1110193"/>
                <a:gd name="connsiteX39" fmla="*/ 12185206 w 12191642"/>
                <a:gd name="connsiteY39" fmla="*/ 14257 h 1110193"/>
                <a:gd name="connsiteX40" fmla="*/ 11562543 w 12191642"/>
                <a:gd name="connsiteY40" fmla="*/ 141833 h 1110193"/>
                <a:gd name="connsiteX41" fmla="*/ 11218840 w 12191642"/>
                <a:gd name="connsiteY41" fmla="*/ 354379 h 1110193"/>
                <a:gd name="connsiteX42" fmla="*/ 11055086 w 12191642"/>
                <a:gd name="connsiteY42" fmla="*/ 462830 h 1110193"/>
                <a:gd name="connsiteX43" fmla="*/ 10554994 w 12191642"/>
                <a:gd name="connsiteY43" fmla="*/ 692304 h 1110193"/>
                <a:gd name="connsiteX44" fmla="*/ 10113583 w 12191642"/>
                <a:gd name="connsiteY44" fmla="*/ 760752 h 1110193"/>
                <a:gd name="connsiteX45" fmla="*/ 10056978 w 12191642"/>
                <a:gd name="connsiteY45" fmla="*/ 766775 h 1110193"/>
                <a:gd name="connsiteX46" fmla="*/ 9513099 w 12191642"/>
                <a:gd name="connsiteY46" fmla="*/ 871603 h 1110193"/>
                <a:gd name="connsiteX47" fmla="*/ 9407823 w 12191642"/>
                <a:gd name="connsiteY47" fmla="*/ 910304 h 1110193"/>
                <a:gd name="connsiteX48" fmla="*/ 9106686 w 12191642"/>
                <a:gd name="connsiteY48" fmla="*/ 985669 h 1110193"/>
                <a:gd name="connsiteX49" fmla="*/ 9095495 w 12191642"/>
                <a:gd name="connsiteY49" fmla="*/ 985751 h 1110193"/>
                <a:gd name="connsiteX50" fmla="*/ 8524106 w 12191642"/>
                <a:gd name="connsiteY50" fmla="*/ 765229 h 1110193"/>
                <a:gd name="connsiteX51" fmla="*/ 8332803 w 12191642"/>
                <a:gd name="connsiteY51" fmla="*/ 628048 h 1110193"/>
                <a:gd name="connsiteX52" fmla="*/ 8033212 w 12191642"/>
                <a:gd name="connsiteY52" fmla="*/ 420060 h 1110193"/>
                <a:gd name="connsiteX53" fmla="*/ 7406561 w 12191642"/>
                <a:gd name="connsiteY53" fmla="*/ 175732 h 1110193"/>
                <a:gd name="connsiteX54" fmla="*/ 6457530 w 12191642"/>
                <a:gd name="connsiteY54" fmla="*/ 500106 h 1110193"/>
                <a:gd name="connsiteX55" fmla="*/ 6376670 w 12191642"/>
                <a:gd name="connsiteY55" fmla="*/ 556060 h 1110193"/>
                <a:gd name="connsiteX56" fmla="*/ 5804184 w 12191642"/>
                <a:gd name="connsiteY56" fmla="*/ 882469 h 1110193"/>
                <a:gd name="connsiteX57" fmla="*/ 5473909 w 12191642"/>
                <a:gd name="connsiteY57" fmla="*/ 951649 h 1110193"/>
                <a:gd name="connsiteX58" fmla="*/ 5223558 w 12191642"/>
                <a:gd name="connsiteY58" fmla="*/ 994785 h 1110193"/>
                <a:gd name="connsiteX59" fmla="*/ 5129636 w 12191642"/>
                <a:gd name="connsiteY59" fmla="*/ 1021358 h 1110193"/>
                <a:gd name="connsiteX60" fmla="*/ 4660919 w 12191642"/>
                <a:gd name="connsiteY60" fmla="*/ 1110112 h 111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2191642" h="1110193">
                  <a:moveTo>
                    <a:pt x="4660757" y="1110194"/>
                  </a:moveTo>
                  <a:cubicBezTo>
                    <a:pt x="4647205" y="1110194"/>
                    <a:pt x="4633695" y="1109868"/>
                    <a:pt x="4620144" y="1109176"/>
                  </a:cubicBezTo>
                  <a:cubicBezTo>
                    <a:pt x="4372478" y="1096846"/>
                    <a:pt x="4150125" y="986931"/>
                    <a:pt x="3935056" y="880678"/>
                  </a:cubicBezTo>
                  <a:cubicBezTo>
                    <a:pt x="3891146" y="858988"/>
                    <a:pt x="3845772" y="836566"/>
                    <a:pt x="3801090" y="815445"/>
                  </a:cubicBezTo>
                  <a:cubicBezTo>
                    <a:pt x="3339658" y="597324"/>
                    <a:pt x="2918269" y="495222"/>
                    <a:pt x="2513035" y="503280"/>
                  </a:cubicBezTo>
                  <a:cubicBezTo>
                    <a:pt x="2243355" y="508651"/>
                    <a:pt x="1973348" y="557932"/>
                    <a:pt x="1732153" y="645872"/>
                  </a:cubicBezTo>
                  <a:cubicBezTo>
                    <a:pt x="1581910" y="700647"/>
                    <a:pt x="1420435" y="755258"/>
                    <a:pt x="1244188" y="768525"/>
                  </a:cubicBezTo>
                  <a:cubicBezTo>
                    <a:pt x="860279" y="797418"/>
                    <a:pt x="484264" y="656412"/>
                    <a:pt x="120701" y="520086"/>
                  </a:cubicBezTo>
                  <a:cubicBezTo>
                    <a:pt x="82286" y="505681"/>
                    <a:pt x="42568" y="490786"/>
                    <a:pt x="3990" y="476543"/>
                  </a:cubicBezTo>
                  <a:cubicBezTo>
                    <a:pt x="816" y="475363"/>
                    <a:pt x="-771" y="471864"/>
                    <a:pt x="368" y="468690"/>
                  </a:cubicBezTo>
                  <a:cubicBezTo>
                    <a:pt x="1548" y="465515"/>
                    <a:pt x="5048" y="463928"/>
                    <a:pt x="8222" y="465068"/>
                  </a:cubicBezTo>
                  <a:cubicBezTo>
                    <a:pt x="46841" y="479311"/>
                    <a:pt x="86559" y="494205"/>
                    <a:pt x="124974" y="508611"/>
                  </a:cubicBezTo>
                  <a:cubicBezTo>
                    <a:pt x="487316" y="644489"/>
                    <a:pt x="861988" y="784965"/>
                    <a:pt x="1243293" y="756317"/>
                  </a:cubicBezTo>
                  <a:cubicBezTo>
                    <a:pt x="1417994" y="743172"/>
                    <a:pt x="1578532" y="688845"/>
                    <a:pt x="1728002" y="634356"/>
                  </a:cubicBezTo>
                  <a:cubicBezTo>
                    <a:pt x="1970418" y="545968"/>
                    <a:pt x="2241808" y="496402"/>
                    <a:pt x="2512791" y="491031"/>
                  </a:cubicBezTo>
                  <a:cubicBezTo>
                    <a:pt x="2920100" y="482933"/>
                    <a:pt x="3343117" y="585441"/>
                    <a:pt x="3806299" y="804376"/>
                  </a:cubicBezTo>
                  <a:cubicBezTo>
                    <a:pt x="3851063" y="825537"/>
                    <a:pt x="3896518" y="848001"/>
                    <a:pt x="3940468" y="869691"/>
                  </a:cubicBezTo>
                  <a:cubicBezTo>
                    <a:pt x="4154398" y="975414"/>
                    <a:pt x="4375612" y="1084719"/>
                    <a:pt x="4620754" y="1096928"/>
                  </a:cubicBezTo>
                  <a:cubicBezTo>
                    <a:pt x="4792199" y="1105473"/>
                    <a:pt x="4961976" y="1056762"/>
                    <a:pt x="5126136" y="1009638"/>
                  </a:cubicBezTo>
                  <a:cubicBezTo>
                    <a:pt x="5157023" y="1000767"/>
                    <a:pt x="5188968" y="991611"/>
                    <a:pt x="5220221" y="983024"/>
                  </a:cubicBezTo>
                  <a:cubicBezTo>
                    <a:pt x="5304092" y="960032"/>
                    <a:pt x="5389631" y="949614"/>
                    <a:pt x="5472363" y="939563"/>
                  </a:cubicBezTo>
                  <a:cubicBezTo>
                    <a:pt x="5580202" y="926459"/>
                    <a:pt x="5691705" y="912867"/>
                    <a:pt x="5799708" y="871115"/>
                  </a:cubicBezTo>
                  <a:cubicBezTo>
                    <a:pt x="6002039" y="792901"/>
                    <a:pt x="6184757" y="672730"/>
                    <a:pt x="6369712" y="546049"/>
                  </a:cubicBezTo>
                  <a:cubicBezTo>
                    <a:pt x="6396570" y="527655"/>
                    <a:pt x="6423998" y="508570"/>
                    <a:pt x="6450490" y="490135"/>
                  </a:cubicBezTo>
                  <a:cubicBezTo>
                    <a:pt x="6740274" y="288658"/>
                    <a:pt x="7039906" y="80304"/>
                    <a:pt x="7409206" y="163890"/>
                  </a:cubicBezTo>
                  <a:cubicBezTo>
                    <a:pt x="7663789" y="221472"/>
                    <a:pt x="7858186" y="297326"/>
                    <a:pt x="8039601" y="409724"/>
                  </a:cubicBezTo>
                  <a:cubicBezTo>
                    <a:pt x="8143452" y="474102"/>
                    <a:pt x="8243357" y="547392"/>
                    <a:pt x="8339965" y="618241"/>
                  </a:cubicBezTo>
                  <a:cubicBezTo>
                    <a:pt x="8402064" y="663818"/>
                    <a:pt x="8466320" y="710942"/>
                    <a:pt x="8530943" y="755177"/>
                  </a:cubicBezTo>
                  <a:cubicBezTo>
                    <a:pt x="8691686" y="865255"/>
                    <a:pt x="8885716" y="977286"/>
                    <a:pt x="9106400" y="973461"/>
                  </a:cubicBezTo>
                  <a:cubicBezTo>
                    <a:pt x="9214444" y="971589"/>
                    <a:pt x="9306210" y="936267"/>
                    <a:pt x="9403346" y="898909"/>
                  </a:cubicBezTo>
                  <a:cubicBezTo>
                    <a:pt x="9437530" y="885765"/>
                    <a:pt x="9472852" y="872173"/>
                    <a:pt x="9509151" y="860046"/>
                  </a:cubicBezTo>
                  <a:cubicBezTo>
                    <a:pt x="9689509" y="799737"/>
                    <a:pt x="9878370" y="773734"/>
                    <a:pt x="10055594" y="754648"/>
                  </a:cubicBezTo>
                  <a:cubicBezTo>
                    <a:pt x="10074477" y="752613"/>
                    <a:pt x="10093318" y="750619"/>
                    <a:pt x="10112240" y="748625"/>
                  </a:cubicBezTo>
                  <a:cubicBezTo>
                    <a:pt x="10257641" y="733324"/>
                    <a:pt x="10408007" y="717454"/>
                    <a:pt x="10551901" y="680503"/>
                  </a:cubicBezTo>
                  <a:cubicBezTo>
                    <a:pt x="10709591" y="639972"/>
                    <a:pt x="10867404" y="567536"/>
                    <a:pt x="11048493" y="452534"/>
                  </a:cubicBezTo>
                  <a:cubicBezTo>
                    <a:pt x="11103593" y="417537"/>
                    <a:pt x="11158694" y="380302"/>
                    <a:pt x="11211962" y="344287"/>
                  </a:cubicBezTo>
                  <a:cubicBezTo>
                    <a:pt x="11322203" y="269776"/>
                    <a:pt x="11436188" y="192701"/>
                    <a:pt x="11556968" y="130968"/>
                  </a:cubicBezTo>
                  <a:cubicBezTo>
                    <a:pt x="11748394" y="33098"/>
                    <a:pt x="11959963" y="-10282"/>
                    <a:pt x="12185857" y="2048"/>
                  </a:cubicBezTo>
                  <a:cubicBezTo>
                    <a:pt x="12189235" y="2252"/>
                    <a:pt x="12191798" y="5101"/>
                    <a:pt x="12191635" y="8478"/>
                  </a:cubicBezTo>
                  <a:cubicBezTo>
                    <a:pt x="12191433" y="11856"/>
                    <a:pt x="12188665" y="14420"/>
                    <a:pt x="12185206" y="14257"/>
                  </a:cubicBezTo>
                  <a:cubicBezTo>
                    <a:pt x="11961510" y="2008"/>
                    <a:pt x="11752057" y="44981"/>
                    <a:pt x="11562543" y="141833"/>
                  </a:cubicBezTo>
                  <a:cubicBezTo>
                    <a:pt x="11442455" y="203241"/>
                    <a:pt x="11328755" y="280072"/>
                    <a:pt x="11218840" y="354379"/>
                  </a:cubicBezTo>
                  <a:cubicBezTo>
                    <a:pt x="11165489" y="390434"/>
                    <a:pt x="11110348" y="427710"/>
                    <a:pt x="11055086" y="462830"/>
                  </a:cubicBezTo>
                  <a:cubicBezTo>
                    <a:pt x="10872898" y="578564"/>
                    <a:pt x="10713987" y="651447"/>
                    <a:pt x="10554994" y="692304"/>
                  </a:cubicBezTo>
                  <a:cubicBezTo>
                    <a:pt x="10410244" y="729499"/>
                    <a:pt x="10259432" y="745370"/>
                    <a:pt x="10113583" y="760752"/>
                  </a:cubicBezTo>
                  <a:cubicBezTo>
                    <a:pt x="10094702" y="762746"/>
                    <a:pt x="10075819" y="764740"/>
                    <a:pt x="10056978" y="766775"/>
                  </a:cubicBezTo>
                  <a:cubicBezTo>
                    <a:pt x="9880446" y="785820"/>
                    <a:pt x="9692398" y="811661"/>
                    <a:pt x="9513099" y="871603"/>
                  </a:cubicBezTo>
                  <a:cubicBezTo>
                    <a:pt x="9477044" y="883649"/>
                    <a:pt x="9441843" y="897200"/>
                    <a:pt x="9407823" y="910304"/>
                  </a:cubicBezTo>
                  <a:cubicBezTo>
                    <a:pt x="9309627" y="948068"/>
                    <a:pt x="9216885" y="983757"/>
                    <a:pt x="9106686" y="985669"/>
                  </a:cubicBezTo>
                  <a:cubicBezTo>
                    <a:pt x="9102941" y="985751"/>
                    <a:pt x="9099238" y="985751"/>
                    <a:pt x="9095495" y="985751"/>
                  </a:cubicBezTo>
                  <a:cubicBezTo>
                    <a:pt x="8876031" y="985751"/>
                    <a:pt x="8683710" y="874533"/>
                    <a:pt x="8524106" y="765229"/>
                  </a:cubicBezTo>
                  <a:cubicBezTo>
                    <a:pt x="8459321" y="720872"/>
                    <a:pt x="8395024" y="673666"/>
                    <a:pt x="8332803" y="628048"/>
                  </a:cubicBezTo>
                  <a:cubicBezTo>
                    <a:pt x="8236398" y="557322"/>
                    <a:pt x="8136697" y="484153"/>
                    <a:pt x="8033212" y="420060"/>
                  </a:cubicBezTo>
                  <a:cubicBezTo>
                    <a:pt x="7853018" y="308395"/>
                    <a:pt x="7659761" y="233029"/>
                    <a:pt x="7406561" y="175732"/>
                  </a:cubicBezTo>
                  <a:cubicBezTo>
                    <a:pt x="7042551" y="93366"/>
                    <a:pt x="6745116" y="300134"/>
                    <a:pt x="6457530" y="500106"/>
                  </a:cubicBezTo>
                  <a:cubicBezTo>
                    <a:pt x="6430998" y="518540"/>
                    <a:pt x="6403570" y="537626"/>
                    <a:pt x="6376670" y="556060"/>
                  </a:cubicBezTo>
                  <a:cubicBezTo>
                    <a:pt x="6191105" y="683148"/>
                    <a:pt x="6007696" y="803766"/>
                    <a:pt x="5804184" y="882469"/>
                  </a:cubicBezTo>
                  <a:cubicBezTo>
                    <a:pt x="5694757" y="924791"/>
                    <a:pt x="5582482" y="938423"/>
                    <a:pt x="5473909" y="951649"/>
                  </a:cubicBezTo>
                  <a:cubicBezTo>
                    <a:pt x="5391625" y="961660"/>
                    <a:pt x="5306574" y="971996"/>
                    <a:pt x="5223558" y="994785"/>
                  </a:cubicBezTo>
                  <a:cubicBezTo>
                    <a:pt x="5192386" y="1003331"/>
                    <a:pt x="5160482" y="1012487"/>
                    <a:pt x="5129636" y="1021358"/>
                  </a:cubicBezTo>
                  <a:cubicBezTo>
                    <a:pt x="4977439" y="1065023"/>
                    <a:pt x="4820400" y="1110112"/>
                    <a:pt x="4660919" y="1110112"/>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20" name="Freeform: Shape 19">
              <a:extLst>
                <a:ext uri="{FF2B5EF4-FFF2-40B4-BE49-F238E27FC236}">
                  <a16:creationId xmlns:a16="http://schemas.microsoft.com/office/drawing/2014/main" id="{3B77F195-1FF1-0FB5-7B36-72569C5745D1}"/>
                </a:ext>
              </a:extLst>
            </p:cNvPr>
            <p:cNvSpPr/>
            <p:nvPr/>
          </p:nvSpPr>
          <p:spPr>
            <a:xfrm>
              <a:off x="821" y="1639616"/>
              <a:ext cx="12191556" cy="1062703"/>
            </a:xfrm>
            <a:custGeom>
              <a:avLst/>
              <a:gdLst>
                <a:gd name="connsiteX0" fmla="*/ 4627337 w 12191556"/>
                <a:gd name="connsiteY0" fmla="*/ 1062663 h 1062703"/>
                <a:gd name="connsiteX1" fmla="*/ 4615373 w 12191556"/>
                <a:gd name="connsiteY1" fmla="*/ 1062582 h 1062703"/>
                <a:gd name="connsiteX2" fmla="*/ 3851582 w 12191556"/>
                <a:gd name="connsiteY2" fmla="*/ 820939 h 1062703"/>
                <a:gd name="connsiteX3" fmla="*/ 3776257 w 12191556"/>
                <a:gd name="connsiteY3" fmla="*/ 784152 h 1062703"/>
                <a:gd name="connsiteX4" fmla="*/ 3148222 w 12191556"/>
                <a:gd name="connsiteY4" fmla="*/ 533394 h 1062703"/>
                <a:gd name="connsiteX5" fmla="*/ 2483522 w 12191556"/>
                <a:gd name="connsiteY5" fmla="*/ 424211 h 1062703"/>
                <a:gd name="connsiteX6" fmla="*/ 1703210 w 12191556"/>
                <a:gd name="connsiteY6" fmla="*/ 548857 h 1062703"/>
                <a:gd name="connsiteX7" fmla="*/ 1224238 w 12191556"/>
                <a:gd name="connsiteY7" fmla="*/ 683148 h 1062703"/>
                <a:gd name="connsiteX8" fmla="*/ 30716 w 12191556"/>
                <a:gd name="connsiteY8" fmla="*/ 455830 h 1062703"/>
                <a:gd name="connsiteX9" fmla="*/ 4062 w 12191556"/>
                <a:gd name="connsiteY9" fmla="*/ 446389 h 1062703"/>
                <a:gd name="connsiteX10" fmla="*/ 359 w 12191556"/>
                <a:gd name="connsiteY10" fmla="*/ 438617 h 1062703"/>
                <a:gd name="connsiteX11" fmla="*/ 8131 w 12191556"/>
                <a:gd name="connsiteY11" fmla="*/ 434914 h 1062703"/>
                <a:gd name="connsiteX12" fmla="*/ 34786 w 12191556"/>
                <a:gd name="connsiteY12" fmla="*/ 444355 h 1062703"/>
                <a:gd name="connsiteX13" fmla="*/ 1222733 w 12191556"/>
                <a:gd name="connsiteY13" fmla="*/ 671062 h 1062703"/>
                <a:gd name="connsiteX14" fmla="*/ 1698978 w 12191556"/>
                <a:gd name="connsiteY14" fmla="*/ 537463 h 1062703"/>
                <a:gd name="connsiteX15" fmla="*/ 2483726 w 12191556"/>
                <a:gd name="connsiteY15" fmla="*/ 412084 h 1062703"/>
                <a:gd name="connsiteX16" fmla="*/ 3151681 w 12191556"/>
                <a:gd name="connsiteY16" fmla="*/ 521755 h 1062703"/>
                <a:gd name="connsiteX17" fmla="*/ 3781506 w 12191556"/>
                <a:gd name="connsiteY17" fmla="*/ 773246 h 1062703"/>
                <a:gd name="connsiteX18" fmla="*/ 3856913 w 12191556"/>
                <a:gd name="connsiteY18" fmla="*/ 810033 h 1062703"/>
                <a:gd name="connsiteX19" fmla="*/ 4615495 w 12191556"/>
                <a:gd name="connsiteY19" fmla="*/ 1050455 h 1062703"/>
                <a:gd name="connsiteX20" fmla="*/ 5152171 w 12191556"/>
                <a:gd name="connsiteY20" fmla="*/ 945260 h 1062703"/>
                <a:gd name="connsiteX21" fmla="*/ 5250773 w 12191556"/>
                <a:gd name="connsiteY21" fmla="*/ 915675 h 1062703"/>
                <a:gd name="connsiteX22" fmla="*/ 5517402 w 12191556"/>
                <a:gd name="connsiteY22" fmla="*/ 865988 h 1062703"/>
                <a:gd name="connsiteX23" fmla="*/ 5840677 w 12191556"/>
                <a:gd name="connsiteY23" fmla="*/ 797540 h 1062703"/>
                <a:gd name="connsiteX24" fmla="*/ 6428627 w 12191556"/>
                <a:gd name="connsiteY24" fmla="*/ 486310 h 1062703"/>
                <a:gd name="connsiteX25" fmla="*/ 6488896 w 12191556"/>
                <a:gd name="connsiteY25" fmla="*/ 448668 h 1062703"/>
                <a:gd name="connsiteX26" fmla="*/ 6958833 w 12191556"/>
                <a:gd name="connsiteY26" fmla="*/ 191521 h 1062703"/>
                <a:gd name="connsiteX27" fmla="*/ 7504583 w 12191556"/>
                <a:gd name="connsiteY27" fmla="*/ 157704 h 1062703"/>
                <a:gd name="connsiteX28" fmla="*/ 8135304 w 12191556"/>
                <a:gd name="connsiteY28" fmla="*/ 399876 h 1062703"/>
                <a:gd name="connsiteX29" fmla="*/ 8417844 w 12191556"/>
                <a:gd name="connsiteY29" fmla="*/ 575594 h 1062703"/>
                <a:gd name="connsiteX30" fmla="*/ 8645447 w 12191556"/>
                <a:gd name="connsiteY30" fmla="*/ 719204 h 1062703"/>
                <a:gd name="connsiteX31" fmla="*/ 9245687 w 12191556"/>
                <a:gd name="connsiteY31" fmla="*/ 915269 h 1062703"/>
                <a:gd name="connsiteX32" fmla="*/ 9547313 w 12191556"/>
                <a:gd name="connsiteY32" fmla="*/ 844542 h 1062703"/>
                <a:gd name="connsiteX33" fmla="*/ 9644939 w 12191556"/>
                <a:gd name="connsiteY33" fmla="*/ 811295 h 1062703"/>
                <a:gd name="connsiteX34" fmla="*/ 10165662 w 12191556"/>
                <a:gd name="connsiteY34" fmla="*/ 712530 h 1062703"/>
                <a:gd name="connsiteX35" fmla="*/ 10634054 w 12191556"/>
                <a:gd name="connsiteY35" fmla="*/ 633908 h 1062703"/>
                <a:gd name="connsiteX36" fmla="*/ 11101386 w 12191556"/>
                <a:gd name="connsiteY36" fmla="*/ 421444 h 1062703"/>
                <a:gd name="connsiteX37" fmla="*/ 11247885 w 12191556"/>
                <a:gd name="connsiteY37" fmla="*/ 325283 h 1062703"/>
                <a:gd name="connsiteX38" fmla="*/ 11583817 w 12191556"/>
                <a:gd name="connsiteY38" fmla="*/ 120672 h 1062703"/>
                <a:gd name="connsiteX39" fmla="*/ 12185806 w 12191556"/>
                <a:gd name="connsiteY39" fmla="*/ 2211 h 1062703"/>
                <a:gd name="connsiteX40" fmla="*/ 12191545 w 12191556"/>
                <a:gd name="connsiteY40" fmla="*/ 8641 h 1062703"/>
                <a:gd name="connsiteX41" fmla="*/ 12185115 w 12191556"/>
                <a:gd name="connsiteY41" fmla="*/ 14379 h 1062703"/>
                <a:gd name="connsiteX42" fmla="*/ 11589270 w 12191556"/>
                <a:gd name="connsiteY42" fmla="*/ 131578 h 1062703"/>
                <a:gd name="connsiteX43" fmla="*/ 11254682 w 12191556"/>
                <a:gd name="connsiteY43" fmla="*/ 335416 h 1062703"/>
                <a:gd name="connsiteX44" fmla="*/ 11107938 w 12191556"/>
                <a:gd name="connsiteY44" fmla="*/ 431739 h 1062703"/>
                <a:gd name="connsiteX45" fmla="*/ 10637227 w 12191556"/>
                <a:gd name="connsiteY45" fmla="*/ 645669 h 1062703"/>
                <a:gd name="connsiteX46" fmla="*/ 10167087 w 12191556"/>
                <a:gd name="connsiteY46" fmla="*/ 724616 h 1062703"/>
                <a:gd name="connsiteX47" fmla="*/ 9648642 w 12191556"/>
                <a:gd name="connsiteY47" fmla="*/ 822893 h 1062703"/>
                <a:gd name="connsiteX48" fmla="*/ 9551423 w 12191556"/>
                <a:gd name="connsiteY48" fmla="*/ 856018 h 1062703"/>
                <a:gd name="connsiteX49" fmla="*/ 9246054 w 12191556"/>
                <a:gd name="connsiteY49" fmla="*/ 927436 h 1062703"/>
                <a:gd name="connsiteX50" fmla="*/ 8639220 w 12191556"/>
                <a:gd name="connsiteY50" fmla="*/ 729621 h 1062703"/>
                <a:gd name="connsiteX51" fmla="*/ 8411251 w 12191556"/>
                <a:gd name="connsiteY51" fmla="*/ 585767 h 1062703"/>
                <a:gd name="connsiteX52" fmla="*/ 8129281 w 12191556"/>
                <a:gd name="connsiteY52" fmla="*/ 410416 h 1062703"/>
                <a:gd name="connsiteX53" fmla="*/ 7501531 w 12191556"/>
                <a:gd name="connsiteY53" fmla="*/ 169465 h 1062703"/>
                <a:gd name="connsiteX54" fmla="*/ 6963431 w 12191556"/>
                <a:gd name="connsiteY54" fmla="*/ 202793 h 1062703"/>
                <a:gd name="connsiteX55" fmla="*/ 6495407 w 12191556"/>
                <a:gd name="connsiteY55" fmla="*/ 458964 h 1062703"/>
                <a:gd name="connsiteX56" fmla="*/ 6435098 w 12191556"/>
                <a:gd name="connsiteY56" fmla="*/ 496606 h 1062703"/>
                <a:gd name="connsiteX57" fmla="*/ 5844950 w 12191556"/>
                <a:gd name="connsiteY57" fmla="*/ 808934 h 1062703"/>
                <a:gd name="connsiteX58" fmla="*/ 5519029 w 12191556"/>
                <a:gd name="connsiteY58" fmla="*/ 878033 h 1062703"/>
                <a:gd name="connsiteX59" fmla="*/ 5254191 w 12191556"/>
                <a:gd name="connsiteY59" fmla="*/ 927355 h 1062703"/>
                <a:gd name="connsiteX60" fmla="*/ 5155711 w 12191556"/>
                <a:gd name="connsiteY60" fmla="*/ 956899 h 1062703"/>
                <a:gd name="connsiteX61" fmla="*/ 4627296 w 12191556"/>
                <a:gd name="connsiteY61" fmla="*/ 1062704 h 1062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191556" h="1062703">
                  <a:moveTo>
                    <a:pt x="4627337" y="1062663"/>
                  </a:moveTo>
                  <a:cubicBezTo>
                    <a:pt x="4623348" y="1062663"/>
                    <a:pt x="4619360" y="1062663"/>
                    <a:pt x="4615373" y="1062582"/>
                  </a:cubicBezTo>
                  <a:cubicBezTo>
                    <a:pt x="4337146" y="1058879"/>
                    <a:pt x="4090295" y="937895"/>
                    <a:pt x="3851582" y="820939"/>
                  </a:cubicBezTo>
                  <a:cubicBezTo>
                    <a:pt x="3826474" y="808650"/>
                    <a:pt x="3801365" y="796319"/>
                    <a:pt x="3776257" y="784152"/>
                  </a:cubicBezTo>
                  <a:cubicBezTo>
                    <a:pt x="3547107" y="673219"/>
                    <a:pt x="3341683" y="591179"/>
                    <a:pt x="3148222" y="533394"/>
                  </a:cubicBezTo>
                  <a:cubicBezTo>
                    <a:pt x="2915166" y="463766"/>
                    <a:pt x="2697737" y="428036"/>
                    <a:pt x="2483522" y="424211"/>
                  </a:cubicBezTo>
                  <a:cubicBezTo>
                    <a:pt x="2207941" y="419287"/>
                    <a:pt x="1938138" y="462382"/>
                    <a:pt x="1703210" y="548857"/>
                  </a:cubicBezTo>
                  <a:cubicBezTo>
                    <a:pt x="1559356" y="601801"/>
                    <a:pt x="1396294" y="661784"/>
                    <a:pt x="1224238" y="683148"/>
                  </a:cubicBezTo>
                  <a:cubicBezTo>
                    <a:pt x="816401" y="733731"/>
                    <a:pt x="416946" y="592441"/>
                    <a:pt x="30716" y="455830"/>
                  </a:cubicBezTo>
                  <a:lnTo>
                    <a:pt x="4062" y="446389"/>
                  </a:lnTo>
                  <a:cubicBezTo>
                    <a:pt x="888" y="445250"/>
                    <a:pt x="-781" y="441791"/>
                    <a:pt x="359" y="438617"/>
                  </a:cubicBezTo>
                  <a:cubicBezTo>
                    <a:pt x="1498" y="435442"/>
                    <a:pt x="4957" y="433774"/>
                    <a:pt x="8131" y="434914"/>
                  </a:cubicBezTo>
                  <a:lnTo>
                    <a:pt x="34786" y="444355"/>
                  </a:lnTo>
                  <a:cubicBezTo>
                    <a:pt x="419713" y="580518"/>
                    <a:pt x="817743" y="721279"/>
                    <a:pt x="1222733" y="671062"/>
                  </a:cubicBezTo>
                  <a:cubicBezTo>
                    <a:pt x="1393404" y="649901"/>
                    <a:pt x="1555734" y="590162"/>
                    <a:pt x="1698978" y="537463"/>
                  </a:cubicBezTo>
                  <a:cubicBezTo>
                    <a:pt x="1935330" y="450499"/>
                    <a:pt x="2206557" y="407160"/>
                    <a:pt x="2483726" y="412084"/>
                  </a:cubicBezTo>
                  <a:cubicBezTo>
                    <a:pt x="2699080" y="415909"/>
                    <a:pt x="2917567" y="451802"/>
                    <a:pt x="3151681" y="521755"/>
                  </a:cubicBezTo>
                  <a:cubicBezTo>
                    <a:pt x="3345752" y="579744"/>
                    <a:pt x="3551787" y="661987"/>
                    <a:pt x="3781506" y="773246"/>
                  </a:cubicBezTo>
                  <a:cubicBezTo>
                    <a:pt x="3806655" y="785413"/>
                    <a:pt x="3831764" y="797744"/>
                    <a:pt x="3856913" y="810033"/>
                  </a:cubicBezTo>
                  <a:cubicBezTo>
                    <a:pt x="4094405" y="926419"/>
                    <a:pt x="4339994" y="1046752"/>
                    <a:pt x="4615495" y="1050455"/>
                  </a:cubicBezTo>
                  <a:cubicBezTo>
                    <a:pt x="4798334" y="1052856"/>
                    <a:pt x="4978162" y="998163"/>
                    <a:pt x="5152171" y="945260"/>
                  </a:cubicBezTo>
                  <a:cubicBezTo>
                    <a:pt x="5184563" y="935412"/>
                    <a:pt x="5218014" y="925239"/>
                    <a:pt x="5250773" y="915675"/>
                  </a:cubicBezTo>
                  <a:cubicBezTo>
                    <a:pt x="5338957" y="889916"/>
                    <a:pt x="5429665" y="877748"/>
                    <a:pt x="5517402" y="865988"/>
                  </a:cubicBezTo>
                  <a:cubicBezTo>
                    <a:pt x="5624061" y="851704"/>
                    <a:pt x="5734342" y="836932"/>
                    <a:pt x="5840677" y="797540"/>
                  </a:cubicBezTo>
                  <a:cubicBezTo>
                    <a:pt x="6040689" y="723436"/>
                    <a:pt x="6217831" y="617346"/>
                    <a:pt x="6428627" y="486310"/>
                  </a:cubicBezTo>
                  <a:cubicBezTo>
                    <a:pt x="6448730" y="473817"/>
                    <a:pt x="6468793" y="461243"/>
                    <a:pt x="6488896" y="448668"/>
                  </a:cubicBezTo>
                  <a:cubicBezTo>
                    <a:pt x="6638325" y="355112"/>
                    <a:pt x="6792882" y="258382"/>
                    <a:pt x="6958833" y="191521"/>
                  </a:cubicBezTo>
                  <a:cubicBezTo>
                    <a:pt x="7142079" y="117661"/>
                    <a:pt x="7310391" y="107243"/>
                    <a:pt x="7504583" y="157704"/>
                  </a:cubicBezTo>
                  <a:cubicBezTo>
                    <a:pt x="7691818" y="206375"/>
                    <a:pt x="7913195" y="273195"/>
                    <a:pt x="8135304" y="399876"/>
                  </a:cubicBezTo>
                  <a:cubicBezTo>
                    <a:pt x="8231790" y="454894"/>
                    <a:pt x="8326364" y="516261"/>
                    <a:pt x="8417844" y="575594"/>
                  </a:cubicBezTo>
                  <a:cubicBezTo>
                    <a:pt x="8491867" y="623613"/>
                    <a:pt x="8568413" y="673260"/>
                    <a:pt x="8645447" y="719204"/>
                  </a:cubicBezTo>
                  <a:cubicBezTo>
                    <a:pt x="8803585" y="813533"/>
                    <a:pt x="9014788" y="921088"/>
                    <a:pt x="9245687" y="915269"/>
                  </a:cubicBezTo>
                  <a:cubicBezTo>
                    <a:pt x="9354829" y="912542"/>
                    <a:pt x="9448345" y="879498"/>
                    <a:pt x="9547313" y="844542"/>
                  </a:cubicBezTo>
                  <a:cubicBezTo>
                    <a:pt x="9578892" y="833392"/>
                    <a:pt x="9611529" y="821875"/>
                    <a:pt x="9644939" y="811295"/>
                  </a:cubicBezTo>
                  <a:cubicBezTo>
                    <a:pt x="9805274" y="760508"/>
                    <a:pt x="9969068" y="735074"/>
                    <a:pt x="10165662" y="712530"/>
                  </a:cubicBezTo>
                  <a:cubicBezTo>
                    <a:pt x="10326160" y="694095"/>
                    <a:pt x="10482752" y="674236"/>
                    <a:pt x="10634054" y="633908"/>
                  </a:cubicBezTo>
                  <a:cubicBezTo>
                    <a:pt x="10786941" y="593173"/>
                    <a:pt x="10939789" y="523668"/>
                    <a:pt x="11101386" y="421444"/>
                  </a:cubicBezTo>
                  <a:cubicBezTo>
                    <a:pt x="11150667" y="390272"/>
                    <a:pt x="11200110" y="357228"/>
                    <a:pt x="11247885" y="325283"/>
                  </a:cubicBezTo>
                  <a:cubicBezTo>
                    <a:pt x="11355156" y="253580"/>
                    <a:pt x="11466088" y="179435"/>
                    <a:pt x="11583817" y="120672"/>
                  </a:cubicBezTo>
                  <a:cubicBezTo>
                    <a:pt x="11766168" y="29680"/>
                    <a:pt x="11968744" y="-10200"/>
                    <a:pt x="12185806" y="2211"/>
                  </a:cubicBezTo>
                  <a:cubicBezTo>
                    <a:pt x="12189184" y="2415"/>
                    <a:pt x="12191748" y="5304"/>
                    <a:pt x="12191545" y="8641"/>
                  </a:cubicBezTo>
                  <a:cubicBezTo>
                    <a:pt x="12191341" y="12019"/>
                    <a:pt x="12188289" y="14582"/>
                    <a:pt x="12185115" y="14379"/>
                  </a:cubicBezTo>
                  <a:cubicBezTo>
                    <a:pt x="11970168" y="2130"/>
                    <a:pt x="11769708" y="41563"/>
                    <a:pt x="11589270" y="131578"/>
                  </a:cubicBezTo>
                  <a:cubicBezTo>
                    <a:pt x="11472233" y="189975"/>
                    <a:pt x="11361626" y="263916"/>
                    <a:pt x="11254682" y="335416"/>
                  </a:cubicBezTo>
                  <a:cubicBezTo>
                    <a:pt x="11206825" y="367402"/>
                    <a:pt x="11157381" y="400486"/>
                    <a:pt x="11107938" y="431739"/>
                  </a:cubicBezTo>
                  <a:cubicBezTo>
                    <a:pt x="10945324" y="534614"/>
                    <a:pt x="10791337" y="604608"/>
                    <a:pt x="10637227" y="645669"/>
                  </a:cubicBezTo>
                  <a:cubicBezTo>
                    <a:pt x="10485153" y="686201"/>
                    <a:pt x="10328073" y="706141"/>
                    <a:pt x="10167087" y="724616"/>
                  </a:cubicBezTo>
                  <a:cubicBezTo>
                    <a:pt x="9971184" y="747120"/>
                    <a:pt x="9808041" y="772432"/>
                    <a:pt x="9648642" y="822893"/>
                  </a:cubicBezTo>
                  <a:cubicBezTo>
                    <a:pt x="9615435" y="833432"/>
                    <a:pt x="9582880" y="844908"/>
                    <a:pt x="9551423" y="856018"/>
                  </a:cubicBezTo>
                  <a:cubicBezTo>
                    <a:pt x="9451519" y="891300"/>
                    <a:pt x="9357108" y="924628"/>
                    <a:pt x="9246054" y="927436"/>
                  </a:cubicBezTo>
                  <a:cubicBezTo>
                    <a:pt x="9011736" y="933296"/>
                    <a:pt x="8798783" y="824805"/>
                    <a:pt x="8639220" y="729621"/>
                  </a:cubicBezTo>
                  <a:cubicBezTo>
                    <a:pt x="8561983" y="683555"/>
                    <a:pt x="8485356" y="633827"/>
                    <a:pt x="8411251" y="585767"/>
                  </a:cubicBezTo>
                  <a:cubicBezTo>
                    <a:pt x="8319934" y="526516"/>
                    <a:pt x="8225482" y="465231"/>
                    <a:pt x="8129281" y="410416"/>
                  </a:cubicBezTo>
                  <a:cubicBezTo>
                    <a:pt x="7908393" y="284467"/>
                    <a:pt x="7687993" y="217932"/>
                    <a:pt x="7501531" y="169465"/>
                  </a:cubicBezTo>
                  <a:cubicBezTo>
                    <a:pt x="7310065" y="119696"/>
                    <a:pt x="7144073" y="129951"/>
                    <a:pt x="6963431" y="202793"/>
                  </a:cubicBezTo>
                  <a:cubicBezTo>
                    <a:pt x="6798497" y="269288"/>
                    <a:pt x="6644429" y="365693"/>
                    <a:pt x="6495407" y="458964"/>
                  </a:cubicBezTo>
                  <a:cubicBezTo>
                    <a:pt x="6475304" y="471538"/>
                    <a:pt x="6455201" y="484154"/>
                    <a:pt x="6435098" y="496606"/>
                  </a:cubicBezTo>
                  <a:cubicBezTo>
                    <a:pt x="6223691" y="628008"/>
                    <a:pt x="6046020" y="734423"/>
                    <a:pt x="5844950" y="808934"/>
                  </a:cubicBezTo>
                  <a:cubicBezTo>
                    <a:pt x="5737354" y="848815"/>
                    <a:pt x="5626340" y="863668"/>
                    <a:pt x="5519029" y="878033"/>
                  </a:cubicBezTo>
                  <a:cubicBezTo>
                    <a:pt x="5431740" y="889713"/>
                    <a:pt x="5341480" y="901839"/>
                    <a:pt x="5254191" y="927355"/>
                  </a:cubicBezTo>
                  <a:cubicBezTo>
                    <a:pt x="5221514" y="936918"/>
                    <a:pt x="5188063" y="947091"/>
                    <a:pt x="5155711" y="956899"/>
                  </a:cubicBezTo>
                  <a:cubicBezTo>
                    <a:pt x="4984632" y="1008947"/>
                    <a:pt x="4807816" y="1062704"/>
                    <a:pt x="4627296" y="1062704"/>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21" name="Freeform: Shape 20">
              <a:extLst>
                <a:ext uri="{FF2B5EF4-FFF2-40B4-BE49-F238E27FC236}">
                  <a16:creationId xmlns:a16="http://schemas.microsoft.com/office/drawing/2014/main" id="{1616CCE3-1A1A-DB40-64D8-F49DD69392F9}"/>
                </a:ext>
              </a:extLst>
            </p:cNvPr>
            <p:cNvSpPr/>
            <p:nvPr/>
          </p:nvSpPr>
          <p:spPr>
            <a:xfrm>
              <a:off x="725" y="1693102"/>
              <a:ext cx="12191814" cy="1017559"/>
            </a:xfrm>
            <a:custGeom>
              <a:avLst/>
              <a:gdLst>
                <a:gd name="connsiteX0" fmla="*/ 4594308 w 12191814"/>
                <a:gd name="connsiteY0" fmla="*/ 1017356 h 1017559"/>
                <a:gd name="connsiteX1" fmla="*/ 3757146 w 12191814"/>
                <a:gd name="connsiteY1" fmla="*/ 754349 h 1017559"/>
                <a:gd name="connsiteX2" fmla="*/ 3741804 w 12191814"/>
                <a:gd name="connsiteY2" fmla="*/ 746780 h 1017559"/>
                <a:gd name="connsiteX3" fmla="*/ 2439262 w 12191814"/>
                <a:gd name="connsiteY3" fmla="*/ 343460 h 1017559"/>
                <a:gd name="connsiteX4" fmla="*/ 1683977 w 12191814"/>
                <a:gd name="connsiteY4" fmla="*/ 449102 h 1017559"/>
                <a:gd name="connsiteX5" fmla="*/ 1621755 w 12191814"/>
                <a:gd name="connsiteY5" fmla="*/ 472094 h 1017559"/>
                <a:gd name="connsiteX6" fmla="*/ 1210133 w 12191814"/>
                <a:gd name="connsiteY6" fmla="*/ 596822 h 1017559"/>
                <a:gd name="connsiteX7" fmla="*/ 597318 w 12191814"/>
                <a:gd name="connsiteY7" fmla="*/ 582091 h 1017559"/>
                <a:gd name="connsiteX8" fmla="*/ 4158 w 12191814"/>
                <a:gd name="connsiteY8" fmla="*/ 416058 h 1017559"/>
                <a:gd name="connsiteX9" fmla="*/ 333 w 12191814"/>
                <a:gd name="connsiteY9" fmla="*/ 408326 h 1017559"/>
                <a:gd name="connsiteX10" fmla="*/ 8065 w 12191814"/>
                <a:gd name="connsiteY10" fmla="*/ 404501 h 1017559"/>
                <a:gd name="connsiteX11" fmla="*/ 1208057 w 12191814"/>
                <a:gd name="connsiteY11" fmla="*/ 584817 h 1017559"/>
                <a:gd name="connsiteX12" fmla="*/ 1617564 w 12191814"/>
                <a:gd name="connsiteY12" fmla="*/ 460659 h 1017559"/>
                <a:gd name="connsiteX13" fmla="*/ 1679826 w 12191814"/>
                <a:gd name="connsiteY13" fmla="*/ 437667 h 1017559"/>
                <a:gd name="connsiteX14" fmla="*/ 2439872 w 12191814"/>
                <a:gd name="connsiteY14" fmla="*/ 331292 h 1017559"/>
                <a:gd name="connsiteX15" fmla="*/ 3747298 w 12191814"/>
                <a:gd name="connsiteY15" fmla="*/ 735874 h 1017559"/>
                <a:gd name="connsiteX16" fmla="*/ 3762639 w 12191814"/>
                <a:gd name="connsiteY16" fmla="*/ 743443 h 1017559"/>
                <a:gd name="connsiteX17" fmla="*/ 4594430 w 12191814"/>
                <a:gd name="connsiteY17" fmla="*/ 1005189 h 1017559"/>
                <a:gd name="connsiteX18" fmla="*/ 4607859 w 12191814"/>
                <a:gd name="connsiteY18" fmla="*/ 1005108 h 1017559"/>
                <a:gd name="connsiteX19" fmla="*/ 5183724 w 12191814"/>
                <a:gd name="connsiteY19" fmla="*/ 883310 h 1017559"/>
                <a:gd name="connsiteX20" fmla="*/ 5281715 w 12191814"/>
                <a:gd name="connsiteY20" fmla="*/ 852789 h 1017559"/>
                <a:gd name="connsiteX21" fmla="*/ 5561814 w 12191814"/>
                <a:gd name="connsiteY21" fmla="*/ 797038 h 1017559"/>
                <a:gd name="connsiteX22" fmla="*/ 5884438 w 12191814"/>
                <a:gd name="connsiteY22" fmla="*/ 727328 h 1017559"/>
                <a:gd name="connsiteX23" fmla="*/ 6470151 w 12191814"/>
                <a:gd name="connsiteY23" fmla="*/ 440434 h 1017559"/>
                <a:gd name="connsiteX24" fmla="*/ 6527367 w 12191814"/>
                <a:gd name="connsiteY24" fmla="*/ 408041 h 1017559"/>
                <a:gd name="connsiteX25" fmla="*/ 7045690 w 12191814"/>
                <a:gd name="connsiteY25" fmla="*/ 157039 h 1017559"/>
                <a:gd name="connsiteX26" fmla="*/ 7608898 w 12191814"/>
                <a:gd name="connsiteY26" fmla="*/ 156510 h 1017559"/>
                <a:gd name="connsiteX27" fmla="*/ 8221143 w 12191814"/>
                <a:gd name="connsiteY27" fmla="*/ 384520 h 1017559"/>
                <a:gd name="connsiteX28" fmla="*/ 8486632 w 12191814"/>
                <a:gd name="connsiteY28" fmla="*/ 531264 h 1017559"/>
                <a:gd name="connsiteX29" fmla="*/ 8773689 w 12191814"/>
                <a:gd name="connsiteY29" fmla="*/ 689035 h 1017559"/>
                <a:gd name="connsiteX30" fmla="*/ 9379546 w 12191814"/>
                <a:gd name="connsiteY30" fmla="*/ 856370 h 1017559"/>
                <a:gd name="connsiteX31" fmla="*/ 9694560 w 12191814"/>
                <a:gd name="connsiteY31" fmla="*/ 788940 h 1017559"/>
                <a:gd name="connsiteX32" fmla="*/ 9807935 w 12191814"/>
                <a:gd name="connsiteY32" fmla="*/ 753902 h 1017559"/>
                <a:gd name="connsiteX33" fmla="*/ 10270547 w 12191814"/>
                <a:gd name="connsiteY33" fmla="*/ 670397 h 1017559"/>
                <a:gd name="connsiteX34" fmla="*/ 11151985 w 12191814"/>
                <a:gd name="connsiteY34" fmla="*/ 392089 h 1017559"/>
                <a:gd name="connsiteX35" fmla="*/ 11284362 w 12191814"/>
                <a:gd name="connsiteY35" fmla="*/ 306102 h 1017559"/>
                <a:gd name="connsiteX36" fmla="*/ 11609591 w 12191814"/>
                <a:gd name="connsiteY36" fmla="*/ 111095 h 1017559"/>
                <a:gd name="connsiteX37" fmla="*/ 12186066 w 12191814"/>
                <a:gd name="connsiteY37" fmla="*/ 2401 h 1017559"/>
                <a:gd name="connsiteX38" fmla="*/ 12191803 w 12191814"/>
                <a:gd name="connsiteY38" fmla="*/ 8871 h 1017559"/>
                <a:gd name="connsiteX39" fmla="*/ 12185334 w 12191814"/>
                <a:gd name="connsiteY39" fmla="*/ 14609 h 1017559"/>
                <a:gd name="connsiteX40" fmla="*/ 11614923 w 12191814"/>
                <a:gd name="connsiteY40" fmla="*/ 122083 h 1017559"/>
                <a:gd name="connsiteX41" fmla="*/ 11291077 w 12191814"/>
                <a:gd name="connsiteY41" fmla="*/ 316316 h 1017559"/>
                <a:gd name="connsiteX42" fmla="*/ 11158495 w 12191814"/>
                <a:gd name="connsiteY42" fmla="*/ 402466 h 1017559"/>
                <a:gd name="connsiteX43" fmla="*/ 10272052 w 12191814"/>
                <a:gd name="connsiteY43" fmla="*/ 682565 h 1017559"/>
                <a:gd name="connsiteX44" fmla="*/ 9811271 w 12191814"/>
                <a:gd name="connsiteY44" fmla="*/ 765703 h 1017559"/>
                <a:gd name="connsiteX45" fmla="*/ 9698344 w 12191814"/>
                <a:gd name="connsiteY45" fmla="*/ 800619 h 1017559"/>
                <a:gd name="connsiteX46" fmla="*/ 9379830 w 12191814"/>
                <a:gd name="connsiteY46" fmla="*/ 868660 h 1017559"/>
                <a:gd name="connsiteX47" fmla="*/ 8768237 w 12191814"/>
                <a:gd name="connsiteY47" fmla="*/ 700023 h 1017559"/>
                <a:gd name="connsiteX48" fmla="*/ 8480650 w 12191814"/>
                <a:gd name="connsiteY48" fmla="*/ 541966 h 1017559"/>
                <a:gd name="connsiteX49" fmla="*/ 8215609 w 12191814"/>
                <a:gd name="connsiteY49" fmla="*/ 395467 h 1017559"/>
                <a:gd name="connsiteX50" fmla="*/ 7605602 w 12191814"/>
                <a:gd name="connsiteY50" fmla="*/ 168352 h 1017559"/>
                <a:gd name="connsiteX51" fmla="*/ 7049637 w 12191814"/>
                <a:gd name="connsiteY51" fmla="*/ 168759 h 1017559"/>
                <a:gd name="connsiteX52" fmla="*/ 6533511 w 12191814"/>
                <a:gd name="connsiteY52" fmla="*/ 418825 h 1017559"/>
                <a:gd name="connsiteX53" fmla="*/ 6476255 w 12191814"/>
                <a:gd name="connsiteY53" fmla="*/ 451218 h 1017559"/>
                <a:gd name="connsiteX54" fmla="*/ 5888630 w 12191814"/>
                <a:gd name="connsiteY54" fmla="*/ 738967 h 1017559"/>
                <a:gd name="connsiteX55" fmla="*/ 5563686 w 12191814"/>
                <a:gd name="connsiteY55" fmla="*/ 809246 h 1017559"/>
                <a:gd name="connsiteX56" fmla="*/ 5285378 w 12191814"/>
                <a:gd name="connsiteY56" fmla="*/ 864590 h 1017559"/>
                <a:gd name="connsiteX57" fmla="*/ 5187509 w 12191814"/>
                <a:gd name="connsiteY57" fmla="*/ 895111 h 1017559"/>
                <a:gd name="connsiteX58" fmla="*/ 4608144 w 12191814"/>
                <a:gd name="connsiteY58" fmla="*/ 1017478 h 1017559"/>
                <a:gd name="connsiteX59" fmla="*/ 4594511 w 12191814"/>
                <a:gd name="connsiteY59" fmla="*/ 1017560 h 101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2191814" h="1017559">
                  <a:moveTo>
                    <a:pt x="4594308" y="1017356"/>
                  </a:moveTo>
                  <a:cubicBezTo>
                    <a:pt x="4288572" y="1017356"/>
                    <a:pt x="4030326" y="889536"/>
                    <a:pt x="3757146" y="754349"/>
                  </a:cubicBezTo>
                  <a:lnTo>
                    <a:pt x="3741804" y="746780"/>
                  </a:lnTo>
                  <a:cubicBezTo>
                    <a:pt x="3343855" y="549942"/>
                    <a:pt x="2910664" y="364824"/>
                    <a:pt x="2439262" y="343460"/>
                  </a:cubicBezTo>
                  <a:cubicBezTo>
                    <a:pt x="2167506" y="331170"/>
                    <a:pt x="1906330" y="367673"/>
                    <a:pt x="1683977" y="449102"/>
                  </a:cubicBezTo>
                  <a:cubicBezTo>
                    <a:pt x="1663182" y="456712"/>
                    <a:pt x="1642428" y="464403"/>
                    <a:pt x="1621755" y="472094"/>
                  </a:cubicBezTo>
                  <a:cubicBezTo>
                    <a:pt x="1483883" y="523247"/>
                    <a:pt x="1353661" y="571551"/>
                    <a:pt x="1210133" y="596822"/>
                  </a:cubicBezTo>
                  <a:cubicBezTo>
                    <a:pt x="1024201" y="629540"/>
                    <a:pt x="823781" y="624738"/>
                    <a:pt x="597318" y="582091"/>
                  </a:cubicBezTo>
                  <a:cubicBezTo>
                    <a:pt x="388393" y="542739"/>
                    <a:pt x="181585" y="475757"/>
                    <a:pt x="4158" y="416058"/>
                  </a:cubicBezTo>
                  <a:cubicBezTo>
                    <a:pt x="943" y="415000"/>
                    <a:pt x="-766" y="411500"/>
                    <a:pt x="333" y="408326"/>
                  </a:cubicBezTo>
                  <a:cubicBezTo>
                    <a:pt x="1391" y="405111"/>
                    <a:pt x="4850" y="403402"/>
                    <a:pt x="8065" y="404501"/>
                  </a:cubicBezTo>
                  <a:cubicBezTo>
                    <a:pt x="410775" y="539972"/>
                    <a:pt x="805550" y="655707"/>
                    <a:pt x="1208057" y="584817"/>
                  </a:cubicBezTo>
                  <a:cubicBezTo>
                    <a:pt x="1350487" y="559750"/>
                    <a:pt x="1480220" y="511608"/>
                    <a:pt x="1617564" y="460659"/>
                  </a:cubicBezTo>
                  <a:cubicBezTo>
                    <a:pt x="1638236" y="452968"/>
                    <a:pt x="1658990" y="445277"/>
                    <a:pt x="1679826" y="437667"/>
                  </a:cubicBezTo>
                  <a:cubicBezTo>
                    <a:pt x="1903685" y="355708"/>
                    <a:pt x="2166488" y="318921"/>
                    <a:pt x="2439872" y="331292"/>
                  </a:cubicBezTo>
                  <a:cubicBezTo>
                    <a:pt x="2913513" y="352778"/>
                    <a:pt x="3348168" y="538426"/>
                    <a:pt x="3747298" y="735874"/>
                  </a:cubicBezTo>
                  <a:lnTo>
                    <a:pt x="3762639" y="743443"/>
                  </a:lnTo>
                  <a:cubicBezTo>
                    <a:pt x="4034518" y="877979"/>
                    <a:pt x="4291543" y="1005189"/>
                    <a:pt x="4594430" y="1005189"/>
                  </a:cubicBezTo>
                  <a:cubicBezTo>
                    <a:pt x="4598907" y="1005189"/>
                    <a:pt x="4603383" y="1005189"/>
                    <a:pt x="4607859" y="1005108"/>
                  </a:cubicBezTo>
                  <a:cubicBezTo>
                    <a:pt x="4804534" y="1002666"/>
                    <a:pt x="4997303" y="941991"/>
                    <a:pt x="5183724" y="883310"/>
                  </a:cubicBezTo>
                  <a:cubicBezTo>
                    <a:pt x="5215872" y="873177"/>
                    <a:pt x="5249160" y="862718"/>
                    <a:pt x="5281715" y="852789"/>
                  </a:cubicBezTo>
                  <a:cubicBezTo>
                    <a:pt x="5373888" y="824669"/>
                    <a:pt x="5469438" y="810630"/>
                    <a:pt x="5561814" y="797038"/>
                  </a:cubicBezTo>
                  <a:cubicBezTo>
                    <a:pt x="5668311" y="781370"/>
                    <a:pt x="5778430" y="765174"/>
                    <a:pt x="5884438" y="727328"/>
                  </a:cubicBezTo>
                  <a:cubicBezTo>
                    <a:pt x="6093729" y="652573"/>
                    <a:pt x="6293700" y="539850"/>
                    <a:pt x="6470151" y="440434"/>
                  </a:cubicBezTo>
                  <a:cubicBezTo>
                    <a:pt x="6489196" y="429691"/>
                    <a:pt x="6508281" y="418866"/>
                    <a:pt x="6527367" y="408041"/>
                  </a:cubicBezTo>
                  <a:cubicBezTo>
                    <a:pt x="6692504" y="314404"/>
                    <a:pt x="6863257" y="217592"/>
                    <a:pt x="7045690" y="157039"/>
                  </a:cubicBezTo>
                  <a:cubicBezTo>
                    <a:pt x="7232476" y="95021"/>
                    <a:pt x="7395660" y="94858"/>
                    <a:pt x="7608898" y="156510"/>
                  </a:cubicBezTo>
                  <a:cubicBezTo>
                    <a:pt x="7805126" y="213238"/>
                    <a:pt x="8014050" y="277535"/>
                    <a:pt x="8221143" y="384520"/>
                  </a:cubicBezTo>
                  <a:cubicBezTo>
                    <a:pt x="8311037" y="430952"/>
                    <a:pt x="8400320" y="481942"/>
                    <a:pt x="8486632" y="531264"/>
                  </a:cubicBezTo>
                  <a:cubicBezTo>
                    <a:pt x="8579904" y="584532"/>
                    <a:pt x="8676349" y="639632"/>
                    <a:pt x="8773689" y="689035"/>
                  </a:cubicBezTo>
                  <a:cubicBezTo>
                    <a:pt x="9078408" y="843673"/>
                    <a:pt x="9265398" y="858608"/>
                    <a:pt x="9379546" y="856370"/>
                  </a:cubicBezTo>
                  <a:cubicBezTo>
                    <a:pt x="9492676" y="854172"/>
                    <a:pt x="9590749" y="822472"/>
                    <a:pt x="9694560" y="788940"/>
                  </a:cubicBezTo>
                  <a:cubicBezTo>
                    <a:pt x="9731185" y="777097"/>
                    <a:pt x="9769071" y="764849"/>
                    <a:pt x="9807935" y="753902"/>
                  </a:cubicBezTo>
                  <a:cubicBezTo>
                    <a:pt x="9963183" y="710115"/>
                    <a:pt x="10121605" y="688628"/>
                    <a:pt x="10270547" y="670397"/>
                  </a:cubicBezTo>
                  <a:cubicBezTo>
                    <a:pt x="10553453" y="635726"/>
                    <a:pt x="10856055" y="578021"/>
                    <a:pt x="11151985" y="392089"/>
                  </a:cubicBezTo>
                  <a:cubicBezTo>
                    <a:pt x="11196463" y="364132"/>
                    <a:pt x="11241145" y="334629"/>
                    <a:pt x="11284362" y="306102"/>
                  </a:cubicBezTo>
                  <a:cubicBezTo>
                    <a:pt x="11388173" y="237532"/>
                    <a:pt x="11495525" y="166643"/>
                    <a:pt x="11609591" y="111095"/>
                  </a:cubicBezTo>
                  <a:cubicBezTo>
                    <a:pt x="11783356" y="26451"/>
                    <a:pt x="11977345" y="-10133"/>
                    <a:pt x="12186066" y="2401"/>
                  </a:cubicBezTo>
                  <a:cubicBezTo>
                    <a:pt x="12189444" y="2604"/>
                    <a:pt x="12192007" y="5494"/>
                    <a:pt x="12191803" y="8871"/>
                  </a:cubicBezTo>
                  <a:cubicBezTo>
                    <a:pt x="12191601" y="12249"/>
                    <a:pt x="12188671" y="14731"/>
                    <a:pt x="12185334" y="14609"/>
                  </a:cubicBezTo>
                  <a:cubicBezTo>
                    <a:pt x="11978688" y="2197"/>
                    <a:pt x="11786815" y="38375"/>
                    <a:pt x="11614923" y="122083"/>
                  </a:cubicBezTo>
                  <a:cubicBezTo>
                    <a:pt x="11501589" y="177305"/>
                    <a:pt x="11394563" y="247950"/>
                    <a:pt x="11291077" y="316316"/>
                  </a:cubicBezTo>
                  <a:cubicBezTo>
                    <a:pt x="11247819" y="344884"/>
                    <a:pt x="11203096" y="374428"/>
                    <a:pt x="11158495" y="402466"/>
                  </a:cubicBezTo>
                  <a:cubicBezTo>
                    <a:pt x="10860532" y="589660"/>
                    <a:pt x="10556342" y="647731"/>
                    <a:pt x="10272052" y="682565"/>
                  </a:cubicBezTo>
                  <a:cubicBezTo>
                    <a:pt x="10123558" y="700755"/>
                    <a:pt x="9965666" y="722160"/>
                    <a:pt x="9811271" y="765703"/>
                  </a:cubicBezTo>
                  <a:cubicBezTo>
                    <a:pt x="9772652" y="776609"/>
                    <a:pt x="9734848" y="788817"/>
                    <a:pt x="9698344" y="800619"/>
                  </a:cubicBezTo>
                  <a:cubicBezTo>
                    <a:pt x="9593638" y="834436"/>
                    <a:pt x="9494752" y="866421"/>
                    <a:pt x="9379830" y="868660"/>
                  </a:cubicBezTo>
                  <a:cubicBezTo>
                    <a:pt x="9138757" y="873380"/>
                    <a:pt x="8915346" y="774656"/>
                    <a:pt x="8768237" y="700023"/>
                  </a:cubicBezTo>
                  <a:cubicBezTo>
                    <a:pt x="8670611" y="650498"/>
                    <a:pt x="8574044" y="595316"/>
                    <a:pt x="8480650" y="541966"/>
                  </a:cubicBezTo>
                  <a:cubicBezTo>
                    <a:pt x="8394419" y="492726"/>
                    <a:pt x="8305258" y="441777"/>
                    <a:pt x="8215609" y="395467"/>
                  </a:cubicBezTo>
                  <a:cubicBezTo>
                    <a:pt x="8009492" y="289011"/>
                    <a:pt x="7801219" y="224876"/>
                    <a:pt x="7605602" y="168352"/>
                  </a:cubicBezTo>
                  <a:cubicBezTo>
                    <a:pt x="7394968" y="107474"/>
                    <a:pt x="7233901" y="107596"/>
                    <a:pt x="7049637" y="168759"/>
                  </a:cubicBezTo>
                  <a:cubicBezTo>
                    <a:pt x="6868344" y="228946"/>
                    <a:pt x="6698120" y="325473"/>
                    <a:pt x="6533511" y="418825"/>
                  </a:cubicBezTo>
                  <a:cubicBezTo>
                    <a:pt x="6514385" y="429650"/>
                    <a:pt x="6495341" y="440475"/>
                    <a:pt x="6476255" y="451218"/>
                  </a:cubicBezTo>
                  <a:cubicBezTo>
                    <a:pt x="6299398" y="550919"/>
                    <a:pt x="6098938" y="663886"/>
                    <a:pt x="5888630" y="738967"/>
                  </a:cubicBezTo>
                  <a:cubicBezTo>
                    <a:pt x="5781482" y="777220"/>
                    <a:pt x="5670753" y="793497"/>
                    <a:pt x="5563686" y="809246"/>
                  </a:cubicBezTo>
                  <a:cubicBezTo>
                    <a:pt x="5471758" y="822756"/>
                    <a:pt x="5376696" y="836755"/>
                    <a:pt x="5285378" y="864590"/>
                  </a:cubicBezTo>
                  <a:cubicBezTo>
                    <a:pt x="5252863" y="874520"/>
                    <a:pt x="5219616" y="884978"/>
                    <a:pt x="5187509" y="895111"/>
                  </a:cubicBezTo>
                  <a:cubicBezTo>
                    <a:pt x="5000274" y="954077"/>
                    <a:pt x="4806651" y="1014996"/>
                    <a:pt x="4608144" y="1017478"/>
                  </a:cubicBezTo>
                  <a:cubicBezTo>
                    <a:pt x="4603586" y="1017519"/>
                    <a:pt x="4599028" y="1017560"/>
                    <a:pt x="4594511" y="1017560"/>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22" name="Freeform: Shape 21">
              <a:extLst>
                <a:ext uri="{FF2B5EF4-FFF2-40B4-BE49-F238E27FC236}">
                  <a16:creationId xmlns:a16="http://schemas.microsoft.com/office/drawing/2014/main" id="{10A3AB4A-7B40-26EE-9DF5-79D62C682A12}"/>
                </a:ext>
              </a:extLst>
            </p:cNvPr>
            <p:cNvSpPr/>
            <p:nvPr/>
          </p:nvSpPr>
          <p:spPr>
            <a:xfrm>
              <a:off x="550" y="1747372"/>
              <a:ext cx="12191905" cy="974073"/>
            </a:xfrm>
            <a:custGeom>
              <a:avLst/>
              <a:gdLst>
                <a:gd name="connsiteX0" fmla="*/ 4567381 w 12191905"/>
                <a:gd name="connsiteY0" fmla="*/ 973992 h 974073"/>
                <a:gd name="connsiteX1" fmla="*/ 4246629 w 12191905"/>
                <a:gd name="connsiteY1" fmla="*/ 933867 h 974073"/>
                <a:gd name="connsiteX2" fmla="*/ 3758379 w 12191905"/>
                <a:gd name="connsiteY2" fmla="*/ 733896 h 974073"/>
                <a:gd name="connsiteX3" fmla="*/ 3731805 w 12191905"/>
                <a:gd name="connsiteY3" fmla="*/ 720385 h 974073"/>
                <a:gd name="connsiteX4" fmla="*/ 3098928 w 12191905"/>
                <a:gd name="connsiteY4" fmla="*/ 428974 h 974073"/>
                <a:gd name="connsiteX5" fmla="*/ 2425845 w 12191905"/>
                <a:gd name="connsiteY5" fmla="*/ 264203 h 974073"/>
                <a:gd name="connsiteX6" fmla="*/ 1647934 w 12191905"/>
                <a:gd name="connsiteY6" fmla="*/ 358044 h 974073"/>
                <a:gd name="connsiteX7" fmla="*/ 1632226 w 12191905"/>
                <a:gd name="connsiteY7" fmla="*/ 364229 h 974073"/>
                <a:gd name="connsiteX8" fmla="*/ 1198344 w 12191905"/>
                <a:gd name="connsiteY8" fmla="*/ 510606 h 974073"/>
                <a:gd name="connsiteX9" fmla="*/ 4252 w 12191905"/>
                <a:gd name="connsiteY9" fmla="*/ 385838 h 974073"/>
                <a:gd name="connsiteX10" fmla="*/ 305 w 12191905"/>
                <a:gd name="connsiteY10" fmla="*/ 378187 h 974073"/>
                <a:gd name="connsiteX11" fmla="*/ 7955 w 12191905"/>
                <a:gd name="connsiteY11" fmla="*/ 374240 h 974073"/>
                <a:gd name="connsiteX12" fmla="*/ 1195658 w 12191905"/>
                <a:gd name="connsiteY12" fmla="*/ 498764 h 974073"/>
                <a:gd name="connsiteX13" fmla="*/ 1627790 w 12191905"/>
                <a:gd name="connsiteY13" fmla="*/ 352957 h 974073"/>
                <a:gd name="connsiteX14" fmla="*/ 1643498 w 12191905"/>
                <a:gd name="connsiteY14" fmla="*/ 346771 h 974073"/>
                <a:gd name="connsiteX15" fmla="*/ 2426944 w 12191905"/>
                <a:gd name="connsiteY15" fmla="*/ 252157 h 974073"/>
                <a:gd name="connsiteX16" fmla="*/ 3103323 w 12191905"/>
                <a:gd name="connsiteY16" fmla="*/ 417661 h 974073"/>
                <a:gd name="connsiteX17" fmla="*/ 3737340 w 12191905"/>
                <a:gd name="connsiteY17" fmla="*/ 709561 h 974073"/>
                <a:gd name="connsiteX18" fmla="*/ 3763913 w 12191905"/>
                <a:gd name="connsiteY18" fmla="*/ 723071 h 974073"/>
                <a:gd name="connsiteX19" fmla="*/ 4249437 w 12191905"/>
                <a:gd name="connsiteY19" fmla="*/ 922025 h 974073"/>
                <a:gd name="connsiteX20" fmla="*/ 4612674 w 12191905"/>
                <a:gd name="connsiteY20" fmla="*/ 960929 h 974073"/>
                <a:gd name="connsiteX21" fmla="*/ 5218285 w 12191905"/>
                <a:gd name="connsiteY21" fmla="*/ 824685 h 974073"/>
                <a:gd name="connsiteX22" fmla="*/ 5312249 w 12191905"/>
                <a:gd name="connsiteY22" fmla="*/ 794775 h 974073"/>
                <a:gd name="connsiteX23" fmla="*/ 5605329 w 12191905"/>
                <a:gd name="connsiteY23" fmla="*/ 733204 h 974073"/>
                <a:gd name="connsiteX24" fmla="*/ 5928156 w 12191905"/>
                <a:gd name="connsiteY24" fmla="*/ 661948 h 974073"/>
                <a:gd name="connsiteX25" fmla="*/ 6503451 w 12191905"/>
                <a:gd name="connsiteY25" fmla="*/ 400203 h 974073"/>
                <a:gd name="connsiteX26" fmla="*/ 6561847 w 12191905"/>
                <a:gd name="connsiteY26" fmla="*/ 370252 h 974073"/>
                <a:gd name="connsiteX27" fmla="*/ 7132909 w 12191905"/>
                <a:gd name="connsiteY27" fmla="*/ 125924 h 974073"/>
                <a:gd name="connsiteX28" fmla="*/ 7691276 w 12191905"/>
                <a:gd name="connsiteY28" fmla="*/ 148468 h 974073"/>
                <a:gd name="connsiteX29" fmla="*/ 7827113 w 12191905"/>
                <a:gd name="connsiteY29" fmla="*/ 193313 h 974073"/>
                <a:gd name="connsiteX30" fmla="*/ 8329158 w 12191905"/>
                <a:gd name="connsiteY30" fmla="*/ 381687 h 974073"/>
                <a:gd name="connsiteX31" fmla="*/ 8544146 w 12191905"/>
                <a:gd name="connsiteY31" fmla="*/ 487492 h 974073"/>
                <a:gd name="connsiteX32" fmla="*/ 8881053 w 12191905"/>
                <a:gd name="connsiteY32" fmla="*/ 648845 h 974073"/>
                <a:gd name="connsiteX33" fmla="*/ 9536557 w 12191905"/>
                <a:gd name="connsiteY33" fmla="*/ 797175 h 974073"/>
                <a:gd name="connsiteX34" fmla="*/ 9837532 w 12191905"/>
                <a:gd name="connsiteY34" fmla="*/ 735239 h 974073"/>
                <a:gd name="connsiteX35" fmla="*/ 9935279 w 12191905"/>
                <a:gd name="connsiteY35" fmla="*/ 707282 h 974073"/>
                <a:gd name="connsiteX36" fmla="*/ 10375795 w 12191905"/>
                <a:gd name="connsiteY36" fmla="*/ 628132 h 974073"/>
                <a:gd name="connsiteX37" fmla="*/ 11231025 w 12191905"/>
                <a:gd name="connsiteY37" fmla="*/ 344126 h 974073"/>
                <a:gd name="connsiteX38" fmla="*/ 11313919 w 12191905"/>
                <a:gd name="connsiteY38" fmla="*/ 290980 h 974073"/>
                <a:gd name="connsiteX39" fmla="*/ 12186119 w 12191905"/>
                <a:gd name="connsiteY39" fmla="*/ 2091 h 974073"/>
                <a:gd name="connsiteX40" fmla="*/ 12191898 w 12191905"/>
                <a:gd name="connsiteY40" fmla="*/ 8521 h 974073"/>
                <a:gd name="connsiteX41" fmla="*/ 12185468 w 12191905"/>
                <a:gd name="connsiteY41" fmla="*/ 14299 h 974073"/>
                <a:gd name="connsiteX42" fmla="*/ 11705723 w 12191905"/>
                <a:gd name="connsiteY42" fmla="*/ 86776 h 974073"/>
                <a:gd name="connsiteX43" fmla="*/ 11320552 w 12191905"/>
                <a:gd name="connsiteY43" fmla="*/ 301275 h 974073"/>
                <a:gd name="connsiteX44" fmla="*/ 11237577 w 12191905"/>
                <a:gd name="connsiteY44" fmla="*/ 354463 h 974073"/>
                <a:gd name="connsiteX45" fmla="*/ 10377381 w 12191905"/>
                <a:gd name="connsiteY45" fmla="*/ 640258 h 974073"/>
                <a:gd name="connsiteX46" fmla="*/ 9938453 w 12191905"/>
                <a:gd name="connsiteY46" fmla="*/ 719124 h 974073"/>
                <a:gd name="connsiteX47" fmla="*/ 9841031 w 12191905"/>
                <a:gd name="connsiteY47" fmla="*/ 746999 h 974073"/>
                <a:gd name="connsiteX48" fmla="*/ 9537085 w 12191905"/>
                <a:gd name="connsiteY48" fmla="*/ 809424 h 974073"/>
                <a:gd name="connsiteX49" fmla="*/ 8876211 w 12191905"/>
                <a:gd name="connsiteY49" fmla="*/ 660077 h 974073"/>
                <a:gd name="connsiteX50" fmla="*/ 8538692 w 12191905"/>
                <a:gd name="connsiteY50" fmla="*/ 498439 h 974073"/>
                <a:gd name="connsiteX51" fmla="*/ 8323908 w 12191905"/>
                <a:gd name="connsiteY51" fmla="*/ 392756 h 974073"/>
                <a:gd name="connsiteX52" fmla="*/ 7823288 w 12191905"/>
                <a:gd name="connsiteY52" fmla="*/ 204952 h 974073"/>
                <a:gd name="connsiteX53" fmla="*/ 7687328 w 12191905"/>
                <a:gd name="connsiteY53" fmla="*/ 160066 h 974073"/>
                <a:gd name="connsiteX54" fmla="*/ 7136084 w 12191905"/>
                <a:gd name="connsiteY54" fmla="*/ 137725 h 974073"/>
                <a:gd name="connsiteX55" fmla="*/ 6567381 w 12191905"/>
                <a:gd name="connsiteY55" fmla="*/ 381117 h 974073"/>
                <a:gd name="connsiteX56" fmla="*/ 6508985 w 12191905"/>
                <a:gd name="connsiteY56" fmla="*/ 411068 h 974073"/>
                <a:gd name="connsiteX57" fmla="*/ 5932103 w 12191905"/>
                <a:gd name="connsiteY57" fmla="*/ 673506 h 974073"/>
                <a:gd name="connsiteX58" fmla="*/ 5607201 w 12191905"/>
                <a:gd name="connsiteY58" fmla="*/ 745290 h 974073"/>
                <a:gd name="connsiteX59" fmla="*/ 5315830 w 12191905"/>
                <a:gd name="connsiteY59" fmla="*/ 806454 h 974073"/>
                <a:gd name="connsiteX60" fmla="*/ 5221948 w 12191905"/>
                <a:gd name="connsiteY60" fmla="*/ 836323 h 974073"/>
                <a:gd name="connsiteX61" fmla="*/ 4613121 w 12191905"/>
                <a:gd name="connsiteY61" fmla="*/ 973137 h 974073"/>
                <a:gd name="connsiteX62" fmla="*/ 4567340 w 12191905"/>
                <a:gd name="connsiteY62" fmla="*/ 974073 h 97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2191905" h="974073">
                  <a:moveTo>
                    <a:pt x="4567381" y="973992"/>
                  </a:moveTo>
                  <a:cubicBezTo>
                    <a:pt x="4466866" y="973992"/>
                    <a:pt x="4361468" y="960766"/>
                    <a:pt x="4246629" y="933867"/>
                  </a:cubicBezTo>
                  <a:cubicBezTo>
                    <a:pt x="4070219" y="892522"/>
                    <a:pt x="3918755" y="815488"/>
                    <a:pt x="3758379" y="733896"/>
                  </a:cubicBezTo>
                  <a:lnTo>
                    <a:pt x="3731805" y="720385"/>
                  </a:lnTo>
                  <a:cubicBezTo>
                    <a:pt x="3532037" y="618975"/>
                    <a:pt x="3318637" y="512926"/>
                    <a:pt x="3098928" y="428974"/>
                  </a:cubicBezTo>
                  <a:cubicBezTo>
                    <a:pt x="2856798" y="336476"/>
                    <a:pt x="2636642" y="282556"/>
                    <a:pt x="2425845" y="264203"/>
                  </a:cubicBezTo>
                  <a:cubicBezTo>
                    <a:pt x="2223920" y="246623"/>
                    <a:pt x="1925021" y="248617"/>
                    <a:pt x="1647934" y="358044"/>
                  </a:cubicBezTo>
                  <a:lnTo>
                    <a:pt x="1632226" y="364229"/>
                  </a:lnTo>
                  <a:cubicBezTo>
                    <a:pt x="1492604" y="419370"/>
                    <a:pt x="1348261" y="476423"/>
                    <a:pt x="1198344" y="510606"/>
                  </a:cubicBezTo>
                  <a:cubicBezTo>
                    <a:pt x="787616" y="604244"/>
                    <a:pt x="381691" y="505967"/>
                    <a:pt x="4252" y="385838"/>
                  </a:cubicBezTo>
                  <a:cubicBezTo>
                    <a:pt x="1037" y="384821"/>
                    <a:pt x="-753" y="381402"/>
                    <a:pt x="305" y="378187"/>
                  </a:cubicBezTo>
                  <a:cubicBezTo>
                    <a:pt x="1322" y="374973"/>
                    <a:pt x="4740" y="373182"/>
                    <a:pt x="7955" y="374240"/>
                  </a:cubicBezTo>
                  <a:cubicBezTo>
                    <a:pt x="383767" y="493881"/>
                    <a:pt x="787739" y="591751"/>
                    <a:pt x="1195658" y="498764"/>
                  </a:cubicBezTo>
                  <a:cubicBezTo>
                    <a:pt x="1344680" y="464785"/>
                    <a:pt x="1488575" y="407935"/>
                    <a:pt x="1627790" y="352957"/>
                  </a:cubicBezTo>
                  <a:lnTo>
                    <a:pt x="1643498" y="346771"/>
                  </a:lnTo>
                  <a:cubicBezTo>
                    <a:pt x="1922783" y="236490"/>
                    <a:pt x="2223676" y="234455"/>
                    <a:pt x="2426944" y="252157"/>
                  </a:cubicBezTo>
                  <a:cubicBezTo>
                    <a:pt x="2638880" y="270592"/>
                    <a:pt x="2860134" y="324756"/>
                    <a:pt x="3103323" y="417661"/>
                  </a:cubicBezTo>
                  <a:cubicBezTo>
                    <a:pt x="3323561" y="501816"/>
                    <a:pt x="3537328" y="608029"/>
                    <a:pt x="3737340" y="709561"/>
                  </a:cubicBezTo>
                  <a:lnTo>
                    <a:pt x="3763913" y="723071"/>
                  </a:lnTo>
                  <a:cubicBezTo>
                    <a:pt x="3923597" y="804297"/>
                    <a:pt x="4074451" y="881006"/>
                    <a:pt x="4249437" y="922025"/>
                  </a:cubicBezTo>
                  <a:cubicBezTo>
                    <a:pt x="4380716" y="952790"/>
                    <a:pt x="4499503" y="965528"/>
                    <a:pt x="4612674" y="960929"/>
                  </a:cubicBezTo>
                  <a:cubicBezTo>
                    <a:pt x="4819807" y="952505"/>
                    <a:pt x="5022384" y="887517"/>
                    <a:pt x="5218285" y="824685"/>
                  </a:cubicBezTo>
                  <a:cubicBezTo>
                    <a:pt x="5249132" y="814796"/>
                    <a:pt x="5280995" y="804582"/>
                    <a:pt x="5312249" y="794775"/>
                  </a:cubicBezTo>
                  <a:cubicBezTo>
                    <a:pt x="5408490" y="764620"/>
                    <a:pt x="5508558" y="748668"/>
                    <a:pt x="5605329" y="733204"/>
                  </a:cubicBezTo>
                  <a:cubicBezTo>
                    <a:pt x="5711988" y="716194"/>
                    <a:pt x="5822270" y="698614"/>
                    <a:pt x="5928156" y="661948"/>
                  </a:cubicBezTo>
                  <a:cubicBezTo>
                    <a:pt x="6127477" y="592931"/>
                    <a:pt x="6318617" y="494939"/>
                    <a:pt x="6503451" y="400203"/>
                  </a:cubicBezTo>
                  <a:lnTo>
                    <a:pt x="6561847" y="370252"/>
                  </a:lnTo>
                  <a:cubicBezTo>
                    <a:pt x="6744035" y="276818"/>
                    <a:pt x="6932409" y="180251"/>
                    <a:pt x="7132909" y="125924"/>
                  </a:cubicBezTo>
                  <a:cubicBezTo>
                    <a:pt x="7321283" y="74893"/>
                    <a:pt x="7493502" y="81852"/>
                    <a:pt x="7691276" y="148468"/>
                  </a:cubicBezTo>
                  <a:cubicBezTo>
                    <a:pt x="7736812" y="163810"/>
                    <a:pt x="7782716" y="178826"/>
                    <a:pt x="7827113" y="193313"/>
                  </a:cubicBezTo>
                  <a:cubicBezTo>
                    <a:pt x="8000267" y="249919"/>
                    <a:pt x="8163858" y="303391"/>
                    <a:pt x="8329158" y="381687"/>
                  </a:cubicBezTo>
                  <a:cubicBezTo>
                    <a:pt x="8401349" y="415870"/>
                    <a:pt x="8473948" y="452292"/>
                    <a:pt x="8544146" y="487492"/>
                  </a:cubicBezTo>
                  <a:cubicBezTo>
                    <a:pt x="8653653" y="542389"/>
                    <a:pt x="8766865" y="599157"/>
                    <a:pt x="8881053" y="648845"/>
                  </a:cubicBezTo>
                  <a:cubicBezTo>
                    <a:pt x="9132341" y="758150"/>
                    <a:pt x="9340613" y="805274"/>
                    <a:pt x="9536557" y="797175"/>
                  </a:cubicBezTo>
                  <a:cubicBezTo>
                    <a:pt x="9642972" y="792780"/>
                    <a:pt x="9737464" y="764823"/>
                    <a:pt x="9837532" y="735239"/>
                  </a:cubicBezTo>
                  <a:cubicBezTo>
                    <a:pt x="9869232" y="725879"/>
                    <a:pt x="9902072" y="716153"/>
                    <a:pt x="9935279" y="707282"/>
                  </a:cubicBezTo>
                  <a:cubicBezTo>
                    <a:pt x="10080191" y="668460"/>
                    <a:pt x="10226365" y="647705"/>
                    <a:pt x="10375795" y="628132"/>
                  </a:cubicBezTo>
                  <a:cubicBezTo>
                    <a:pt x="10740455" y="580397"/>
                    <a:pt x="10988243" y="498113"/>
                    <a:pt x="11231025" y="344126"/>
                  </a:cubicBezTo>
                  <a:cubicBezTo>
                    <a:pt x="11259266" y="326221"/>
                    <a:pt x="11287061" y="308315"/>
                    <a:pt x="11313919" y="290980"/>
                  </a:cubicBezTo>
                  <a:cubicBezTo>
                    <a:pt x="11572002" y="124581"/>
                    <a:pt x="11794925" y="-19151"/>
                    <a:pt x="12186119" y="2091"/>
                  </a:cubicBezTo>
                  <a:cubicBezTo>
                    <a:pt x="12189497" y="2254"/>
                    <a:pt x="12192060" y="5143"/>
                    <a:pt x="12191898" y="8521"/>
                  </a:cubicBezTo>
                  <a:cubicBezTo>
                    <a:pt x="12191694" y="11898"/>
                    <a:pt x="12188805" y="14462"/>
                    <a:pt x="12185468" y="14299"/>
                  </a:cubicBezTo>
                  <a:cubicBezTo>
                    <a:pt x="12007959" y="4695"/>
                    <a:pt x="11855519" y="27688"/>
                    <a:pt x="11705723" y="86776"/>
                  </a:cubicBezTo>
                  <a:cubicBezTo>
                    <a:pt x="11570455" y="140126"/>
                    <a:pt x="11449065" y="218381"/>
                    <a:pt x="11320552" y="301275"/>
                  </a:cubicBezTo>
                  <a:cubicBezTo>
                    <a:pt x="11293653" y="318611"/>
                    <a:pt x="11265859" y="336516"/>
                    <a:pt x="11237577" y="354463"/>
                  </a:cubicBezTo>
                  <a:cubicBezTo>
                    <a:pt x="10993167" y="509467"/>
                    <a:pt x="10743915" y="592239"/>
                    <a:pt x="10377381" y="640258"/>
                  </a:cubicBezTo>
                  <a:cubicBezTo>
                    <a:pt x="10228359" y="659792"/>
                    <a:pt x="10082674" y="680505"/>
                    <a:pt x="9938453" y="719124"/>
                  </a:cubicBezTo>
                  <a:cubicBezTo>
                    <a:pt x="9905409" y="727995"/>
                    <a:pt x="9872650" y="737640"/>
                    <a:pt x="9841031" y="746999"/>
                  </a:cubicBezTo>
                  <a:cubicBezTo>
                    <a:pt x="9740231" y="776788"/>
                    <a:pt x="9645007" y="804948"/>
                    <a:pt x="9537085" y="809424"/>
                  </a:cubicBezTo>
                  <a:cubicBezTo>
                    <a:pt x="9339271" y="817604"/>
                    <a:pt x="9129288" y="770154"/>
                    <a:pt x="8876211" y="660077"/>
                  </a:cubicBezTo>
                  <a:cubicBezTo>
                    <a:pt x="8761738" y="610267"/>
                    <a:pt x="8648364" y="553417"/>
                    <a:pt x="8538692" y="498439"/>
                  </a:cubicBezTo>
                  <a:cubicBezTo>
                    <a:pt x="8468535" y="463279"/>
                    <a:pt x="8396019" y="426898"/>
                    <a:pt x="8323908" y="392756"/>
                  </a:cubicBezTo>
                  <a:cubicBezTo>
                    <a:pt x="8159300" y="314786"/>
                    <a:pt x="7996076" y="261436"/>
                    <a:pt x="7823288" y="204952"/>
                  </a:cubicBezTo>
                  <a:cubicBezTo>
                    <a:pt x="7778850" y="190424"/>
                    <a:pt x="7732906" y="175408"/>
                    <a:pt x="7687328" y="160066"/>
                  </a:cubicBezTo>
                  <a:cubicBezTo>
                    <a:pt x="7491996" y="94264"/>
                    <a:pt x="7321935" y="87386"/>
                    <a:pt x="7136084" y="137725"/>
                  </a:cubicBezTo>
                  <a:cubicBezTo>
                    <a:pt x="6936845" y="191686"/>
                    <a:pt x="6749041" y="288009"/>
                    <a:pt x="6567381" y="381117"/>
                  </a:cubicBezTo>
                  <a:lnTo>
                    <a:pt x="6508985" y="411068"/>
                  </a:lnTo>
                  <a:cubicBezTo>
                    <a:pt x="6323786" y="506008"/>
                    <a:pt x="6132238" y="604163"/>
                    <a:pt x="5932103" y="673506"/>
                  </a:cubicBezTo>
                  <a:cubicBezTo>
                    <a:pt x="5825240" y="710537"/>
                    <a:pt x="5714389" y="728199"/>
                    <a:pt x="5607201" y="745290"/>
                  </a:cubicBezTo>
                  <a:cubicBezTo>
                    <a:pt x="5510877" y="760673"/>
                    <a:pt x="5411258" y="776543"/>
                    <a:pt x="5315830" y="806454"/>
                  </a:cubicBezTo>
                  <a:cubicBezTo>
                    <a:pt x="5284617" y="816220"/>
                    <a:pt x="5252754" y="826435"/>
                    <a:pt x="5221948" y="836323"/>
                  </a:cubicBezTo>
                  <a:cubicBezTo>
                    <a:pt x="5025273" y="899399"/>
                    <a:pt x="4821924" y="964632"/>
                    <a:pt x="4613121" y="973137"/>
                  </a:cubicBezTo>
                  <a:cubicBezTo>
                    <a:pt x="4597983" y="973748"/>
                    <a:pt x="4582723" y="974073"/>
                    <a:pt x="4567340" y="97407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23" name="Freeform: Shape 22">
              <a:extLst>
                <a:ext uri="{FF2B5EF4-FFF2-40B4-BE49-F238E27FC236}">
                  <a16:creationId xmlns:a16="http://schemas.microsoft.com/office/drawing/2014/main" id="{5B7238C8-C704-A2C8-5366-C897A46C9258}"/>
                </a:ext>
              </a:extLst>
            </p:cNvPr>
            <p:cNvSpPr/>
            <p:nvPr/>
          </p:nvSpPr>
          <p:spPr>
            <a:xfrm>
              <a:off x="569" y="1801587"/>
              <a:ext cx="12191930" cy="934101"/>
            </a:xfrm>
            <a:custGeom>
              <a:avLst/>
              <a:gdLst>
                <a:gd name="connsiteX0" fmla="*/ 4543596 w 12191930"/>
                <a:gd name="connsiteY0" fmla="*/ 934061 h 934101"/>
                <a:gd name="connsiteX1" fmla="*/ 4227442 w 12191930"/>
                <a:gd name="connsiteY1" fmla="*/ 898576 h 934101"/>
                <a:gd name="connsiteX2" fmla="*/ 3708753 w 12191930"/>
                <a:gd name="connsiteY2" fmla="*/ 688390 h 934101"/>
                <a:gd name="connsiteX3" fmla="*/ 3647834 w 12191930"/>
                <a:gd name="connsiteY3" fmla="*/ 656771 h 934101"/>
                <a:gd name="connsiteX4" fmla="*/ 2403932 w 12191930"/>
                <a:gd name="connsiteY4" fmla="*/ 187077 h 934101"/>
                <a:gd name="connsiteX5" fmla="*/ 1629521 w 12191930"/>
                <a:gd name="connsiteY5" fmla="*/ 264600 h 934101"/>
                <a:gd name="connsiteX6" fmla="*/ 1555091 w 12191930"/>
                <a:gd name="connsiteY6" fmla="*/ 294592 h 934101"/>
                <a:gd name="connsiteX7" fmla="*/ 1185384 w 12191930"/>
                <a:gd name="connsiteY7" fmla="*/ 427987 h 934101"/>
                <a:gd name="connsiteX8" fmla="*/ 4355 w 12191930"/>
                <a:gd name="connsiteY8" fmla="*/ 357831 h 934101"/>
                <a:gd name="connsiteX9" fmla="*/ 245 w 12191930"/>
                <a:gd name="connsiteY9" fmla="*/ 350221 h 934101"/>
                <a:gd name="connsiteX10" fmla="*/ 7854 w 12191930"/>
                <a:gd name="connsiteY10" fmla="*/ 346111 h 934101"/>
                <a:gd name="connsiteX11" fmla="*/ 1182128 w 12191930"/>
                <a:gd name="connsiteY11" fmla="*/ 416186 h 934101"/>
                <a:gd name="connsiteX12" fmla="*/ 1550533 w 12191930"/>
                <a:gd name="connsiteY12" fmla="*/ 283238 h 934101"/>
                <a:gd name="connsiteX13" fmla="*/ 1625044 w 12191930"/>
                <a:gd name="connsiteY13" fmla="*/ 253206 h 934101"/>
                <a:gd name="connsiteX14" fmla="*/ 2405479 w 12191930"/>
                <a:gd name="connsiteY14" fmla="*/ 174910 h 934101"/>
                <a:gd name="connsiteX15" fmla="*/ 3653531 w 12191930"/>
                <a:gd name="connsiteY15" fmla="*/ 645864 h 934101"/>
                <a:gd name="connsiteX16" fmla="*/ 3714410 w 12191930"/>
                <a:gd name="connsiteY16" fmla="*/ 677484 h 934101"/>
                <a:gd name="connsiteX17" fmla="*/ 4230047 w 12191930"/>
                <a:gd name="connsiteY17" fmla="*/ 886612 h 934101"/>
                <a:gd name="connsiteX18" fmla="*/ 4608097 w 12191930"/>
                <a:gd name="connsiteY18" fmla="*/ 920144 h 934101"/>
                <a:gd name="connsiteX19" fmla="*/ 5257333 w 12191930"/>
                <a:gd name="connsiteY19" fmla="*/ 770389 h 934101"/>
                <a:gd name="connsiteX20" fmla="*/ 5342669 w 12191930"/>
                <a:gd name="connsiteY20" fmla="*/ 742961 h 934101"/>
                <a:gd name="connsiteX21" fmla="*/ 5646248 w 12191930"/>
                <a:gd name="connsiteY21" fmla="*/ 676100 h 934101"/>
                <a:gd name="connsiteX22" fmla="*/ 5969116 w 12191930"/>
                <a:gd name="connsiteY22" fmla="*/ 603013 h 934101"/>
                <a:gd name="connsiteX23" fmla="*/ 6519872 w 12191930"/>
                <a:gd name="connsiteY23" fmla="*/ 369876 h 934101"/>
                <a:gd name="connsiteX24" fmla="*/ 6592105 w 12191930"/>
                <a:gd name="connsiteY24" fmla="*/ 336100 h 934101"/>
                <a:gd name="connsiteX25" fmla="*/ 6592552 w 12191930"/>
                <a:gd name="connsiteY25" fmla="*/ 335896 h 934101"/>
                <a:gd name="connsiteX26" fmla="*/ 7213017 w 12191930"/>
                <a:gd name="connsiteY26" fmla="*/ 100236 h 934101"/>
                <a:gd name="connsiteX27" fmla="*/ 7787498 w 12191930"/>
                <a:gd name="connsiteY27" fmla="*/ 147441 h 934101"/>
                <a:gd name="connsiteX28" fmla="*/ 8020392 w 12191930"/>
                <a:gd name="connsiteY28" fmla="*/ 227894 h 934101"/>
                <a:gd name="connsiteX29" fmla="*/ 8424933 w 12191930"/>
                <a:gd name="connsiteY29" fmla="*/ 376062 h 934101"/>
                <a:gd name="connsiteX30" fmla="*/ 8578391 w 12191930"/>
                <a:gd name="connsiteY30" fmla="*/ 443044 h 934101"/>
                <a:gd name="connsiteX31" fmla="*/ 8995345 w 12191930"/>
                <a:gd name="connsiteY31" fmla="*/ 615873 h 934101"/>
                <a:gd name="connsiteX32" fmla="*/ 9675223 w 12191930"/>
                <a:gd name="connsiteY32" fmla="*/ 740723 h 934101"/>
                <a:gd name="connsiteX33" fmla="*/ 9982383 w 12191930"/>
                <a:gd name="connsiteY33" fmla="*/ 682937 h 934101"/>
                <a:gd name="connsiteX34" fmla="*/ 10069470 w 12191930"/>
                <a:gd name="connsiteY34" fmla="*/ 660433 h 934101"/>
                <a:gd name="connsiteX35" fmla="*/ 10485975 w 12191930"/>
                <a:gd name="connsiteY35" fmla="*/ 587102 h 934101"/>
                <a:gd name="connsiteX36" fmla="*/ 11282281 w 12191930"/>
                <a:gd name="connsiteY36" fmla="*/ 314654 h 934101"/>
                <a:gd name="connsiteX37" fmla="*/ 12186222 w 12191930"/>
                <a:gd name="connsiteY37" fmla="*/ 2326 h 934101"/>
                <a:gd name="connsiteX38" fmla="*/ 12191920 w 12191930"/>
                <a:gd name="connsiteY38" fmla="*/ 8837 h 934101"/>
                <a:gd name="connsiteX39" fmla="*/ 12185408 w 12191930"/>
                <a:gd name="connsiteY39" fmla="*/ 14534 h 934101"/>
                <a:gd name="connsiteX40" fmla="*/ 11288791 w 12191930"/>
                <a:gd name="connsiteY40" fmla="*/ 325031 h 934101"/>
                <a:gd name="connsiteX41" fmla="*/ 10487684 w 12191930"/>
                <a:gd name="connsiteY41" fmla="*/ 599229 h 934101"/>
                <a:gd name="connsiteX42" fmla="*/ 10072399 w 12191930"/>
                <a:gd name="connsiteY42" fmla="*/ 672316 h 934101"/>
                <a:gd name="connsiteX43" fmla="*/ 9985517 w 12191930"/>
                <a:gd name="connsiteY43" fmla="*/ 694779 h 934101"/>
                <a:gd name="connsiteX44" fmla="*/ 9675793 w 12191930"/>
                <a:gd name="connsiteY44" fmla="*/ 752972 h 934101"/>
                <a:gd name="connsiteX45" fmla="*/ 8991153 w 12191930"/>
                <a:gd name="connsiteY45" fmla="*/ 627389 h 934101"/>
                <a:gd name="connsiteX46" fmla="*/ 8573467 w 12191930"/>
                <a:gd name="connsiteY46" fmla="*/ 454276 h 934101"/>
                <a:gd name="connsiteX47" fmla="*/ 8420090 w 12191930"/>
                <a:gd name="connsiteY47" fmla="*/ 387334 h 934101"/>
                <a:gd name="connsiteX48" fmla="*/ 8016485 w 12191930"/>
                <a:gd name="connsiteY48" fmla="*/ 239492 h 934101"/>
                <a:gd name="connsiteX49" fmla="*/ 7783266 w 12191930"/>
                <a:gd name="connsiteY49" fmla="*/ 158958 h 934101"/>
                <a:gd name="connsiteX50" fmla="*/ 7215581 w 12191930"/>
                <a:gd name="connsiteY50" fmla="*/ 112200 h 934101"/>
                <a:gd name="connsiteX51" fmla="*/ 6597680 w 12191930"/>
                <a:gd name="connsiteY51" fmla="*/ 346965 h 934101"/>
                <a:gd name="connsiteX52" fmla="*/ 6597232 w 12191930"/>
                <a:gd name="connsiteY52" fmla="*/ 347169 h 934101"/>
                <a:gd name="connsiteX53" fmla="*/ 6525040 w 12191930"/>
                <a:gd name="connsiteY53" fmla="*/ 380945 h 934101"/>
                <a:gd name="connsiteX54" fmla="*/ 5973023 w 12191930"/>
                <a:gd name="connsiteY54" fmla="*/ 614611 h 934101"/>
                <a:gd name="connsiteX55" fmla="*/ 5648323 w 12191930"/>
                <a:gd name="connsiteY55" fmla="*/ 688187 h 934101"/>
                <a:gd name="connsiteX56" fmla="*/ 5346331 w 12191930"/>
                <a:gd name="connsiteY56" fmla="*/ 754681 h 934101"/>
                <a:gd name="connsiteX57" fmla="*/ 5261036 w 12191930"/>
                <a:gd name="connsiteY57" fmla="*/ 782068 h 934101"/>
                <a:gd name="connsiteX58" fmla="*/ 4608707 w 12191930"/>
                <a:gd name="connsiteY58" fmla="*/ 932393 h 934101"/>
                <a:gd name="connsiteX59" fmla="*/ 4543596 w 12191930"/>
                <a:gd name="connsiteY59" fmla="*/ 934102 h 9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2191930" h="934101">
                  <a:moveTo>
                    <a:pt x="4543596" y="934061"/>
                  </a:moveTo>
                  <a:cubicBezTo>
                    <a:pt x="4443285" y="934061"/>
                    <a:pt x="4337235" y="922179"/>
                    <a:pt x="4227442" y="898576"/>
                  </a:cubicBezTo>
                  <a:cubicBezTo>
                    <a:pt x="4033738" y="856946"/>
                    <a:pt x="3868519" y="771243"/>
                    <a:pt x="3708753" y="688390"/>
                  </a:cubicBezTo>
                  <a:cubicBezTo>
                    <a:pt x="3688488" y="677850"/>
                    <a:pt x="3668181" y="667310"/>
                    <a:pt x="3647834" y="656771"/>
                  </a:cubicBezTo>
                  <a:cubicBezTo>
                    <a:pt x="3255460" y="452770"/>
                    <a:pt x="2849697" y="241811"/>
                    <a:pt x="2403932" y="187077"/>
                  </a:cubicBezTo>
                  <a:cubicBezTo>
                    <a:pt x="2117730" y="151918"/>
                    <a:pt x="1842677" y="179468"/>
                    <a:pt x="1629521" y="264600"/>
                  </a:cubicBezTo>
                  <a:cubicBezTo>
                    <a:pt x="1604656" y="274529"/>
                    <a:pt x="1579874" y="284581"/>
                    <a:pt x="1555091" y="294592"/>
                  </a:cubicBezTo>
                  <a:cubicBezTo>
                    <a:pt x="1435775" y="342896"/>
                    <a:pt x="1312350" y="392868"/>
                    <a:pt x="1185384" y="427987"/>
                  </a:cubicBezTo>
                  <a:cubicBezTo>
                    <a:pt x="749304" y="548646"/>
                    <a:pt x="325148" y="453869"/>
                    <a:pt x="4355" y="357831"/>
                  </a:cubicBezTo>
                  <a:cubicBezTo>
                    <a:pt x="1140" y="356854"/>
                    <a:pt x="-691" y="353476"/>
                    <a:pt x="245" y="350221"/>
                  </a:cubicBezTo>
                  <a:cubicBezTo>
                    <a:pt x="1221" y="347006"/>
                    <a:pt x="4599" y="345175"/>
                    <a:pt x="7854" y="346111"/>
                  </a:cubicBezTo>
                  <a:cubicBezTo>
                    <a:pt x="327101" y="441701"/>
                    <a:pt x="749019" y="536031"/>
                    <a:pt x="1182128" y="416186"/>
                  </a:cubicBezTo>
                  <a:cubicBezTo>
                    <a:pt x="1308443" y="381230"/>
                    <a:pt x="1431502" y="331420"/>
                    <a:pt x="1550533" y="283238"/>
                  </a:cubicBezTo>
                  <a:cubicBezTo>
                    <a:pt x="1575316" y="273186"/>
                    <a:pt x="1600139" y="263135"/>
                    <a:pt x="1625044" y="253206"/>
                  </a:cubicBezTo>
                  <a:cubicBezTo>
                    <a:pt x="1840114" y="167341"/>
                    <a:pt x="2117282" y="139547"/>
                    <a:pt x="2405479" y="174910"/>
                  </a:cubicBezTo>
                  <a:cubicBezTo>
                    <a:pt x="2853441" y="229928"/>
                    <a:pt x="3260181" y="441376"/>
                    <a:pt x="3653531" y="645864"/>
                  </a:cubicBezTo>
                  <a:cubicBezTo>
                    <a:pt x="3673838" y="656445"/>
                    <a:pt x="3694144" y="666985"/>
                    <a:pt x="3714410" y="677484"/>
                  </a:cubicBezTo>
                  <a:cubicBezTo>
                    <a:pt x="3873484" y="759971"/>
                    <a:pt x="4037929" y="845307"/>
                    <a:pt x="4230047" y="886612"/>
                  </a:cubicBezTo>
                  <a:cubicBezTo>
                    <a:pt x="4362832" y="915138"/>
                    <a:pt x="4490042" y="926411"/>
                    <a:pt x="4608097" y="920144"/>
                  </a:cubicBezTo>
                  <a:cubicBezTo>
                    <a:pt x="4830328" y="908261"/>
                    <a:pt x="5047391" y="838186"/>
                    <a:pt x="5257333" y="770389"/>
                  </a:cubicBezTo>
                  <a:cubicBezTo>
                    <a:pt x="5285860" y="761192"/>
                    <a:pt x="5314305" y="751995"/>
                    <a:pt x="5342669" y="742961"/>
                  </a:cubicBezTo>
                  <a:cubicBezTo>
                    <a:pt x="5442247" y="711301"/>
                    <a:pt x="5545936" y="693395"/>
                    <a:pt x="5646248" y="676100"/>
                  </a:cubicBezTo>
                  <a:cubicBezTo>
                    <a:pt x="5752948" y="657666"/>
                    <a:pt x="5863270" y="638621"/>
                    <a:pt x="5969116" y="603013"/>
                  </a:cubicBezTo>
                  <a:cubicBezTo>
                    <a:pt x="6158222" y="539368"/>
                    <a:pt x="6342079" y="453218"/>
                    <a:pt x="6519872" y="369876"/>
                  </a:cubicBezTo>
                  <a:cubicBezTo>
                    <a:pt x="6543963" y="358604"/>
                    <a:pt x="6568013" y="347291"/>
                    <a:pt x="6592105" y="336100"/>
                  </a:cubicBezTo>
                  <a:lnTo>
                    <a:pt x="6592552" y="335896"/>
                  </a:lnTo>
                  <a:cubicBezTo>
                    <a:pt x="6790937" y="243398"/>
                    <a:pt x="6996076" y="147726"/>
                    <a:pt x="7213017" y="100236"/>
                  </a:cubicBezTo>
                  <a:cubicBezTo>
                    <a:pt x="7405664" y="58077"/>
                    <a:pt x="7582847" y="72604"/>
                    <a:pt x="7787498" y="147441"/>
                  </a:cubicBezTo>
                  <a:cubicBezTo>
                    <a:pt x="7864939" y="175764"/>
                    <a:pt x="7943968" y="202256"/>
                    <a:pt x="8020392" y="227894"/>
                  </a:cubicBezTo>
                  <a:cubicBezTo>
                    <a:pt x="8153747" y="272617"/>
                    <a:pt x="8291619" y="318845"/>
                    <a:pt x="8424933" y="376062"/>
                  </a:cubicBezTo>
                  <a:cubicBezTo>
                    <a:pt x="8476208" y="398077"/>
                    <a:pt x="8528174" y="420947"/>
                    <a:pt x="8578391" y="443044"/>
                  </a:cubicBezTo>
                  <a:cubicBezTo>
                    <a:pt x="8713903" y="502661"/>
                    <a:pt x="8854013" y="564273"/>
                    <a:pt x="8995345" y="615873"/>
                  </a:cubicBezTo>
                  <a:cubicBezTo>
                    <a:pt x="9254526" y="710487"/>
                    <a:pt x="9470653" y="750164"/>
                    <a:pt x="9675223" y="740723"/>
                  </a:cubicBezTo>
                  <a:cubicBezTo>
                    <a:pt x="9782616" y="735799"/>
                    <a:pt x="9879671" y="710121"/>
                    <a:pt x="9982383" y="682937"/>
                  </a:cubicBezTo>
                  <a:cubicBezTo>
                    <a:pt x="10010707" y="675449"/>
                    <a:pt x="10040007" y="667677"/>
                    <a:pt x="10069470" y="660433"/>
                  </a:cubicBezTo>
                  <a:cubicBezTo>
                    <a:pt x="10208277" y="626209"/>
                    <a:pt x="10349446" y="606350"/>
                    <a:pt x="10485975" y="587102"/>
                  </a:cubicBezTo>
                  <a:cubicBezTo>
                    <a:pt x="10814134" y="540873"/>
                    <a:pt x="11052277" y="459403"/>
                    <a:pt x="11282281" y="314654"/>
                  </a:cubicBezTo>
                  <a:cubicBezTo>
                    <a:pt x="11585331" y="123920"/>
                    <a:pt x="11844268" y="-20219"/>
                    <a:pt x="12186222" y="2326"/>
                  </a:cubicBezTo>
                  <a:cubicBezTo>
                    <a:pt x="12189600" y="2529"/>
                    <a:pt x="12192122" y="5459"/>
                    <a:pt x="12191920" y="8837"/>
                  </a:cubicBezTo>
                  <a:cubicBezTo>
                    <a:pt x="12191716" y="12214"/>
                    <a:pt x="12188786" y="14737"/>
                    <a:pt x="12185408" y="14534"/>
                  </a:cubicBezTo>
                  <a:cubicBezTo>
                    <a:pt x="11847157" y="-7767"/>
                    <a:pt x="11589929" y="135477"/>
                    <a:pt x="11288791" y="325031"/>
                  </a:cubicBezTo>
                  <a:cubicBezTo>
                    <a:pt x="11057282" y="470757"/>
                    <a:pt x="10817714" y="552756"/>
                    <a:pt x="10487684" y="599229"/>
                  </a:cubicBezTo>
                  <a:cubicBezTo>
                    <a:pt x="10351481" y="618396"/>
                    <a:pt x="10210638" y="638255"/>
                    <a:pt x="10072399" y="672316"/>
                  </a:cubicBezTo>
                  <a:cubicBezTo>
                    <a:pt x="10043059" y="679559"/>
                    <a:pt x="10013799" y="687291"/>
                    <a:pt x="9985517" y="694779"/>
                  </a:cubicBezTo>
                  <a:cubicBezTo>
                    <a:pt x="9882154" y="722126"/>
                    <a:pt x="9784487" y="747966"/>
                    <a:pt x="9675793" y="752972"/>
                  </a:cubicBezTo>
                  <a:cubicBezTo>
                    <a:pt x="9469474" y="762454"/>
                    <a:pt x="9251921" y="722573"/>
                    <a:pt x="8991153" y="627389"/>
                  </a:cubicBezTo>
                  <a:cubicBezTo>
                    <a:pt x="8849455" y="575667"/>
                    <a:pt x="8709142" y="513974"/>
                    <a:pt x="8573467" y="454276"/>
                  </a:cubicBezTo>
                  <a:cubicBezTo>
                    <a:pt x="8523251" y="432179"/>
                    <a:pt x="8471325" y="409349"/>
                    <a:pt x="8420090" y="387334"/>
                  </a:cubicBezTo>
                  <a:cubicBezTo>
                    <a:pt x="8287224" y="330281"/>
                    <a:pt x="8149596" y="284133"/>
                    <a:pt x="8016485" y="239492"/>
                  </a:cubicBezTo>
                  <a:cubicBezTo>
                    <a:pt x="7939980" y="213854"/>
                    <a:pt x="7860911" y="187322"/>
                    <a:pt x="7783266" y="158958"/>
                  </a:cubicBezTo>
                  <a:cubicBezTo>
                    <a:pt x="7578208" y="83999"/>
                    <a:pt x="7408431" y="70000"/>
                    <a:pt x="7215581" y="112200"/>
                  </a:cubicBezTo>
                  <a:cubicBezTo>
                    <a:pt x="6999983" y="159405"/>
                    <a:pt x="6795454" y="254752"/>
                    <a:pt x="6597680" y="346965"/>
                  </a:cubicBezTo>
                  <a:lnTo>
                    <a:pt x="6597232" y="347169"/>
                  </a:lnTo>
                  <a:cubicBezTo>
                    <a:pt x="6573141" y="358400"/>
                    <a:pt x="6549090" y="369673"/>
                    <a:pt x="6525040" y="380945"/>
                  </a:cubicBezTo>
                  <a:cubicBezTo>
                    <a:pt x="6346922" y="464449"/>
                    <a:pt x="6162780" y="550762"/>
                    <a:pt x="5973023" y="614611"/>
                  </a:cubicBezTo>
                  <a:cubicBezTo>
                    <a:pt x="5866241" y="650544"/>
                    <a:pt x="5755471" y="669671"/>
                    <a:pt x="5648323" y="688187"/>
                  </a:cubicBezTo>
                  <a:cubicBezTo>
                    <a:pt x="5548419" y="705441"/>
                    <a:pt x="5445136" y="723306"/>
                    <a:pt x="5346331" y="754681"/>
                  </a:cubicBezTo>
                  <a:cubicBezTo>
                    <a:pt x="5317967" y="763715"/>
                    <a:pt x="5289522" y="772871"/>
                    <a:pt x="5261036" y="782068"/>
                  </a:cubicBezTo>
                  <a:cubicBezTo>
                    <a:pt x="5050361" y="850109"/>
                    <a:pt x="4832525" y="920469"/>
                    <a:pt x="4608707" y="932393"/>
                  </a:cubicBezTo>
                  <a:cubicBezTo>
                    <a:pt x="4587302" y="933532"/>
                    <a:pt x="4565611" y="934102"/>
                    <a:pt x="4543596" y="934102"/>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24" name="Freeform: Shape 23">
              <a:extLst>
                <a:ext uri="{FF2B5EF4-FFF2-40B4-BE49-F238E27FC236}">
                  <a16:creationId xmlns:a16="http://schemas.microsoft.com/office/drawing/2014/main" id="{2B61EB98-F130-2DC4-FDA5-B0E08474AEBE}"/>
                </a:ext>
              </a:extLst>
            </p:cNvPr>
            <p:cNvSpPr/>
            <p:nvPr/>
          </p:nvSpPr>
          <p:spPr>
            <a:xfrm>
              <a:off x="386" y="1856192"/>
              <a:ext cx="12192031" cy="897727"/>
            </a:xfrm>
            <a:custGeom>
              <a:avLst/>
              <a:gdLst>
                <a:gd name="connsiteX0" fmla="*/ 4522333 w 12192031"/>
                <a:gd name="connsiteY0" fmla="*/ 897727 h 897727"/>
                <a:gd name="connsiteX1" fmla="*/ 4203534 w 12192031"/>
                <a:gd name="connsiteY1" fmla="*/ 864236 h 897727"/>
                <a:gd name="connsiteX2" fmla="*/ 3677235 w 12192031"/>
                <a:gd name="connsiteY2" fmla="*/ 652911 h 897727"/>
                <a:gd name="connsiteX3" fmla="*/ 3526503 w 12192031"/>
                <a:gd name="connsiteY3" fmla="*/ 572133 h 897727"/>
                <a:gd name="connsiteX4" fmla="*/ 2367449 w 12192031"/>
                <a:gd name="connsiteY4" fmla="*/ 110863 h 897727"/>
                <a:gd name="connsiteX5" fmla="*/ 1619774 w 12192031"/>
                <a:gd name="connsiteY5" fmla="*/ 173085 h 897727"/>
                <a:gd name="connsiteX6" fmla="*/ 1462002 w 12192031"/>
                <a:gd name="connsiteY6" fmla="*/ 237748 h 897727"/>
                <a:gd name="connsiteX7" fmla="*/ 1178200 w 12192031"/>
                <a:gd name="connsiteY7" fmla="*/ 347867 h 897727"/>
                <a:gd name="connsiteX8" fmla="*/ 4456 w 12192031"/>
                <a:gd name="connsiteY8" fmla="*/ 332281 h 897727"/>
                <a:gd name="connsiteX9" fmla="*/ 223 w 12192031"/>
                <a:gd name="connsiteY9" fmla="*/ 324752 h 897727"/>
                <a:gd name="connsiteX10" fmla="*/ 7752 w 12192031"/>
                <a:gd name="connsiteY10" fmla="*/ 320520 h 897727"/>
                <a:gd name="connsiteX11" fmla="*/ 1174416 w 12192031"/>
                <a:gd name="connsiteY11" fmla="*/ 336228 h 897727"/>
                <a:gd name="connsiteX12" fmla="*/ 1457282 w 12192031"/>
                <a:gd name="connsiteY12" fmla="*/ 226476 h 897727"/>
                <a:gd name="connsiteX13" fmla="*/ 1615338 w 12192031"/>
                <a:gd name="connsiteY13" fmla="*/ 161691 h 897727"/>
                <a:gd name="connsiteX14" fmla="*/ 2369240 w 12192031"/>
                <a:gd name="connsiteY14" fmla="*/ 98777 h 897727"/>
                <a:gd name="connsiteX15" fmla="*/ 3532282 w 12192031"/>
                <a:gd name="connsiteY15" fmla="*/ 561389 h 897727"/>
                <a:gd name="connsiteX16" fmla="*/ 3682973 w 12192031"/>
                <a:gd name="connsiteY16" fmla="*/ 642127 h 897727"/>
                <a:gd name="connsiteX17" fmla="*/ 4205975 w 12192031"/>
                <a:gd name="connsiteY17" fmla="*/ 852272 h 897727"/>
                <a:gd name="connsiteX18" fmla="*/ 4600506 w 12192031"/>
                <a:gd name="connsiteY18" fmla="*/ 883281 h 897727"/>
                <a:gd name="connsiteX19" fmla="*/ 5300488 w 12192031"/>
                <a:gd name="connsiteY19" fmla="*/ 720911 h 897727"/>
                <a:gd name="connsiteX20" fmla="*/ 5371622 w 12192031"/>
                <a:gd name="connsiteY20" fmla="*/ 698041 h 897727"/>
                <a:gd name="connsiteX21" fmla="*/ 5684438 w 12192031"/>
                <a:gd name="connsiteY21" fmla="*/ 625849 h 897727"/>
                <a:gd name="connsiteX22" fmla="*/ 6010400 w 12192031"/>
                <a:gd name="connsiteY22" fmla="*/ 549466 h 897727"/>
                <a:gd name="connsiteX23" fmla="*/ 6529333 w 12192031"/>
                <a:gd name="connsiteY23" fmla="*/ 343431 h 897727"/>
                <a:gd name="connsiteX24" fmla="*/ 6652840 w 12192031"/>
                <a:gd name="connsiteY24" fmla="*/ 290366 h 897727"/>
                <a:gd name="connsiteX25" fmla="*/ 7272817 w 12192031"/>
                <a:gd name="connsiteY25" fmla="*/ 81157 h 897727"/>
                <a:gd name="connsiteX26" fmla="*/ 7890352 w 12192031"/>
                <a:gd name="connsiteY26" fmla="*/ 150581 h 897727"/>
                <a:gd name="connsiteX27" fmla="*/ 8177043 w 12192031"/>
                <a:gd name="connsiteY27" fmla="*/ 251503 h 897727"/>
                <a:gd name="connsiteX28" fmla="*/ 8504306 w 12192031"/>
                <a:gd name="connsiteY28" fmla="*/ 367888 h 897727"/>
                <a:gd name="connsiteX29" fmla="*/ 8566121 w 12192031"/>
                <a:gd name="connsiteY29" fmla="*/ 391898 h 897727"/>
                <a:gd name="connsiteX30" fmla="*/ 9095024 w 12192031"/>
                <a:gd name="connsiteY30" fmla="*/ 582591 h 897727"/>
                <a:gd name="connsiteX31" fmla="*/ 9800581 w 12192031"/>
                <a:gd name="connsiteY31" fmla="*/ 687989 h 897727"/>
                <a:gd name="connsiteX32" fmla="*/ 10130897 w 12192031"/>
                <a:gd name="connsiteY32" fmla="*/ 632482 h 897727"/>
                <a:gd name="connsiteX33" fmla="*/ 10190595 w 12192031"/>
                <a:gd name="connsiteY33" fmla="*/ 618687 h 897727"/>
                <a:gd name="connsiteX34" fmla="*/ 10548054 w 12192031"/>
                <a:gd name="connsiteY34" fmla="*/ 555448 h 897727"/>
                <a:gd name="connsiteX35" fmla="*/ 10586347 w 12192031"/>
                <a:gd name="connsiteY35" fmla="*/ 549588 h 897727"/>
                <a:gd name="connsiteX36" fmla="*/ 11328854 w 12192031"/>
                <a:gd name="connsiteY36" fmla="*/ 288168 h 897727"/>
                <a:gd name="connsiteX37" fmla="*/ 12186323 w 12192031"/>
                <a:gd name="connsiteY37" fmla="*/ 2372 h 897727"/>
                <a:gd name="connsiteX38" fmla="*/ 12192020 w 12192031"/>
                <a:gd name="connsiteY38" fmla="*/ 8884 h 897727"/>
                <a:gd name="connsiteX39" fmla="*/ 12185509 w 12192031"/>
                <a:gd name="connsiteY39" fmla="*/ 14581 h 897727"/>
                <a:gd name="connsiteX40" fmla="*/ 11335325 w 12192031"/>
                <a:gd name="connsiteY40" fmla="*/ 298545 h 897727"/>
                <a:gd name="connsiteX41" fmla="*/ 10588219 w 12192031"/>
                <a:gd name="connsiteY41" fmla="*/ 561674 h 897727"/>
                <a:gd name="connsiteX42" fmla="*/ 10549926 w 12192031"/>
                <a:gd name="connsiteY42" fmla="*/ 567534 h 897727"/>
                <a:gd name="connsiteX43" fmla="*/ 10193362 w 12192031"/>
                <a:gd name="connsiteY43" fmla="*/ 630610 h 897727"/>
                <a:gd name="connsiteX44" fmla="*/ 10133745 w 12192031"/>
                <a:gd name="connsiteY44" fmla="*/ 644406 h 897727"/>
                <a:gd name="connsiteX45" fmla="*/ 9801192 w 12192031"/>
                <a:gd name="connsiteY45" fmla="*/ 700198 h 897727"/>
                <a:gd name="connsiteX46" fmla="*/ 9091524 w 12192031"/>
                <a:gd name="connsiteY46" fmla="*/ 594271 h 897727"/>
                <a:gd name="connsiteX47" fmla="*/ 8561767 w 12192031"/>
                <a:gd name="connsiteY47" fmla="*/ 403292 h 897727"/>
                <a:gd name="connsiteX48" fmla="*/ 8499952 w 12192031"/>
                <a:gd name="connsiteY48" fmla="*/ 379283 h 897727"/>
                <a:gd name="connsiteX49" fmla="*/ 8173177 w 12192031"/>
                <a:gd name="connsiteY49" fmla="*/ 263060 h 897727"/>
                <a:gd name="connsiteX50" fmla="*/ 7886120 w 12192031"/>
                <a:gd name="connsiteY50" fmla="*/ 161975 h 897727"/>
                <a:gd name="connsiteX51" fmla="*/ 7275096 w 12192031"/>
                <a:gd name="connsiteY51" fmla="*/ 93121 h 897727"/>
                <a:gd name="connsiteX52" fmla="*/ 6657682 w 12192031"/>
                <a:gd name="connsiteY52" fmla="*/ 301597 h 897727"/>
                <a:gd name="connsiteX53" fmla="*/ 6534216 w 12192031"/>
                <a:gd name="connsiteY53" fmla="*/ 354663 h 897727"/>
                <a:gd name="connsiteX54" fmla="*/ 6014266 w 12192031"/>
                <a:gd name="connsiteY54" fmla="*/ 561064 h 897727"/>
                <a:gd name="connsiteX55" fmla="*/ 5686717 w 12192031"/>
                <a:gd name="connsiteY55" fmla="*/ 637854 h 897727"/>
                <a:gd name="connsiteX56" fmla="*/ 5375366 w 12192031"/>
                <a:gd name="connsiteY56" fmla="*/ 709679 h 897727"/>
                <a:gd name="connsiteX57" fmla="*/ 5304273 w 12192031"/>
                <a:gd name="connsiteY57" fmla="*/ 732509 h 897727"/>
                <a:gd name="connsiteX58" fmla="*/ 4601280 w 12192031"/>
                <a:gd name="connsiteY58" fmla="*/ 895449 h 897727"/>
                <a:gd name="connsiteX59" fmla="*/ 4522373 w 12192031"/>
                <a:gd name="connsiteY59" fmla="*/ 897727 h 897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2192031" h="897727">
                  <a:moveTo>
                    <a:pt x="4522333" y="897727"/>
                  </a:moveTo>
                  <a:cubicBezTo>
                    <a:pt x="4419986" y="897727"/>
                    <a:pt x="4313083" y="886496"/>
                    <a:pt x="4203534" y="864236"/>
                  </a:cubicBezTo>
                  <a:cubicBezTo>
                    <a:pt x="4011823" y="825251"/>
                    <a:pt x="3851772" y="745450"/>
                    <a:pt x="3677235" y="652911"/>
                  </a:cubicBezTo>
                  <a:cubicBezTo>
                    <a:pt x="3627059" y="626297"/>
                    <a:pt x="3575947" y="598788"/>
                    <a:pt x="3526503" y="572133"/>
                  </a:cubicBezTo>
                  <a:cubicBezTo>
                    <a:pt x="3161557" y="375579"/>
                    <a:pt x="2784159" y="172352"/>
                    <a:pt x="2367449" y="110863"/>
                  </a:cubicBezTo>
                  <a:cubicBezTo>
                    <a:pt x="2092397" y="70251"/>
                    <a:pt x="1826867" y="92347"/>
                    <a:pt x="1619774" y="173085"/>
                  </a:cubicBezTo>
                  <a:cubicBezTo>
                    <a:pt x="1566790" y="193758"/>
                    <a:pt x="1513521" y="216099"/>
                    <a:pt x="1462002" y="237748"/>
                  </a:cubicBezTo>
                  <a:cubicBezTo>
                    <a:pt x="1370114" y="276367"/>
                    <a:pt x="1275093" y="316288"/>
                    <a:pt x="1178200" y="347867"/>
                  </a:cubicBezTo>
                  <a:cubicBezTo>
                    <a:pt x="825584" y="462747"/>
                    <a:pt x="452622" y="457782"/>
                    <a:pt x="4456" y="332281"/>
                  </a:cubicBezTo>
                  <a:cubicBezTo>
                    <a:pt x="1200" y="331386"/>
                    <a:pt x="-672" y="328008"/>
                    <a:pt x="223" y="324752"/>
                  </a:cubicBezTo>
                  <a:cubicBezTo>
                    <a:pt x="1119" y="321497"/>
                    <a:pt x="4496" y="319625"/>
                    <a:pt x="7752" y="320520"/>
                  </a:cubicBezTo>
                  <a:cubicBezTo>
                    <a:pt x="453476" y="445329"/>
                    <a:pt x="824201" y="450335"/>
                    <a:pt x="1174416" y="336228"/>
                  </a:cubicBezTo>
                  <a:cubicBezTo>
                    <a:pt x="1270861" y="304812"/>
                    <a:pt x="1365638" y="265013"/>
                    <a:pt x="1457282" y="226476"/>
                  </a:cubicBezTo>
                  <a:cubicBezTo>
                    <a:pt x="1508882" y="204786"/>
                    <a:pt x="1562191" y="182404"/>
                    <a:pt x="1615338" y="161691"/>
                  </a:cubicBezTo>
                  <a:cubicBezTo>
                    <a:pt x="1824384" y="80221"/>
                    <a:pt x="2092112" y="57879"/>
                    <a:pt x="2369240" y="98777"/>
                  </a:cubicBezTo>
                  <a:cubicBezTo>
                    <a:pt x="2788065" y="160592"/>
                    <a:pt x="3166400" y="364348"/>
                    <a:pt x="3532282" y="561389"/>
                  </a:cubicBezTo>
                  <a:cubicBezTo>
                    <a:pt x="3581685" y="588004"/>
                    <a:pt x="3632797" y="615513"/>
                    <a:pt x="3682973" y="642127"/>
                  </a:cubicBezTo>
                  <a:cubicBezTo>
                    <a:pt x="3856656" y="734218"/>
                    <a:pt x="4015852" y="813572"/>
                    <a:pt x="4205975" y="852272"/>
                  </a:cubicBezTo>
                  <a:cubicBezTo>
                    <a:pt x="4342953" y="880148"/>
                    <a:pt x="4475737" y="890565"/>
                    <a:pt x="4600506" y="883281"/>
                  </a:cubicBezTo>
                  <a:cubicBezTo>
                    <a:pt x="4840236" y="869241"/>
                    <a:pt x="5074187" y="793835"/>
                    <a:pt x="5300488" y="720911"/>
                  </a:cubicBezTo>
                  <a:cubicBezTo>
                    <a:pt x="5324253" y="713260"/>
                    <a:pt x="5347938" y="705610"/>
                    <a:pt x="5371622" y="698041"/>
                  </a:cubicBezTo>
                  <a:cubicBezTo>
                    <a:pt x="5474171" y="665282"/>
                    <a:pt x="5581035" y="645220"/>
                    <a:pt x="5684438" y="625849"/>
                  </a:cubicBezTo>
                  <a:cubicBezTo>
                    <a:pt x="5792075" y="605624"/>
                    <a:pt x="5903414" y="584748"/>
                    <a:pt x="6010400" y="549466"/>
                  </a:cubicBezTo>
                  <a:cubicBezTo>
                    <a:pt x="6187257" y="491151"/>
                    <a:pt x="6361143" y="416070"/>
                    <a:pt x="6529333" y="343431"/>
                  </a:cubicBezTo>
                  <a:cubicBezTo>
                    <a:pt x="6569783" y="325973"/>
                    <a:pt x="6611617" y="307905"/>
                    <a:pt x="6652840" y="290366"/>
                  </a:cubicBezTo>
                  <a:cubicBezTo>
                    <a:pt x="6867462" y="199007"/>
                    <a:pt x="7062224" y="120223"/>
                    <a:pt x="7272817" y="81157"/>
                  </a:cubicBezTo>
                  <a:cubicBezTo>
                    <a:pt x="7478893" y="42904"/>
                    <a:pt x="7657825" y="63007"/>
                    <a:pt x="7890352" y="150581"/>
                  </a:cubicBezTo>
                  <a:cubicBezTo>
                    <a:pt x="7985129" y="186270"/>
                    <a:pt x="8082673" y="219436"/>
                    <a:pt x="8177043" y="251503"/>
                  </a:cubicBezTo>
                  <a:cubicBezTo>
                    <a:pt x="8284802" y="288128"/>
                    <a:pt x="8396223" y="326014"/>
                    <a:pt x="8504306" y="367888"/>
                  </a:cubicBezTo>
                  <a:cubicBezTo>
                    <a:pt x="8524897" y="375864"/>
                    <a:pt x="8545530" y="383881"/>
                    <a:pt x="8566121" y="391898"/>
                  </a:cubicBezTo>
                  <a:cubicBezTo>
                    <a:pt x="8738014" y="458718"/>
                    <a:pt x="8915766" y="527817"/>
                    <a:pt x="9095024" y="582591"/>
                  </a:cubicBezTo>
                  <a:cubicBezTo>
                    <a:pt x="9357949" y="662922"/>
                    <a:pt x="9588726" y="697390"/>
                    <a:pt x="9800581" y="687989"/>
                  </a:cubicBezTo>
                  <a:cubicBezTo>
                    <a:pt x="9914851" y="682903"/>
                    <a:pt x="10019801" y="658405"/>
                    <a:pt x="10130897" y="632482"/>
                  </a:cubicBezTo>
                  <a:cubicBezTo>
                    <a:pt x="10150674" y="627884"/>
                    <a:pt x="10170533" y="623245"/>
                    <a:pt x="10190595" y="618687"/>
                  </a:cubicBezTo>
                  <a:cubicBezTo>
                    <a:pt x="10308771" y="591870"/>
                    <a:pt x="10430406" y="573354"/>
                    <a:pt x="10548054" y="555448"/>
                  </a:cubicBezTo>
                  <a:lnTo>
                    <a:pt x="10586347" y="549588"/>
                  </a:lnTo>
                  <a:cubicBezTo>
                    <a:pt x="10882316" y="504295"/>
                    <a:pt x="11111303" y="423680"/>
                    <a:pt x="11328854" y="288168"/>
                  </a:cubicBezTo>
                  <a:cubicBezTo>
                    <a:pt x="11601098" y="118555"/>
                    <a:pt x="11853566" y="-19969"/>
                    <a:pt x="12186323" y="2372"/>
                  </a:cubicBezTo>
                  <a:cubicBezTo>
                    <a:pt x="12189701" y="2617"/>
                    <a:pt x="12192223" y="5506"/>
                    <a:pt x="12192020" y="8884"/>
                  </a:cubicBezTo>
                  <a:cubicBezTo>
                    <a:pt x="12191776" y="12261"/>
                    <a:pt x="12188846" y="14784"/>
                    <a:pt x="12185509" y="14581"/>
                  </a:cubicBezTo>
                  <a:cubicBezTo>
                    <a:pt x="11856334" y="-7557"/>
                    <a:pt x="11605738" y="130071"/>
                    <a:pt x="11335325" y="298545"/>
                  </a:cubicBezTo>
                  <a:cubicBezTo>
                    <a:pt x="11116308" y="434993"/>
                    <a:pt x="10885897" y="516137"/>
                    <a:pt x="10588219" y="561674"/>
                  </a:cubicBezTo>
                  <a:lnTo>
                    <a:pt x="10549926" y="567534"/>
                  </a:lnTo>
                  <a:cubicBezTo>
                    <a:pt x="10432522" y="585399"/>
                    <a:pt x="10311090" y="603874"/>
                    <a:pt x="10193362" y="630610"/>
                  </a:cubicBezTo>
                  <a:cubicBezTo>
                    <a:pt x="10173341" y="635168"/>
                    <a:pt x="10153481" y="639807"/>
                    <a:pt x="10133745" y="644406"/>
                  </a:cubicBezTo>
                  <a:cubicBezTo>
                    <a:pt x="10022081" y="670450"/>
                    <a:pt x="9916600" y="695070"/>
                    <a:pt x="9801192" y="700198"/>
                  </a:cubicBezTo>
                  <a:cubicBezTo>
                    <a:pt x="9587953" y="709679"/>
                    <a:pt x="9355792" y="675048"/>
                    <a:pt x="9091524" y="594271"/>
                  </a:cubicBezTo>
                  <a:cubicBezTo>
                    <a:pt x="8911819" y="539374"/>
                    <a:pt x="8733863" y="470194"/>
                    <a:pt x="8561767" y="403292"/>
                  </a:cubicBezTo>
                  <a:cubicBezTo>
                    <a:pt x="8541175" y="395275"/>
                    <a:pt x="8520584" y="387259"/>
                    <a:pt x="8499952" y="379283"/>
                  </a:cubicBezTo>
                  <a:cubicBezTo>
                    <a:pt x="8392113" y="337490"/>
                    <a:pt x="8280814" y="299644"/>
                    <a:pt x="8173177" y="263060"/>
                  </a:cubicBezTo>
                  <a:cubicBezTo>
                    <a:pt x="8078726" y="230952"/>
                    <a:pt x="7981060" y="197746"/>
                    <a:pt x="7886120" y="161975"/>
                  </a:cubicBezTo>
                  <a:cubicBezTo>
                    <a:pt x="7655831" y="75256"/>
                    <a:pt x="7478811" y="55316"/>
                    <a:pt x="7275096" y="93121"/>
                  </a:cubicBezTo>
                  <a:cubicBezTo>
                    <a:pt x="7065724" y="131984"/>
                    <a:pt x="6871612" y="210524"/>
                    <a:pt x="6657682" y="301597"/>
                  </a:cubicBezTo>
                  <a:cubicBezTo>
                    <a:pt x="6616500" y="319137"/>
                    <a:pt x="6574666" y="337205"/>
                    <a:pt x="6534216" y="354663"/>
                  </a:cubicBezTo>
                  <a:cubicBezTo>
                    <a:pt x="6365783" y="427383"/>
                    <a:pt x="6191611" y="502586"/>
                    <a:pt x="6014266" y="561064"/>
                  </a:cubicBezTo>
                  <a:cubicBezTo>
                    <a:pt x="5906507" y="596590"/>
                    <a:pt x="5794760" y="617588"/>
                    <a:pt x="5686717" y="637854"/>
                  </a:cubicBezTo>
                  <a:cubicBezTo>
                    <a:pt x="5583720" y="657184"/>
                    <a:pt x="5477224" y="677165"/>
                    <a:pt x="5375366" y="709679"/>
                  </a:cubicBezTo>
                  <a:cubicBezTo>
                    <a:pt x="5351722" y="717249"/>
                    <a:pt x="5328038" y="724858"/>
                    <a:pt x="5304273" y="732509"/>
                  </a:cubicBezTo>
                  <a:cubicBezTo>
                    <a:pt x="5077280" y="805677"/>
                    <a:pt x="4842515" y="881328"/>
                    <a:pt x="4601280" y="895449"/>
                  </a:cubicBezTo>
                  <a:cubicBezTo>
                    <a:pt x="4575317" y="896954"/>
                    <a:pt x="4548987" y="897727"/>
                    <a:pt x="4522373" y="897727"/>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25" name="Freeform: Shape 24">
              <a:extLst>
                <a:ext uri="{FF2B5EF4-FFF2-40B4-BE49-F238E27FC236}">
                  <a16:creationId xmlns:a16="http://schemas.microsoft.com/office/drawing/2014/main" id="{2AD51738-0D32-31E1-E1A0-B787A4471D74}"/>
                </a:ext>
              </a:extLst>
            </p:cNvPr>
            <p:cNvSpPr/>
            <p:nvPr/>
          </p:nvSpPr>
          <p:spPr>
            <a:xfrm>
              <a:off x="368" y="1911293"/>
              <a:ext cx="12192049" cy="865862"/>
            </a:xfrm>
            <a:custGeom>
              <a:avLst/>
              <a:gdLst>
                <a:gd name="connsiteX0" fmla="*/ 4505747 w 12192049"/>
                <a:gd name="connsiteY0" fmla="*/ 865822 h 865862"/>
                <a:gd name="connsiteX1" fmla="*/ 4197569 w 12192049"/>
                <a:gd name="connsiteY1" fmla="*/ 836360 h 865862"/>
                <a:gd name="connsiteX2" fmla="*/ 3647261 w 12192049"/>
                <a:gd name="connsiteY2" fmla="*/ 619988 h 865862"/>
                <a:gd name="connsiteX3" fmla="*/ 3427634 w 12192049"/>
                <a:gd name="connsiteY3" fmla="*/ 498109 h 865862"/>
                <a:gd name="connsiteX4" fmla="*/ 2362299 w 12192049"/>
                <a:gd name="connsiteY4" fmla="*/ 43473 h 865862"/>
                <a:gd name="connsiteX5" fmla="*/ 1613281 w 12192049"/>
                <a:gd name="connsiteY5" fmla="*/ 87545 h 865862"/>
                <a:gd name="connsiteX6" fmla="*/ 1398130 w 12192049"/>
                <a:gd name="connsiteY6" fmla="*/ 178252 h 865862"/>
                <a:gd name="connsiteX7" fmla="*/ 1155511 w 12192049"/>
                <a:gd name="connsiteY7" fmla="*/ 279215 h 865862"/>
                <a:gd name="connsiteX8" fmla="*/ 4555 w 12192049"/>
                <a:gd name="connsiteY8" fmla="*/ 310305 h 865862"/>
                <a:gd name="connsiteX9" fmla="*/ 201 w 12192049"/>
                <a:gd name="connsiteY9" fmla="*/ 302858 h 865862"/>
                <a:gd name="connsiteX10" fmla="*/ 7648 w 12192049"/>
                <a:gd name="connsiteY10" fmla="*/ 298504 h 865862"/>
                <a:gd name="connsiteX11" fmla="*/ 1151360 w 12192049"/>
                <a:gd name="connsiteY11" fmla="*/ 267739 h 865862"/>
                <a:gd name="connsiteX12" fmla="*/ 1393206 w 12192049"/>
                <a:gd name="connsiteY12" fmla="*/ 167102 h 865862"/>
                <a:gd name="connsiteX13" fmla="*/ 1608967 w 12192049"/>
                <a:gd name="connsiteY13" fmla="*/ 76150 h 865862"/>
                <a:gd name="connsiteX14" fmla="*/ 2364578 w 12192049"/>
                <a:gd name="connsiteY14" fmla="*/ 31509 h 865862"/>
                <a:gd name="connsiteX15" fmla="*/ 3433616 w 12192049"/>
                <a:gd name="connsiteY15" fmla="*/ 487528 h 865862"/>
                <a:gd name="connsiteX16" fmla="*/ 3653080 w 12192049"/>
                <a:gd name="connsiteY16" fmla="*/ 609326 h 865862"/>
                <a:gd name="connsiteX17" fmla="*/ 4199808 w 12192049"/>
                <a:gd name="connsiteY17" fmla="*/ 824436 h 865862"/>
                <a:gd name="connsiteX18" fmla="*/ 4592670 w 12192049"/>
                <a:gd name="connsiteY18" fmla="*/ 851132 h 865862"/>
                <a:gd name="connsiteX19" fmla="*/ 5345351 w 12192049"/>
                <a:gd name="connsiteY19" fmla="*/ 677571 h 865862"/>
                <a:gd name="connsiteX20" fmla="*/ 5398538 w 12192049"/>
                <a:gd name="connsiteY20" fmla="*/ 660601 h 865862"/>
                <a:gd name="connsiteX21" fmla="*/ 5718355 w 12192049"/>
                <a:gd name="connsiteY21" fmla="*/ 583485 h 865862"/>
                <a:gd name="connsiteX22" fmla="*/ 6049158 w 12192049"/>
                <a:gd name="connsiteY22" fmla="*/ 502870 h 865862"/>
                <a:gd name="connsiteX23" fmla="*/ 6523572 w 12192049"/>
                <a:gd name="connsiteY23" fmla="*/ 324507 h 865862"/>
                <a:gd name="connsiteX24" fmla="*/ 6710562 w 12192049"/>
                <a:gd name="connsiteY24" fmla="*/ 250200 h 865862"/>
                <a:gd name="connsiteX25" fmla="*/ 7352514 w 12192049"/>
                <a:gd name="connsiteY25" fmla="*/ 60768 h 865862"/>
                <a:gd name="connsiteX26" fmla="*/ 7963253 w 12192049"/>
                <a:gd name="connsiteY26" fmla="*/ 147813 h 865862"/>
                <a:gd name="connsiteX27" fmla="*/ 8393066 w 12192049"/>
                <a:gd name="connsiteY27" fmla="*/ 302166 h 865862"/>
                <a:gd name="connsiteX28" fmla="*/ 8601949 w 12192049"/>
                <a:gd name="connsiteY28" fmla="*/ 372079 h 865862"/>
                <a:gd name="connsiteX29" fmla="*/ 9211998 w 12192049"/>
                <a:gd name="connsiteY29" fmla="*/ 560330 h 865862"/>
                <a:gd name="connsiteX30" fmla="*/ 9918043 w 12192049"/>
                <a:gd name="connsiteY30" fmla="*/ 640132 h 865862"/>
                <a:gd name="connsiteX31" fmla="*/ 10441289 w 12192049"/>
                <a:gd name="connsiteY31" fmla="*/ 561958 h 865862"/>
                <a:gd name="connsiteX32" fmla="*/ 10681467 w 12192049"/>
                <a:gd name="connsiteY32" fmla="*/ 516055 h 865862"/>
                <a:gd name="connsiteX33" fmla="*/ 11372741 w 12192049"/>
                <a:gd name="connsiteY33" fmla="*/ 263303 h 865862"/>
                <a:gd name="connsiteX34" fmla="*/ 12186341 w 12192049"/>
                <a:gd name="connsiteY34" fmla="*/ 2249 h 865862"/>
                <a:gd name="connsiteX35" fmla="*/ 12192038 w 12192049"/>
                <a:gd name="connsiteY35" fmla="*/ 8760 h 865862"/>
                <a:gd name="connsiteX36" fmla="*/ 12185527 w 12192049"/>
                <a:gd name="connsiteY36" fmla="*/ 14458 h 865862"/>
                <a:gd name="connsiteX37" fmla="*/ 11379130 w 12192049"/>
                <a:gd name="connsiteY37" fmla="*/ 273721 h 865862"/>
                <a:gd name="connsiteX38" fmla="*/ 10683461 w 12192049"/>
                <a:gd name="connsiteY38" fmla="*/ 528101 h 865862"/>
                <a:gd name="connsiteX39" fmla="*/ 10443690 w 12192049"/>
                <a:gd name="connsiteY39" fmla="*/ 573922 h 865862"/>
                <a:gd name="connsiteX40" fmla="*/ 9918531 w 12192049"/>
                <a:gd name="connsiteY40" fmla="*/ 652340 h 865862"/>
                <a:gd name="connsiteX41" fmla="*/ 9209068 w 12192049"/>
                <a:gd name="connsiteY41" fmla="*/ 572172 h 865862"/>
                <a:gd name="connsiteX42" fmla="*/ 8597880 w 12192049"/>
                <a:gd name="connsiteY42" fmla="*/ 383595 h 865862"/>
                <a:gd name="connsiteX43" fmla="*/ 8389241 w 12192049"/>
                <a:gd name="connsiteY43" fmla="*/ 313764 h 865862"/>
                <a:gd name="connsiteX44" fmla="*/ 7958452 w 12192049"/>
                <a:gd name="connsiteY44" fmla="*/ 159044 h 865862"/>
                <a:gd name="connsiteX45" fmla="*/ 7354183 w 12192049"/>
                <a:gd name="connsiteY45" fmla="*/ 72854 h 865862"/>
                <a:gd name="connsiteX46" fmla="*/ 6714957 w 12192049"/>
                <a:gd name="connsiteY46" fmla="*/ 261553 h 865862"/>
                <a:gd name="connsiteX47" fmla="*/ 6528089 w 12192049"/>
                <a:gd name="connsiteY47" fmla="*/ 335820 h 865862"/>
                <a:gd name="connsiteX48" fmla="*/ 6052943 w 12192049"/>
                <a:gd name="connsiteY48" fmla="*/ 514427 h 865862"/>
                <a:gd name="connsiteX49" fmla="*/ 5720756 w 12192049"/>
                <a:gd name="connsiteY49" fmla="*/ 595409 h 865862"/>
                <a:gd name="connsiteX50" fmla="*/ 5402201 w 12192049"/>
                <a:gd name="connsiteY50" fmla="*/ 672199 h 865862"/>
                <a:gd name="connsiteX51" fmla="*/ 5349014 w 12192049"/>
                <a:gd name="connsiteY51" fmla="*/ 689168 h 865862"/>
                <a:gd name="connsiteX52" fmla="*/ 4593362 w 12192049"/>
                <a:gd name="connsiteY52" fmla="*/ 863299 h 865862"/>
                <a:gd name="connsiteX53" fmla="*/ 4505707 w 12192049"/>
                <a:gd name="connsiteY53" fmla="*/ 865863 h 86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192049" h="865862">
                  <a:moveTo>
                    <a:pt x="4505747" y="865822"/>
                  </a:moveTo>
                  <a:cubicBezTo>
                    <a:pt x="4405721" y="865822"/>
                    <a:pt x="4302439" y="855974"/>
                    <a:pt x="4197569" y="836360"/>
                  </a:cubicBezTo>
                  <a:cubicBezTo>
                    <a:pt x="4005737" y="800467"/>
                    <a:pt x="3844791" y="726973"/>
                    <a:pt x="3647261" y="619988"/>
                  </a:cubicBezTo>
                  <a:cubicBezTo>
                    <a:pt x="3574011" y="580311"/>
                    <a:pt x="3499582" y="538518"/>
                    <a:pt x="3427634" y="498109"/>
                  </a:cubicBezTo>
                  <a:cubicBezTo>
                    <a:pt x="3092558" y="309979"/>
                    <a:pt x="2746046" y="115420"/>
                    <a:pt x="2362299" y="43473"/>
                  </a:cubicBezTo>
                  <a:cubicBezTo>
                    <a:pt x="2089037" y="-7761"/>
                    <a:pt x="1823019" y="7865"/>
                    <a:pt x="1613281" y="87545"/>
                  </a:cubicBezTo>
                  <a:cubicBezTo>
                    <a:pt x="1540560" y="115176"/>
                    <a:pt x="1468165" y="147243"/>
                    <a:pt x="1398130" y="178252"/>
                  </a:cubicBezTo>
                  <a:cubicBezTo>
                    <a:pt x="1319387" y="213127"/>
                    <a:pt x="1237998" y="249182"/>
                    <a:pt x="1155511" y="279215"/>
                  </a:cubicBezTo>
                  <a:cubicBezTo>
                    <a:pt x="798948" y="408988"/>
                    <a:pt x="422444" y="419162"/>
                    <a:pt x="4555" y="310305"/>
                  </a:cubicBezTo>
                  <a:cubicBezTo>
                    <a:pt x="1299" y="309450"/>
                    <a:pt x="-654" y="306113"/>
                    <a:pt x="201" y="302858"/>
                  </a:cubicBezTo>
                  <a:cubicBezTo>
                    <a:pt x="1055" y="299602"/>
                    <a:pt x="4392" y="297649"/>
                    <a:pt x="7648" y="298504"/>
                  </a:cubicBezTo>
                  <a:cubicBezTo>
                    <a:pt x="423095" y="406710"/>
                    <a:pt x="797198" y="396658"/>
                    <a:pt x="1151360" y="267739"/>
                  </a:cubicBezTo>
                  <a:cubicBezTo>
                    <a:pt x="1233440" y="237869"/>
                    <a:pt x="1314666" y="201895"/>
                    <a:pt x="1393206" y="167102"/>
                  </a:cubicBezTo>
                  <a:cubicBezTo>
                    <a:pt x="1463363" y="136011"/>
                    <a:pt x="1535921" y="103863"/>
                    <a:pt x="1608967" y="76150"/>
                  </a:cubicBezTo>
                  <a:cubicBezTo>
                    <a:pt x="1820740" y="-4262"/>
                    <a:pt x="2089119" y="-20132"/>
                    <a:pt x="2364578" y="31509"/>
                  </a:cubicBezTo>
                  <a:cubicBezTo>
                    <a:pt x="2750278" y="103822"/>
                    <a:pt x="3097685" y="298870"/>
                    <a:pt x="3433616" y="487528"/>
                  </a:cubicBezTo>
                  <a:cubicBezTo>
                    <a:pt x="3505523" y="527897"/>
                    <a:pt x="3579912" y="569690"/>
                    <a:pt x="3653080" y="609326"/>
                  </a:cubicBezTo>
                  <a:cubicBezTo>
                    <a:pt x="3849552" y="715742"/>
                    <a:pt x="4009562" y="788869"/>
                    <a:pt x="4199808" y="824436"/>
                  </a:cubicBezTo>
                  <a:cubicBezTo>
                    <a:pt x="4334628" y="849667"/>
                    <a:pt x="4466803" y="858619"/>
                    <a:pt x="4592670" y="851132"/>
                  </a:cubicBezTo>
                  <a:cubicBezTo>
                    <a:pt x="4850387" y="835790"/>
                    <a:pt x="5101999" y="755337"/>
                    <a:pt x="5345351" y="677571"/>
                  </a:cubicBezTo>
                  <a:cubicBezTo>
                    <a:pt x="5363094" y="671873"/>
                    <a:pt x="5380836" y="666217"/>
                    <a:pt x="5398538" y="660601"/>
                  </a:cubicBezTo>
                  <a:cubicBezTo>
                    <a:pt x="5503571" y="627191"/>
                    <a:pt x="5612753" y="604972"/>
                    <a:pt x="5718355" y="583485"/>
                  </a:cubicBezTo>
                  <a:cubicBezTo>
                    <a:pt x="5827578" y="561266"/>
                    <a:pt x="5940545" y="538274"/>
                    <a:pt x="6049158" y="502870"/>
                  </a:cubicBezTo>
                  <a:cubicBezTo>
                    <a:pt x="6209820" y="450456"/>
                    <a:pt x="6369300" y="386444"/>
                    <a:pt x="6523572" y="324507"/>
                  </a:cubicBezTo>
                  <a:cubicBezTo>
                    <a:pt x="6584776" y="299928"/>
                    <a:pt x="6648056" y="274535"/>
                    <a:pt x="6710562" y="250200"/>
                  </a:cubicBezTo>
                  <a:cubicBezTo>
                    <a:pt x="6912365" y="171619"/>
                    <a:pt x="7128126" y="92265"/>
                    <a:pt x="7352514" y="60768"/>
                  </a:cubicBezTo>
                  <a:cubicBezTo>
                    <a:pt x="7560991" y="31509"/>
                    <a:pt x="7755062" y="59181"/>
                    <a:pt x="7963253" y="147813"/>
                  </a:cubicBezTo>
                  <a:cubicBezTo>
                    <a:pt x="8101899" y="206860"/>
                    <a:pt x="8249904" y="255327"/>
                    <a:pt x="8393066" y="302166"/>
                  </a:cubicBezTo>
                  <a:cubicBezTo>
                    <a:pt x="8461880" y="324711"/>
                    <a:pt x="8533054" y="348029"/>
                    <a:pt x="8601949" y="372079"/>
                  </a:cubicBezTo>
                  <a:cubicBezTo>
                    <a:pt x="8826338" y="450537"/>
                    <a:pt x="9015973" y="512596"/>
                    <a:pt x="9211998" y="560330"/>
                  </a:cubicBezTo>
                  <a:cubicBezTo>
                    <a:pt x="9471057" y="623407"/>
                    <a:pt x="9702038" y="649532"/>
                    <a:pt x="9918043" y="640132"/>
                  </a:cubicBezTo>
                  <a:cubicBezTo>
                    <a:pt x="10092825" y="632563"/>
                    <a:pt x="10269967" y="596670"/>
                    <a:pt x="10441289" y="561958"/>
                  </a:cubicBezTo>
                  <a:cubicBezTo>
                    <a:pt x="10520114" y="546006"/>
                    <a:pt x="10601625" y="529484"/>
                    <a:pt x="10681467" y="516055"/>
                  </a:cubicBezTo>
                  <a:cubicBezTo>
                    <a:pt x="10949317" y="470966"/>
                    <a:pt x="11162514" y="393036"/>
                    <a:pt x="11372741" y="263303"/>
                  </a:cubicBezTo>
                  <a:cubicBezTo>
                    <a:pt x="11606041" y="119327"/>
                    <a:pt x="11861112" y="-19441"/>
                    <a:pt x="12186341" y="2249"/>
                  </a:cubicBezTo>
                  <a:cubicBezTo>
                    <a:pt x="12189718" y="2453"/>
                    <a:pt x="12192241" y="5383"/>
                    <a:pt x="12192038" y="8760"/>
                  </a:cubicBezTo>
                  <a:cubicBezTo>
                    <a:pt x="12191835" y="12138"/>
                    <a:pt x="12188905" y="14702"/>
                    <a:pt x="12185527" y="14458"/>
                  </a:cubicBezTo>
                  <a:cubicBezTo>
                    <a:pt x="11863839" y="-6988"/>
                    <a:pt x="11610761" y="130803"/>
                    <a:pt x="11379130" y="273721"/>
                  </a:cubicBezTo>
                  <a:cubicBezTo>
                    <a:pt x="11167520" y="404309"/>
                    <a:pt x="10952939" y="482767"/>
                    <a:pt x="10683461" y="528101"/>
                  </a:cubicBezTo>
                  <a:cubicBezTo>
                    <a:pt x="10603823" y="541489"/>
                    <a:pt x="10522434" y="558011"/>
                    <a:pt x="10443690" y="573922"/>
                  </a:cubicBezTo>
                  <a:cubicBezTo>
                    <a:pt x="10271920" y="608716"/>
                    <a:pt x="10094290" y="644690"/>
                    <a:pt x="9918531" y="652340"/>
                  </a:cubicBezTo>
                  <a:cubicBezTo>
                    <a:pt x="9701346" y="661781"/>
                    <a:pt x="9469267" y="635533"/>
                    <a:pt x="9209068" y="572172"/>
                  </a:cubicBezTo>
                  <a:cubicBezTo>
                    <a:pt x="9012555" y="524316"/>
                    <a:pt x="8822594" y="462176"/>
                    <a:pt x="8597880" y="383595"/>
                  </a:cubicBezTo>
                  <a:cubicBezTo>
                    <a:pt x="8529107" y="359545"/>
                    <a:pt x="8458014" y="336268"/>
                    <a:pt x="8389241" y="313764"/>
                  </a:cubicBezTo>
                  <a:cubicBezTo>
                    <a:pt x="8245835" y="266803"/>
                    <a:pt x="8097544" y="218255"/>
                    <a:pt x="7958452" y="159044"/>
                  </a:cubicBezTo>
                  <a:cubicBezTo>
                    <a:pt x="7752417" y="71308"/>
                    <a:pt x="7560421" y="43920"/>
                    <a:pt x="7354183" y="72854"/>
                  </a:cubicBezTo>
                  <a:cubicBezTo>
                    <a:pt x="7131096" y="104148"/>
                    <a:pt x="6916068" y="183257"/>
                    <a:pt x="6714957" y="261553"/>
                  </a:cubicBezTo>
                  <a:cubicBezTo>
                    <a:pt x="6652532" y="285848"/>
                    <a:pt x="6589253" y="311241"/>
                    <a:pt x="6528089" y="335820"/>
                  </a:cubicBezTo>
                  <a:cubicBezTo>
                    <a:pt x="6373654" y="397798"/>
                    <a:pt x="6213970" y="461932"/>
                    <a:pt x="6052943" y="514427"/>
                  </a:cubicBezTo>
                  <a:cubicBezTo>
                    <a:pt x="5943638" y="550076"/>
                    <a:pt x="5830346" y="573108"/>
                    <a:pt x="5720756" y="595409"/>
                  </a:cubicBezTo>
                  <a:cubicBezTo>
                    <a:pt x="5615480" y="616814"/>
                    <a:pt x="5506582" y="638952"/>
                    <a:pt x="5402201" y="672199"/>
                  </a:cubicBezTo>
                  <a:cubicBezTo>
                    <a:pt x="5384499" y="677815"/>
                    <a:pt x="5366756" y="683512"/>
                    <a:pt x="5349014" y="689168"/>
                  </a:cubicBezTo>
                  <a:cubicBezTo>
                    <a:pt x="5104970" y="767179"/>
                    <a:pt x="4852625" y="847876"/>
                    <a:pt x="4593362" y="863299"/>
                  </a:cubicBezTo>
                  <a:cubicBezTo>
                    <a:pt x="4564469" y="865008"/>
                    <a:pt x="4535210" y="865863"/>
                    <a:pt x="4505707" y="86586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26" name="Freeform: Shape 25">
              <a:extLst>
                <a:ext uri="{FF2B5EF4-FFF2-40B4-BE49-F238E27FC236}">
                  <a16:creationId xmlns:a16="http://schemas.microsoft.com/office/drawing/2014/main" id="{87E34D7F-D52D-9AF1-AC88-53FFAB4C717D}"/>
                </a:ext>
              </a:extLst>
            </p:cNvPr>
            <p:cNvSpPr/>
            <p:nvPr/>
          </p:nvSpPr>
          <p:spPr>
            <a:xfrm>
              <a:off x="322" y="1897425"/>
              <a:ext cx="12192217" cy="908298"/>
            </a:xfrm>
            <a:custGeom>
              <a:avLst/>
              <a:gdLst>
                <a:gd name="connsiteX0" fmla="*/ 4494563 w 12192217"/>
                <a:gd name="connsiteY0" fmla="*/ 908298 h 908298"/>
                <a:gd name="connsiteX1" fmla="*/ 4181298 w 12192217"/>
                <a:gd name="connsiteY1" fmla="*/ 879528 h 908298"/>
                <a:gd name="connsiteX2" fmla="*/ 3629362 w 12192217"/>
                <a:gd name="connsiteY2" fmla="*/ 665598 h 908298"/>
                <a:gd name="connsiteX3" fmla="*/ 3347676 w 12192217"/>
                <a:gd name="connsiteY3" fmla="*/ 503635 h 908298"/>
                <a:gd name="connsiteX4" fmla="*/ 2349121 w 12192217"/>
                <a:gd name="connsiteY4" fmla="*/ 49975 h 908298"/>
                <a:gd name="connsiteX5" fmla="*/ 1604944 w 12192217"/>
                <a:gd name="connsiteY5" fmla="*/ 80944 h 908298"/>
                <a:gd name="connsiteX6" fmla="*/ 1354960 w 12192217"/>
                <a:gd name="connsiteY6" fmla="*/ 190004 h 908298"/>
                <a:gd name="connsiteX7" fmla="*/ 1149494 w 12192217"/>
                <a:gd name="connsiteY7" fmla="*/ 281566 h 908298"/>
                <a:gd name="connsiteX8" fmla="*/ 4683 w 12192217"/>
                <a:gd name="connsiteY8" fmla="*/ 362059 h 908298"/>
                <a:gd name="connsiteX9" fmla="*/ 166 w 12192217"/>
                <a:gd name="connsiteY9" fmla="*/ 354694 h 908298"/>
                <a:gd name="connsiteX10" fmla="*/ 7532 w 12192217"/>
                <a:gd name="connsiteY10" fmla="*/ 350177 h 908298"/>
                <a:gd name="connsiteX11" fmla="*/ 1144896 w 12192217"/>
                <a:gd name="connsiteY11" fmla="*/ 270253 h 908298"/>
                <a:gd name="connsiteX12" fmla="*/ 1349832 w 12192217"/>
                <a:gd name="connsiteY12" fmla="*/ 178935 h 908298"/>
                <a:gd name="connsiteX13" fmla="*/ 1600672 w 12192217"/>
                <a:gd name="connsiteY13" fmla="*/ 69508 h 908298"/>
                <a:gd name="connsiteX14" fmla="*/ 2351806 w 12192217"/>
                <a:gd name="connsiteY14" fmla="*/ 38011 h 908298"/>
                <a:gd name="connsiteX15" fmla="*/ 3353943 w 12192217"/>
                <a:gd name="connsiteY15" fmla="*/ 493054 h 908298"/>
                <a:gd name="connsiteX16" fmla="*/ 3635344 w 12192217"/>
                <a:gd name="connsiteY16" fmla="*/ 654855 h 908298"/>
                <a:gd name="connsiteX17" fmla="*/ 4183577 w 12192217"/>
                <a:gd name="connsiteY17" fmla="*/ 867441 h 908298"/>
                <a:gd name="connsiteX18" fmla="*/ 4588119 w 12192217"/>
                <a:gd name="connsiteY18" fmla="*/ 893282 h 908298"/>
                <a:gd name="connsiteX19" fmla="*/ 5394109 w 12192217"/>
                <a:gd name="connsiteY19" fmla="*/ 709629 h 908298"/>
                <a:gd name="connsiteX20" fmla="*/ 5423979 w 12192217"/>
                <a:gd name="connsiteY20" fmla="*/ 700188 h 908298"/>
                <a:gd name="connsiteX21" fmla="*/ 5745911 w 12192217"/>
                <a:gd name="connsiteY21" fmla="*/ 619084 h 908298"/>
                <a:gd name="connsiteX22" fmla="*/ 6082900 w 12192217"/>
                <a:gd name="connsiteY22" fmla="*/ 533179 h 908298"/>
                <a:gd name="connsiteX23" fmla="*/ 6507708 w 12192217"/>
                <a:gd name="connsiteY23" fmla="*/ 380291 h 908298"/>
                <a:gd name="connsiteX24" fmla="*/ 6759890 w 12192217"/>
                <a:gd name="connsiteY24" fmla="*/ 286612 h 908298"/>
                <a:gd name="connsiteX25" fmla="*/ 7420642 w 12192217"/>
                <a:gd name="connsiteY25" fmla="*/ 115005 h 908298"/>
                <a:gd name="connsiteX26" fmla="*/ 8045421 w 12192217"/>
                <a:gd name="connsiteY26" fmla="*/ 222356 h 908298"/>
                <a:gd name="connsiteX27" fmla="*/ 8583563 w 12192217"/>
                <a:gd name="connsiteY27" fmla="*/ 414148 h 908298"/>
                <a:gd name="connsiteX28" fmla="*/ 8681431 w 12192217"/>
                <a:gd name="connsiteY28" fmla="*/ 444710 h 908298"/>
                <a:gd name="connsiteX29" fmla="*/ 9307554 w 12192217"/>
                <a:gd name="connsiteY29" fmla="*/ 607934 h 908298"/>
                <a:gd name="connsiteX30" fmla="*/ 10034434 w 12192217"/>
                <a:gd name="connsiteY30" fmla="*/ 667307 h 908298"/>
                <a:gd name="connsiteX31" fmla="*/ 10670079 w 12192217"/>
                <a:gd name="connsiteY31" fmla="*/ 575908 h 908298"/>
                <a:gd name="connsiteX32" fmla="*/ 10774989 w 12192217"/>
                <a:gd name="connsiteY32" fmla="*/ 555805 h 908298"/>
                <a:gd name="connsiteX33" fmla="*/ 11415639 w 12192217"/>
                <a:gd name="connsiteY33" fmla="*/ 308343 h 908298"/>
                <a:gd name="connsiteX34" fmla="*/ 12186510 w 12192217"/>
                <a:gd name="connsiteY34" fmla="*/ 71014 h 908298"/>
                <a:gd name="connsiteX35" fmla="*/ 12192206 w 12192217"/>
                <a:gd name="connsiteY35" fmla="*/ 77485 h 908298"/>
                <a:gd name="connsiteX36" fmla="*/ 12185737 w 12192217"/>
                <a:gd name="connsiteY36" fmla="*/ 83182 h 908298"/>
                <a:gd name="connsiteX37" fmla="*/ 11421987 w 12192217"/>
                <a:gd name="connsiteY37" fmla="*/ 318720 h 908298"/>
                <a:gd name="connsiteX38" fmla="*/ 10777227 w 12192217"/>
                <a:gd name="connsiteY38" fmla="*/ 567769 h 908298"/>
                <a:gd name="connsiteX39" fmla="*/ 10672398 w 12192217"/>
                <a:gd name="connsiteY39" fmla="*/ 587872 h 908298"/>
                <a:gd name="connsiteX40" fmla="*/ 10035004 w 12192217"/>
                <a:gd name="connsiteY40" fmla="*/ 679475 h 908298"/>
                <a:gd name="connsiteX41" fmla="*/ 9305234 w 12192217"/>
                <a:gd name="connsiteY41" fmla="*/ 619898 h 908298"/>
                <a:gd name="connsiteX42" fmla="*/ 8677769 w 12192217"/>
                <a:gd name="connsiteY42" fmla="*/ 456348 h 908298"/>
                <a:gd name="connsiteX43" fmla="*/ 8579981 w 12192217"/>
                <a:gd name="connsiteY43" fmla="*/ 425787 h 908298"/>
                <a:gd name="connsiteX44" fmla="*/ 8040457 w 12192217"/>
                <a:gd name="connsiteY44" fmla="*/ 233466 h 908298"/>
                <a:gd name="connsiteX45" fmla="*/ 7421986 w 12192217"/>
                <a:gd name="connsiteY45" fmla="*/ 127132 h 908298"/>
                <a:gd name="connsiteX46" fmla="*/ 6764081 w 12192217"/>
                <a:gd name="connsiteY46" fmla="*/ 298088 h 908298"/>
                <a:gd name="connsiteX47" fmla="*/ 6512102 w 12192217"/>
                <a:gd name="connsiteY47" fmla="*/ 391685 h 908298"/>
                <a:gd name="connsiteX48" fmla="*/ 6086726 w 12192217"/>
                <a:gd name="connsiteY48" fmla="*/ 544736 h 908298"/>
                <a:gd name="connsiteX49" fmla="*/ 5748597 w 12192217"/>
                <a:gd name="connsiteY49" fmla="*/ 630967 h 908298"/>
                <a:gd name="connsiteX50" fmla="*/ 5427682 w 12192217"/>
                <a:gd name="connsiteY50" fmla="*/ 711786 h 908298"/>
                <a:gd name="connsiteX51" fmla="*/ 5397812 w 12192217"/>
                <a:gd name="connsiteY51" fmla="*/ 721186 h 908298"/>
                <a:gd name="connsiteX52" fmla="*/ 4588892 w 12192217"/>
                <a:gd name="connsiteY52" fmla="*/ 905409 h 908298"/>
                <a:gd name="connsiteX53" fmla="*/ 4494725 w 12192217"/>
                <a:gd name="connsiteY53" fmla="*/ 908176 h 90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192217" h="908298">
                  <a:moveTo>
                    <a:pt x="4494563" y="908298"/>
                  </a:moveTo>
                  <a:cubicBezTo>
                    <a:pt x="4392094" y="908298"/>
                    <a:pt x="4287103" y="898654"/>
                    <a:pt x="4181298" y="879528"/>
                  </a:cubicBezTo>
                  <a:cubicBezTo>
                    <a:pt x="3967124" y="840746"/>
                    <a:pt x="3789453" y="753782"/>
                    <a:pt x="3629362" y="665598"/>
                  </a:cubicBezTo>
                  <a:cubicBezTo>
                    <a:pt x="3535033" y="613631"/>
                    <a:pt x="3439808" y="557718"/>
                    <a:pt x="3347676" y="503635"/>
                  </a:cubicBezTo>
                  <a:cubicBezTo>
                    <a:pt x="3034168" y="319575"/>
                    <a:pt x="2709956" y="129248"/>
                    <a:pt x="2349121" y="49975"/>
                  </a:cubicBezTo>
                  <a:cubicBezTo>
                    <a:pt x="2078788" y="-9438"/>
                    <a:pt x="1814479" y="1549"/>
                    <a:pt x="1604944" y="80944"/>
                  </a:cubicBezTo>
                  <a:cubicBezTo>
                    <a:pt x="1520097" y="113092"/>
                    <a:pt x="1436145" y="152199"/>
                    <a:pt x="1354960" y="190004"/>
                  </a:cubicBezTo>
                  <a:cubicBezTo>
                    <a:pt x="1288058" y="221135"/>
                    <a:pt x="1218919" y="253365"/>
                    <a:pt x="1149494" y="281566"/>
                  </a:cubicBezTo>
                  <a:cubicBezTo>
                    <a:pt x="779054" y="432135"/>
                    <a:pt x="404586" y="458464"/>
                    <a:pt x="4683" y="362059"/>
                  </a:cubicBezTo>
                  <a:cubicBezTo>
                    <a:pt x="1387" y="361286"/>
                    <a:pt x="-607" y="357990"/>
                    <a:pt x="166" y="354694"/>
                  </a:cubicBezTo>
                  <a:cubicBezTo>
                    <a:pt x="939" y="351438"/>
                    <a:pt x="4236" y="349404"/>
                    <a:pt x="7532" y="350177"/>
                  </a:cubicBezTo>
                  <a:cubicBezTo>
                    <a:pt x="404871" y="445971"/>
                    <a:pt x="776938" y="419845"/>
                    <a:pt x="1144896" y="270253"/>
                  </a:cubicBezTo>
                  <a:cubicBezTo>
                    <a:pt x="1214035" y="242134"/>
                    <a:pt x="1283053" y="209985"/>
                    <a:pt x="1349832" y="178935"/>
                  </a:cubicBezTo>
                  <a:cubicBezTo>
                    <a:pt x="1431221" y="141049"/>
                    <a:pt x="1515376" y="101820"/>
                    <a:pt x="1600672" y="69508"/>
                  </a:cubicBezTo>
                  <a:cubicBezTo>
                    <a:pt x="1812404" y="-10700"/>
                    <a:pt x="2079155" y="-21891"/>
                    <a:pt x="2351806" y="38011"/>
                  </a:cubicBezTo>
                  <a:cubicBezTo>
                    <a:pt x="2714555" y="117731"/>
                    <a:pt x="3039580" y="308547"/>
                    <a:pt x="3353943" y="493054"/>
                  </a:cubicBezTo>
                  <a:cubicBezTo>
                    <a:pt x="3445993" y="547096"/>
                    <a:pt x="3541177" y="602969"/>
                    <a:pt x="3635344" y="654855"/>
                  </a:cubicBezTo>
                  <a:cubicBezTo>
                    <a:pt x="3794540" y="742551"/>
                    <a:pt x="3971153" y="828985"/>
                    <a:pt x="4183577" y="867441"/>
                  </a:cubicBezTo>
                  <a:cubicBezTo>
                    <a:pt x="4321124" y="892346"/>
                    <a:pt x="4457205" y="901055"/>
                    <a:pt x="4588119" y="893282"/>
                  </a:cubicBezTo>
                  <a:cubicBezTo>
                    <a:pt x="4864026" y="876964"/>
                    <a:pt x="5133503" y="791872"/>
                    <a:pt x="5394109" y="709629"/>
                  </a:cubicBezTo>
                  <a:lnTo>
                    <a:pt x="5423979" y="700188"/>
                  </a:lnTo>
                  <a:cubicBezTo>
                    <a:pt x="5529906" y="666778"/>
                    <a:pt x="5639740" y="642524"/>
                    <a:pt x="5745911" y="619084"/>
                  </a:cubicBezTo>
                  <a:cubicBezTo>
                    <a:pt x="5857128" y="594546"/>
                    <a:pt x="5972090" y="569112"/>
                    <a:pt x="6082900" y="533179"/>
                  </a:cubicBezTo>
                  <a:cubicBezTo>
                    <a:pt x="6226063" y="486706"/>
                    <a:pt x="6369266" y="432623"/>
                    <a:pt x="6507708" y="380291"/>
                  </a:cubicBezTo>
                  <a:cubicBezTo>
                    <a:pt x="6590195" y="349119"/>
                    <a:pt x="6675490" y="316889"/>
                    <a:pt x="6759890" y="286612"/>
                  </a:cubicBezTo>
                  <a:cubicBezTo>
                    <a:pt x="6955060" y="216578"/>
                    <a:pt x="7183192" y="139828"/>
                    <a:pt x="7420642" y="115005"/>
                  </a:cubicBezTo>
                  <a:cubicBezTo>
                    <a:pt x="7635874" y="92541"/>
                    <a:pt x="7834381" y="126603"/>
                    <a:pt x="8045421" y="222356"/>
                  </a:cubicBezTo>
                  <a:cubicBezTo>
                    <a:pt x="8216541" y="300001"/>
                    <a:pt x="8403124" y="358031"/>
                    <a:pt x="8583563" y="414148"/>
                  </a:cubicBezTo>
                  <a:cubicBezTo>
                    <a:pt x="8616361" y="424362"/>
                    <a:pt x="8648998" y="434495"/>
                    <a:pt x="8681431" y="444710"/>
                  </a:cubicBezTo>
                  <a:cubicBezTo>
                    <a:pt x="8918353" y="519424"/>
                    <a:pt x="9117308" y="571309"/>
                    <a:pt x="9307554" y="607934"/>
                  </a:cubicBezTo>
                  <a:cubicBezTo>
                    <a:pt x="9569096" y="658273"/>
                    <a:pt x="9806872" y="677684"/>
                    <a:pt x="10034434" y="667307"/>
                  </a:cubicBezTo>
                  <a:cubicBezTo>
                    <a:pt x="10246737" y="657622"/>
                    <a:pt x="10461968" y="616073"/>
                    <a:pt x="10670079" y="575908"/>
                  </a:cubicBezTo>
                  <a:cubicBezTo>
                    <a:pt x="10705157" y="569153"/>
                    <a:pt x="10740114" y="562397"/>
                    <a:pt x="10774989" y="555805"/>
                  </a:cubicBezTo>
                  <a:cubicBezTo>
                    <a:pt x="11008004" y="511814"/>
                    <a:pt x="11211556" y="433152"/>
                    <a:pt x="11415639" y="308343"/>
                  </a:cubicBezTo>
                  <a:cubicBezTo>
                    <a:pt x="11670018" y="152769"/>
                    <a:pt x="11898435" y="52905"/>
                    <a:pt x="12186510" y="71014"/>
                  </a:cubicBezTo>
                  <a:cubicBezTo>
                    <a:pt x="12189888" y="71218"/>
                    <a:pt x="12192410" y="74107"/>
                    <a:pt x="12192206" y="77485"/>
                  </a:cubicBezTo>
                  <a:cubicBezTo>
                    <a:pt x="12192004" y="80862"/>
                    <a:pt x="12189033" y="83385"/>
                    <a:pt x="12185737" y="83182"/>
                  </a:cubicBezTo>
                  <a:cubicBezTo>
                    <a:pt x="11900836" y="65236"/>
                    <a:pt x="11674413" y="164367"/>
                    <a:pt x="11421987" y="318720"/>
                  </a:cubicBezTo>
                  <a:cubicBezTo>
                    <a:pt x="11216602" y="444343"/>
                    <a:pt x="11011707" y="523453"/>
                    <a:pt x="10777227" y="567769"/>
                  </a:cubicBezTo>
                  <a:cubicBezTo>
                    <a:pt x="10742393" y="574361"/>
                    <a:pt x="10707436" y="581076"/>
                    <a:pt x="10672398" y="587872"/>
                  </a:cubicBezTo>
                  <a:cubicBezTo>
                    <a:pt x="10463840" y="628119"/>
                    <a:pt x="10248160" y="669749"/>
                    <a:pt x="10035004" y="679475"/>
                  </a:cubicBezTo>
                  <a:cubicBezTo>
                    <a:pt x="9806425" y="689892"/>
                    <a:pt x="9567753" y="670400"/>
                    <a:pt x="9305234" y="619898"/>
                  </a:cubicBezTo>
                  <a:cubicBezTo>
                    <a:pt x="9114500" y="583192"/>
                    <a:pt x="8915099" y="531226"/>
                    <a:pt x="8677769" y="456348"/>
                  </a:cubicBezTo>
                  <a:cubicBezTo>
                    <a:pt x="8645377" y="446134"/>
                    <a:pt x="8612740" y="435960"/>
                    <a:pt x="8579981" y="425787"/>
                  </a:cubicBezTo>
                  <a:cubicBezTo>
                    <a:pt x="8399177" y="369547"/>
                    <a:pt x="8212268" y="311395"/>
                    <a:pt x="8040457" y="233466"/>
                  </a:cubicBezTo>
                  <a:cubicBezTo>
                    <a:pt x="7831492" y="138689"/>
                    <a:pt x="7634979" y="104872"/>
                    <a:pt x="7421986" y="127132"/>
                  </a:cubicBezTo>
                  <a:cubicBezTo>
                    <a:pt x="7185877" y="151792"/>
                    <a:pt x="6958600" y="228338"/>
                    <a:pt x="6764081" y="298088"/>
                  </a:cubicBezTo>
                  <a:cubicBezTo>
                    <a:pt x="6679763" y="328324"/>
                    <a:pt x="6594508" y="360554"/>
                    <a:pt x="6512102" y="391685"/>
                  </a:cubicBezTo>
                  <a:cubicBezTo>
                    <a:pt x="6373498" y="444058"/>
                    <a:pt x="6230173" y="498223"/>
                    <a:pt x="6086726" y="544736"/>
                  </a:cubicBezTo>
                  <a:cubicBezTo>
                    <a:pt x="5975345" y="580873"/>
                    <a:pt x="5860099" y="606347"/>
                    <a:pt x="5748597" y="630967"/>
                  </a:cubicBezTo>
                  <a:cubicBezTo>
                    <a:pt x="5642670" y="654366"/>
                    <a:pt x="5533121" y="678539"/>
                    <a:pt x="5427682" y="711786"/>
                  </a:cubicBezTo>
                  <a:lnTo>
                    <a:pt x="5397812" y="721186"/>
                  </a:lnTo>
                  <a:cubicBezTo>
                    <a:pt x="5136515" y="803674"/>
                    <a:pt x="4866264" y="888969"/>
                    <a:pt x="4588892" y="905409"/>
                  </a:cubicBezTo>
                  <a:cubicBezTo>
                    <a:pt x="4557761" y="907240"/>
                    <a:pt x="4526385" y="908176"/>
                    <a:pt x="4494725" y="90817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27" name="Freeform: Shape 26">
              <a:extLst>
                <a:ext uri="{FF2B5EF4-FFF2-40B4-BE49-F238E27FC236}">
                  <a16:creationId xmlns:a16="http://schemas.microsoft.com/office/drawing/2014/main" id="{D5AC1BD5-8BE0-C8BF-BE7E-D43AA492C2DB}"/>
                </a:ext>
              </a:extLst>
            </p:cNvPr>
            <p:cNvSpPr/>
            <p:nvPr/>
          </p:nvSpPr>
          <p:spPr>
            <a:xfrm>
              <a:off x="178" y="1890466"/>
              <a:ext cx="12192236" cy="950213"/>
            </a:xfrm>
            <a:custGeom>
              <a:avLst/>
              <a:gdLst>
                <a:gd name="connsiteX0" fmla="*/ 4489294 w 12192236"/>
                <a:gd name="connsiteY0" fmla="*/ 950214 h 950213"/>
                <a:gd name="connsiteX1" fmla="*/ 4166588 w 12192236"/>
                <a:gd name="connsiteY1" fmla="*/ 921077 h 950213"/>
                <a:gd name="connsiteX2" fmla="*/ 3613919 w 12192236"/>
                <a:gd name="connsiteY2" fmla="*/ 709670 h 950213"/>
                <a:gd name="connsiteX3" fmla="*/ 3281488 w 12192236"/>
                <a:gd name="connsiteY3" fmla="*/ 511896 h 950213"/>
                <a:gd name="connsiteX4" fmla="*/ 2339091 w 12192236"/>
                <a:gd name="connsiteY4" fmla="*/ 57707 h 950213"/>
                <a:gd name="connsiteX5" fmla="*/ 1600042 w 12192236"/>
                <a:gd name="connsiteY5" fmla="*/ 76956 h 950213"/>
                <a:gd name="connsiteX6" fmla="*/ 1317257 w 12192236"/>
                <a:gd name="connsiteY6" fmla="*/ 204166 h 950213"/>
                <a:gd name="connsiteX7" fmla="*/ 1145731 w 12192236"/>
                <a:gd name="connsiteY7" fmla="*/ 285392 h 950213"/>
                <a:gd name="connsiteX8" fmla="*/ 586104 w 12192236"/>
                <a:gd name="connsiteY8" fmla="*/ 444628 h 950213"/>
                <a:gd name="connsiteX9" fmla="*/ 4786 w 12192236"/>
                <a:gd name="connsiteY9" fmla="*/ 412806 h 950213"/>
                <a:gd name="connsiteX10" fmla="*/ 147 w 12192236"/>
                <a:gd name="connsiteY10" fmla="*/ 405521 h 950213"/>
                <a:gd name="connsiteX11" fmla="*/ 7431 w 12192236"/>
                <a:gd name="connsiteY11" fmla="*/ 400882 h 950213"/>
                <a:gd name="connsiteX12" fmla="*/ 584639 w 12192236"/>
                <a:gd name="connsiteY12" fmla="*/ 432502 h 950213"/>
                <a:gd name="connsiteX13" fmla="*/ 1140726 w 12192236"/>
                <a:gd name="connsiteY13" fmla="*/ 274242 h 950213"/>
                <a:gd name="connsiteX14" fmla="*/ 1311886 w 12192236"/>
                <a:gd name="connsiteY14" fmla="*/ 193179 h 950213"/>
                <a:gd name="connsiteX15" fmla="*/ 1595728 w 12192236"/>
                <a:gd name="connsiteY15" fmla="*/ 65521 h 950213"/>
                <a:gd name="connsiteX16" fmla="*/ 2342020 w 12192236"/>
                <a:gd name="connsiteY16" fmla="*/ 45865 h 950213"/>
                <a:gd name="connsiteX17" fmla="*/ 3287836 w 12192236"/>
                <a:gd name="connsiteY17" fmla="*/ 501478 h 950213"/>
                <a:gd name="connsiteX18" fmla="*/ 3619861 w 12192236"/>
                <a:gd name="connsiteY18" fmla="*/ 699008 h 950213"/>
                <a:gd name="connsiteX19" fmla="*/ 4168704 w 12192236"/>
                <a:gd name="connsiteY19" fmla="*/ 909072 h 950213"/>
                <a:gd name="connsiteX20" fmla="*/ 4583460 w 12192236"/>
                <a:gd name="connsiteY20" fmla="*/ 935401 h 950213"/>
                <a:gd name="connsiteX21" fmla="*/ 5444836 w 12192236"/>
                <a:gd name="connsiteY21" fmla="*/ 742877 h 950213"/>
                <a:gd name="connsiteX22" fmla="*/ 5446382 w 12192236"/>
                <a:gd name="connsiteY22" fmla="*/ 742388 h 950213"/>
                <a:gd name="connsiteX23" fmla="*/ 5763553 w 12192236"/>
                <a:gd name="connsiteY23" fmla="*/ 658802 h 950213"/>
                <a:gd name="connsiteX24" fmla="*/ 6112222 w 12192236"/>
                <a:gd name="connsiteY24" fmla="*/ 565165 h 950213"/>
                <a:gd name="connsiteX25" fmla="*/ 6476964 w 12192236"/>
                <a:gd name="connsiteY25" fmla="*/ 437792 h 950213"/>
                <a:gd name="connsiteX26" fmla="*/ 6803657 w 12192236"/>
                <a:gd name="connsiteY26" fmla="*/ 322953 h 950213"/>
                <a:gd name="connsiteX27" fmla="*/ 8119588 w 12192236"/>
                <a:gd name="connsiteY27" fmla="*/ 293246 h 950213"/>
                <a:gd name="connsiteX28" fmla="*/ 9392342 w 12192236"/>
                <a:gd name="connsiteY28" fmla="*/ 654977 h 950213"/>
                <a:gd name="connsiteX29" fmla="*/ 10858596 w 12192236"/>
                <a:gd name="connsiteY29" fmla="*/ 595441 h 950213"/>
                <a:gd name="connsiteX30" fmla="*/ 11453424 w 12192236"/>
                <a:gd name="connsiteY30" fmla="*/ 350055 h 950213"/>
                <a:gd name="connsiteX31" fmla="*/ 12186450 w 12192236"/>
                <a:gd name="connsiteY31" fmla="*/ 133073 h 950213"/>
                <a:gd name="connsiteX32" fmla="*/ 12192229 w 12192236"/>
                <a:gd name="connsiteY32" fmla="*/ 139503 h 950213"/>
                <a:gd name="connsiteX33" fmla="*/ 12185799 w 12192236"/>
                <a:gd name="connsiteY33" fmla="*/ 145241 h 950213"/>
                <a:gd name="connsiteX34" fmla="*/ 11459773 w 12192236"/>
                <a:gd name="connsiteY34" fmla="*/ 360473 h 950213"/>
                <a:gd name="connsiteX35" fmla="*/ 10861201 w 12192236"/>
                <a:gd name="connsiteY35" fmla="*/ 607324 h 950213"/>
                <a:gd name="connsiteX36" fmla="*/ 9390591 w 12192236"/>
                <a:gd name="connsiteY36" fmla="*/ 667023 h 950213"/>
                <a:gd name="connsiteX37" fmla="*/ 8114338 w 12192236"/>
                <a:gd name="connsiteY37" fmla="*/ 304193 h 950213"/>
                <a:gd name="connsiteX38" fmla="*/ 6807564 w 12192236"/>
                <a:gd name="connsiteY38" fmla="*/ 334510 h 950213"/>
                <a:gd name="connsiteX39" fmla="*/ 6481155 w 12192236"/>
                <a:gd name="connsiteY39" fmla="*/ 449227 h 950213"/>
                <a:gd name="connsiteX40" fmla="*/ 6116047 w 12192236"/>
                <a:gd name="connsiteY40" fmla="*/ 576722 h 950213"/>
                <a:gd name="connsiteX41" fmla="*/ 5766443 w 12192236"/>
                <a:gd name="connsiteY41" fmla="*/ 670644 h 950213"/>
                <a:gd name="connsiteX42" fmla="*/ 5450045 w 12192236"/>
                <a:gd name="connsiteY42" fmla="*/ 754027 h 950213"/>
                <a:gd name="connsiteX43" fmla="*/ 5448498 w 12192236"/>
                <a:gd name="connsiteY43" fmla="*/ 754515 h 950213"/>
                <a:gd name="connsiteX44" fmla="*/ 4584193 w 12192236"/>
                <a:gd name="connsiteY44" fmla="*/ 947569 h 950213"/>
                <a:gd name="connsiteX45" fmla="*/ 4489334 w 12192236"/>
                <a:gd name="connsiteY45" fmla="*/ 950173 h 950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2192236" h="950213">
                  <a:moveTo>
                    <a:pt x="4489294" y="950214"/>
                  </a:moveTo>
                  <a:cubicBezTo>
                    <a:pt x="4383041" y="950214"/>
                    <a:pt x="4274876" y="940488"/>
                    <a:pt x="4166588" y="921077"/>
                  </a:cubicBezTo>
                  <a:cubicBezTo>
                    <a:pt x="3987248" y="889010"/>
                    <a:pt x="3821948" y="825771"/>
                    <a:pt x="3613919" y="709670"/>
                  </a:cubicBezTo>
                  <a:cubicBezTo>
                    <a:pt x="3502010" y="647205"/>
                    <a:pt x="3389898" y="578431"/>
                    <a:pt x="3281488" y="511896"/>
                  </a:cubicBezTo>
                  <a:cubicBezTo>
                    <a:pt x="2986170" y="330685"/>
                    <a:pt x="2680841" y="143288"/>
                    <a:pt x="2339091" y="57707"/>
                  </a:cubicBezTo>
                  <a:cubicBezTo>
                    <a:pt x="2072746" y="-8990"/>
                    <a:pt x="1810309" y="-2154"/>
                    <a:pt x="1600042" y="76956"/>
                  </a:cubicBezTo>
                  <a:cubicBezTo>
                    <a:pt x="1503597" y="113255"/>
                    <a:pt x="1408901" y="159443"/>
                    <a:pt x="1317257" y="204166"/>
                  </a:cubicBezTo>
                  <a:cubicBezTo>
                    <a:pt x="1261262" y="231472"/>
                    <a:pt x="1203395" y="259714"/>
                    <a:pt x="1145731" y="285392"/>
                  </a:cubicBezTo>
                  <a:cubicBezTo>
                    <a:pt x="954183" y="370687"/>
                    <a:pt x="771140" y="422776"/>
                    <a:pt x="586104" y="444628"/>
                  </a:cubicBezTo>
                  <a:cubicBezTo>
                    <a:pt x="393538" y="467377"/>
                    <a:pt x="203415" y="456959"/>
                    <a:pt x="4786" y="412806"/>
                  </a:cubicBezTo>
                  <a:cubicBezTo>
                    <a:pt x="1490" y="412073"/>
                    <a:pt x="-585" y="408817"/>
                    <a:pt x="147" y="405521"/>
                  </a:cubicBezTo>
                  <a:cubicBezTo>
                    <a:pt x="880" y="402225"/>
                    <a:pt x="4135" y="400150"/>
                    <a:pt x="7431" y="400882"/>
                  </a:cubicBezTo>
                  <a:cubicBezTo>
                    <a:pt x="204676" y="444751"/>
                    <a:pt x="393498" y="455087"/>
                    <a:pt x="584639" y="432502"/>
                  </a:cubicBezTo>
                  <a:cubicBezTo>
                    <a:pt x="768455" y="410771"/>
                    <a:pt x="950358" y="359008"/>
                    <a:pt x="1140726" y="274242"/>
                  </a:cubicBezTo>
                  <a:cubicBezTo>
                    <a:pt x="1198186" y="248645"/>
                    <a:pt x="1255972" y="220444"/>
                    <a:pt x="1311886" y="193179"/>
                  </a:cubicBezTo>
                  <a:cubicBezTo>
                    <a:pt x="1403773" y="148374"/>
                    <a:pt x="1498754" y="102024"/>
                    <a:pt x="1595728" y="65521"/>
                  </a:cubicBezTo>
                  <a:cubicBezTo>
                    <a:pt x="1808274" y="-14484"/>
                    <a:pt x="2073316" y="-21443"/>
                    <a:pt x="2342020" y="45865"/>
                  </a:cubicBezTo>
                  <a:cubicBezTo>
                    <a:pt x="2685561" y="131934"/>
                    <a:pt x="2991745" y="319779"/>
                    <a:pt x="3287836" y="501478"/>
                  </a:cubicBezTo>
                  <a:cubicBezTo>
                    <a:pt x="3396164" y="567932"/>
                    <a:pt x="3508196" y="636705"/>
                    <a:pt x="3619861" y="699008"/>
                  </a:cubicBezTo>
                  <a:cubicBezTo>
                    <a:pt x="3826628" y="814417"/>
                    <a:pt x="3990789" y="877249"/>
                    <a:pt x="4168704" y="909072"/>
                  </a:cubicBezTo>
                  <a:cubicBezTo>
                    <a:pt x="4308530" y="934099"/>
                    <a:pt x="4448070" y="942930"/>
                    <a:pt x="4583460" y="935401"/>
                  </a:cubicBezTo>
                  <a:cubicBezTo>
                    <a:pt x="4878168" y="919001"/>
                    <a:pt x="5166243" y="829433"/>
                    <a:pt x="5444836" y="742877"/>
                  </a:cubicBezTo>
                  <a:lnTo>
                    <a:pt x="5446382" y="742388"/>
                  </a:lnTo>
                  <a:cubicBezTo>
                    <a:pt x="5551088" y="709833"/>
                    <a:pt x="5659091" y="683870"/>
                    <a:pt x="5763553" y="658802"/>
                  </a:cubicBezTo>
                  <a:cubicBezTo>
                    <a:pt x="5878514" y="631171"/>
                    <a:pt x="5997383" y="602604"/>
                    <a:pt x="6112222" y="565165"/>
                  </a:cubicBezTo>
                  <a:cubicBezTo>
                    <a:pt x="6234671" y="525244"/>
                    <a:pt x="6357852" y="480806"/>
                    <a:pt x="6476964" y="437792"/>
                  </a:cubicBezTo>
                  <a:cubicBezTo>
                    <a:pt x="6583705" y="399254"/>
                    <a:pt x="6694109" y="359415"/>
                    <a:pt x="6803657" y="322953"/>
                  </a:cubicBezTo>
                  <a:cubicBezTo>
                    <a:pt x="7226756" y="182110"/>
                    <a:pt x="7678991" y="81025"/>
                    <a:pt x="8119588" y="293246"/>
                  </a:cubicBezTo>
                  <a:cubicBezTo>
                    <a:pt x="8465326" y="459767"/>
                    <a:pt x="8893552" y="581483"/>
                    <a:pt x="9392342" y="654977"/>
                  </a:cubicBezTo>
                  <a:cubicBezTo>
                    <a:pt x="9863174" y="724361"/>
                    <a:pt x="10356510" y="704339"/>
                    <a:pt x="10858596" y="595441"/>
                  </a:cubicBezTo>
                  <a:cubicBezTo>
                    <a:pt x="11060277" y="551695"/>
                    <a:pt x="11249301" y="473725"/>
                    <a:pt x="11453424" y="350055"/>
                  </a:cubicBezTo>
                  <a:cubicBezTo>
                    <a:pt x="11645990" y="233425"/>
                    <a:pt x="11883685" y="116429"/>
                    <a:pt x="12186450" y="133073"/>
                  </a:cubicBezTo>
                  <a:cubicBezTo>
                    <a:pt x="12189828" y="133277"/>
                    <a:pt x="12192391" y="136125"/>
                    <a:pt x="12192229" y="139503"/>
                  </a:cubicBezTo>
                  <a:cubicBezTo>
                    <a:pt x="12192066" y="142881"/>
                    <a:pt x="12189136" y="145444"/>
                    <a:pt x="12185799" y="145241"/>
                  </a:cubicBezTo>
                  <a:cubicBezTo>
                    <a:pt x="11886248" y="128760"/>
                    <a:pt x="11650710" y="244779"/>
                    <a:pt x="11459773" y="360473"/>
                  </a:cubicBezTo>
                  <a:cubicBezTo>
                    <a:pt x="11254470" y="484875"/>
                    <a:pt x="11064265" y="563293"/>
                    <a:pt x="10861201" y="607324"/>
                  </a:cubicBezTo>
                  <a:cubicBezTo>
                    <a:pt x="10357650" y="716548"/>
                    <a:pt x="9862889" y="736610"/>
                    <a:pt x="9390591" y="667023"/>
                  </a:cubicBezTo>
                  <a:cubicBezTo>
                    <a:pt x="8890581" y="593325"/>
                    <a:pt x="8461175" y="471283"/>
                    <a:pt x="8114338" y="304193"/>
                  </a:cubicBezTo>
                  <a:cubicBezTo>
                    <a:pt x="7677689" y="93885"/>
                    <a:pt x="7228221" y="194481"/>
                    <a:pt x="6807564" y="334510"/>
                  </a:cubicBezTo>
                  <a:cubicBezTo>
                    <a:pt x="6698178" y="370931"/>
                    <a:pt x="6587856" y="410730"/>
                    <a:pt x="6481155" y="449227"/>
                  </a:cubicBezTo>
                  <a:cubicBezTo>
                    <a:pt x="6361922" y="492241"/>
                    <a:pt x="6238658" y="536760"/>
                    <a:pt x="6116047" y="576722"/>
                  </a:cubicBezTo>
                  <a:cubicBezTo>
                    <a:pt x="6000760" y="614323"/>
                    <a:pt x="5881648" y="642932"/>
                    <a:pt x="5766443" y="670644"/>
                  </a:cubicBezTo>
                  <a:cubicBezTo>
                    <a:pt x="5662183" y="695712"/>
                    <a:pt x="5554344" y="721634"/>
                    <a:pt x="5450045" y="754027"/>
                  </a:cubicBezTo>
                  <a:lnTo>
                    <a:pt x="5448498" y="754515"/>
                  </a:lnTo>
                  <a:cubicBezTo>
                    <a:pt x="5169214" y="841316"/>
                    <a:pt x="4880406" y="931088"/>
                    <a:pt x="4584193" y="947569"/>
                  </a:cubicBezTo>
                  <a:cubicBezTo>
                    <a:pt x="4552777" y="949319"/>
                    <a:pt x="4521117" y="950173"/>
                    <a:pt x="4489334" y="95017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28" name="Freeform: Shape 27">
              <a:extLst>
                <a:ext uri="{FF2B5EF4-FFF2-40B4-BE49-F238E27FC236}">
                  <a16:creationId xmlns:a16="http://schemas.microsoft.com/office/drawing/2014/main" id="{FA5EE3F8-6650-035F-78C4-8C1BEF5F41C3}"/>
                </a:ext>
              </a:extLst>
            </p:cNvPr>
            <p:cNvSpPr/>
            <p:nvPr/>
          </p:nvSpPr>
          <p:spPr>
            <a:xfrm>
              <a:off x="155" y="1894438"/>
              <a:ext cx="12192377" cy="988441"/>
            </a:xfrm>
            <a:custGeom>
              <a:avLst/>
              <a:gdLst>
                <a:gd name="connsiteX0" fmla="*/ 4489276 w 12192377"/>
                <a:gd name="connsiteY0" fmla="*/ 988401 h 988441"/>
                <a:gd name="connsiteX1" fmla="*/ 3615041 w 12192377"/>
                <a:gd name="connsiteY1" fmla="*/ 757054 h 988441"/>
                <a:gd name="connsiteX2" fmla="*/ 3225923 w 12192377"/>
                <a:gd name="connsiteY2" fmla="*/ 518871 h 988441"/>
                <a:gd name="connsiteX3" fmla="*/ 2343101 w 12192377"/>
                <a:gd name="connsiteY3" fmla="*/ 67124 h 988441"/>
                <a:gd name="connsiteX4" fmla="*/ 1586188 w 12192377"/>
                <a:gd name="connsiteY4" fmla="*/ 78111 h 988441"/>
                <a:gd name="connsiteX5" fmla="*/ 1283260 w 12192377"/>
                <a:gd name="connsiteY5" fmla="*/ 218710 h 988441"/>
                <a:gd name="connsiteX6" fmla="*/ 1147707 w 12192377"/>
                <a:gd name="connsiteY6" fmla="*/ 286221 h 988441"/>
                <a:gd name="connsiteX7" fmla="*/ 4890 w 12192377"/>
                <a:gd name="connsiteY7" fmla="*/ 459416 h 988441"/>
                <a:gd name="connsiteX8" fmla="*/ 129 w 12192377"/>
                <a:gd name="connsiteY8" fmla="*/ 452213 h 988441"/>
                <a:gd name="connsiteX9" fmla="*/ 7332 w 12192377"/>
                <a:gd name="connsiteY9" fmla="*/ 447452 h 988441"/>
                <a:gd name="connsiteX10" fmla="*/ 1142417 w 12192377"/>
                <a:gd name="connsiteY10" fmla="*/ 275234 h 988441"/>
                <a:gd name="connsiteX11" fmla="*/ 1277726 w 12192377"/>
                <a:gd name="connsiteY11" fmla="*/ 207844 h 988441"/>
                <a:gd name="connsiteX12" fmla="*/ 1581834 w 12192377"/>
                <a:gd name="connsiteY12" fmla="*/ 66757 h 988441"/>
                <a:gd name="connsiteX13" fmla="*/ 2346479 w 12192377"/>
                <a:gd name="connsiteY13" fmla="*/ 55444 h 988441"/>
                <a:gd name="connsiteX14" fmla="*/ 3232515 w 12192377"/>
                <a:gd name="connsiteY14" fmla="*/ 508656 h 988441"/>
                <a:gd name="connsiteX15" fmla="*/ 3620983 w 12192377"/>
                <a:gd name="connsiteY15" fmla="*/ 746433 h 988441"/>
                <a:gd name="connsiteX16" fmla="*/ 4575263 w 12192377"/>
                <a:gd name="connsiteY16" fmla="*/ 974158 h 988441"/>
                <a:gd name="connsiteX17" fmla="*/ 5465043 w 12192377"/>
                <a:gd name="connsiteY17" fmla="*/ 783709 h 988441"/>
                <a:gd name="connsiteX18" fmla="*/ 5763373 w 12192377"/>
                <a:gd name="connsiteY18" fmla="*/ 701221 h 988441"/>
                <a:gd name="connsiteX19" fmla="*/ 6138777 w 12192377"/>
                <a:gd name="connsiteY19" fmla="*/ 594277 h 988441"/>
                <a:gd name="connsiteX20" fmla="*/ 6430270 w 12192377"/>
                <a:gd name="connsiteY20" fmla="*/ 493966 h 988441"/>
                <a:gd name="connsiteX21" fmla="*/ 6845921 w 12192377"/>
                <a:gd name="connsiteY21" fmla="*/ 353733 h 988441"/>
                <a:gd name="connsiteX22" fmla="*/ 7542729 w 12192377"/>
                <a:gd name="connsiteY22" fmla="*/ 213704 h 988441"/>
                <a:gd name="connsiteX23" fmla="*/ 8193715 w 12192377"/>
                <a:gd name="connsiteY23" fmla="*/ 361953 h 988441"/>
                <a:gd name="connsiteX24" fmla="*/ 9452876 w 12192377"/>
                <a:gd name="connsiteY24" fmla="*/ 696826 h 988441"/>
                <a:gd name="connsiteX25" fmla="*/ 10946967 w 12192377"/>
                <a:gd name="connsiteY25" fmla="*/ 627646 h 988441"/>
                <a:gd name="connsiteX26" fmla="*/ 11483398 w 12192377"/>
                <a:gd name="connsiteY26" fmla="*/ 386004 h 988441"/>
                <a:gd name="connsiteX27" fmla="*/ 12186513 w 12192377"/>
                <a:gd name="connsiteY27" fmla="*/ 184120 h 988441"/>
                <a:gd name="connsiteX28" fmla="*/ 12192373 w 12192377"/>
                <a:gd name="connsiteY28" fmla="*/ 190468 h 988441"/>
                <a:gd name="connsiteX29" fmla="*/ 12186025 w 12192377"/>
                <a:gd name="connsiteY29" fmla="*/ 196328 h 988441"/>
                <a:gd name="connsiteX30" fmla="*/ 11489705 w 12192377"/>
                <a:gd name="connsiteY30" fmla="*/ 396503 h 988441"/>
                <a:gd name="connsiteX31" fmla="*/ 10950059 w 12192377"/>
                <a:gd name="connsiteY31" fmla="*/ 639488 h 988441"/>
                <a:gd name="connsiteX32" fmla="*/ 9451575 w 12192377"/>
                <a:gd name="connsiteY32" fmla="*/ 708953 h 988441"/>
                <a:gd name="connsiteX33" fmla="*/ 8188262 w 12192377"/>
                <a:gd name="connsiteY33" fmla="*/ 372819 h 988441"/>
                <a:gd name="connsiteX34" fmla="*/ 7543298 w 12192377"/>
                <a:gd name="connsiteY34" fmla="*/ 225872 h 988441"/>
                <a:gd name="connsiteX35" fmla="*/ 6849624 w 12192377"/>
                <a:gd name="connsiteY35" fmla="*/ 365372 h 988441"/>
                <a:gd name="connsiteX36" fmla="*/ 6434380 w 12192377"/>
                <a:gd name="connsiteY36" fmla="*/ 505482 h 988441"/>
                <a:gd name="connsiteX37" fmla="*/ 6142684 w 12192377"/>
                <a:gd name="connsiteY37" fmla="*/ 605875 h 988441"/>
                <a:gd name="connsiteX38" fmla="*/ 5766547 w 12192377"/>
                <a:gd name="connsiteY38" fmla="*/ 713064 h 988441"/>
                <a:gd name="connsiteX39" fmla="*/ 5468665 w 12192377"/>
                <a:gd name="connsiteY39" fmla="*/ 795388 h 988441"/>
                <a:gd name="connsiteX40" fmla="*/ 4575914 w 12192377"/>
                <a:gd name="connsiteY40" fmla="*/ 986366 h 988441"/>
                <a:gd name="connsiteX41" fmla="*/ 4489357 w 12192377"/>
                <a:gd name="connsiteY41" fmla="*/ 988441 h 988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2192377" h="988441">
                  <a:moveTo>
                    <a:pt x="4489276" y="988401"/>
                  </a:moveTo>
                  <a:cubicBezTo>
                    <a:pt x="4184354" y="988401"/>
                    <a:pt x="3890704" y="910756"/>
                    <a:pt x="3615041" y="757054"/>
                  </a:cubicBezTo>
                  <a:cubicBezTo>
                    <a:pt x="3482988" y="683438"/>
                    <a:pt x="3352319" y="599771"/>
                    <a:pt x="3225923" y="518871"/>
                  </a:cubicBezTo>
                  <a:cubicBezTo>
                    <a:pt x="2949690" y="342054"/>
                    <a:pt x="2664057" y="159215"/>
                    <a:pt x="2343101" y="67124"/>
                  </a:cubicBezTo>
                  <a:cubicBezTo>
                    <a:pt x="2075048" y="-9789"/>
                    <a:pt x="1806222" y="-5923"/>
                    <a:pt x="1586188" y="78111"/>
                  </a:cubicBezTo>
                  <a:cubicBezTo>
                    <a:pt x="1482458" y="117707"/>
                    <a:pt x="1381211" y="169063"/>
                    <a:pt x="1283260" y="218710"/>
                  </a:cubicBezTo>
                  <a:cubicBezTo>
                    <a:pt x="1238944" y="241173"/>
                    <a:pt x="1193122" y="264409"/>
                    <a:pt x="1147707" y="286221"/>
                  </a:cubicBezTo>
                  <a:cubicBezTo>
                    <a:pt x="742230" y="480984"/>
                    <a:pt x="379115" y="536003"/>
                    <a:pt x="4890" y="459416"/>
                  </a:cubicBezTo>
                  <a:cubicBezTo>
                    <a:pt x="1594" y="458724"/>
                    <a:pt x="-563" y="455510"/>
                    <a:pt x="129" y="452213"/>
                  </a:cubicBezTo>
                  <a:cubicBezTo>
                    <a:pt x="821" y="448917"/>
                    <a:pt x="4036" y="446801"/>
                    <a:pt x="7332" y="447452"/>
                  </a:cubicBezTo>
                  <a:cubicBezTo>
                    <a:pt x="378830" y="523510"/>
                    <a:pt x="739503" y="468776"/>
                    <a:pt x="1142417" y="275234"/>
                  </a:cubicBezTo>
                  <a:cubicBezTo>
                    <a:pt x="1187710" y="253503"/>
                    <a:pt x="1233450" y="230267"/>
                    <a:pt x="1277726" y="207844"/>
                  </a:cubicBezTo>
                  <a:cubicBezTo>
                    <a:pt x="1375962" y="158035"/>
                    <a:pt x="1477494" y="106556"/>
                    <a:pt x="1581834" y="66757"/>
                  </a:cubicBezTo>
                  <a:cubicBezTo>
                    <a:pt x="1804350" y="-18172"/>
                    <a:pt x="2075903" y="-22200"/>
                    <a:pt x="2346479" y="55444"/>
                  </a:cubicBezTo>
                  <a:cubicBezTo>
                    <a:pt x="2669144" y="148064"/>
                    <a:pt x="2955550" y="331392"/>
                    <a:pt x="3232515" y="508656"/>
                  </a:cubicBezTo>
                  <a:cubicBezTo>
                    <a:pt x="3358708" y="589434"/>
                    <a:pt x="3489255" y="672980"/>
                    <a:pt x="3620983" y="746433"/>
                  </a:cubicBezTo>
                  <a:cubicBezTo>
                    <a:pt x="3920614" y="913483"/>
                    <a:pt x="4241692" y="990110"/>
                    <a:pt x="4575263" y="974158"/>
                  </a:cubicBezTo>
                  <a:cubicBezTo>
                    <a:pt x="4890196" y="959101"/>
                    <a:pt x="5208913" y="861842"/>
                    <a:pt x="5465043" y="783709"/>
                  </a:cubicBezTo>
                  <a:cubicBezTo>
                    <a:pt x="5563930" y="753554"/>
                    <a:pt x="5665299" y="726940"/>
                    <a:pt x="5763373" y="701221"/>
                  </a:cubicBezTo>
                  <a:cubicBezTo>
                    <a:pt x="5887042" y="668788"/>
                    <a:pt x="6014904" y="635256"/>
                    <a:pt x="6138777" y="594277"/>
                  </a:cubicBezTo>
                  <a:cubicBezTo>
                    <a:pt x="6236321" y="562006"/>
                    <a:pt x="6334923" y="527416"/>
                    <a:pt x="6430270" y="493966"/>
                  </a:cubicBezTo>
                  <a:cubicBezTo>
                    <a:pt x="6565945" y="446353"/>
                    <a:pt x="6706218" y="397154"/>
                    <a:pt x="6845921" y="353733"/>
                  </a:cubicBezTo>
                  <a:cubicBezTo>
                    <a:pt x="7049514" y="290454"/>
                    <a:pt x="7291523" y="224285"/>
                    <a:pt x="7542729" y="213704"/>
                  </a:cubicBezTo>
                  <a:cubicBezTo>
                    <a:pt x="7768419" y="204182"/>
                    <a:pt x="7975309" y="251306"/>
                    <a:pt x="8193715" y="361953"/>
                  </a:cubicBezTo>
                  <a:cubicBezTo>
                    <a:pt x="8526065" y="530346"/>
                    <a:pt x="8937931" y="639854"/>
                    <a:pt x="9452876" y="696826"/>
                  </a:cubicBezTo>
                  <a:cubicBezTo>
                    <a:pt x="10023939" y="759984"/>
                    <a:pt x="10526636" y="736707"/>
                    <a:pt x="10946967" y="627646"/>
                  </a:cubicBezTo>
                  <a:cubicBezTo>
                    <a:pt x="11154222" y="573889"/>
                    <a:pt x="11334417" y="475328"/>
                    <a:pt x="11483398" y="386004"/>
                  </a:cubicBezTo>
                  <a:cubicBezTo>
                    <a:pt x="11732731" y="236534"/>
                    <a:pt x="11949510" y="174272"/>
                    <a:pt x="12186513" y="184120"/>
                  </a:cubicBezTo>
                  <a:cubicBezTo>
                    <a:pt x="12189891" y="184242"/>
                    <a:pt x="12192495" y="187090"/>
                    <a:pt x="12192373" y="190468"/>
                  </a:cubicBezTo>
                  <a:cubicBezTo>
                    <a:pt x="12192252" y="193845"/>
                    <a:pt x="12189402" y="196409"/>
                    <a:pt x="12186025" y="196328"/>
                  </a:cubicBezTo>
                  <a:cubicBezTo>
                    <a:pt x="11951585" y="186602"/>
                    <a:pt x="11736842" y="248294"/>
                    <a:pt x="11489705" y="396503"/>
                  </a:cubicBezTo>
                  <a:cubicBezTo>
                    <a:pt x="11339991" y="486274"/>
                    <a:pt x="11158820" y="585324"/>
                    <a:pt x="10950059" y="639488"/>
                  </a:cubicBezTo>
                  <a:cubicBezTo>
                    <a:pt x="10528304" y="748915"/>
                    <a:pt x="10024143" y="772274"/>
                    <a:pt x="9451575" y="708953"/>
                  </a:cubicBezTo>
                  <a:cubicBezTo>
                    <a:pt x="8935164" y="651819"/>
                    <a:pt x="8521954" y="541903"/>
                    <a:pt x="8188262" y="372819"/>
                  </a:cubicBezTo>
                  <a:cubicBezTo>
                    <a:pt x="7971809" y="263148"/>
                    <a:pt x="7766832" y="216472"/>
                    <a:pt x="7543298" y="225872"/>
                  </a:cubicBezTo>
                  <a:cubicBezTo>
                    <a:pt x="7293477" y="236412"/>
                    <a:pt x="7052444" y="302296"/>
                    <a:pt x="6849624" y="365372"/>
                  </a:cubicBezTo>
                  <a:cubicBezTo>
                    <a:pt x="6710124" y="408752"/>
                    <a:pt x="6569973" y="457910"/>
                    <a:pt x="6434380" y="505482"/>
                  </a:cubicBezTo>
                  <a:cubicBezTo>
                    <a:pt x="6338993" y="538974"/>
                    <a:pt x="6240309" y="573564"/>
                    <a:pt x="6142684" y="605875"/>
                  </a:cubicBezTo>
                  <a:cubicBezTo>
                    <a:pt x="6018444" y="647017"/>
                    <a:pt x="5890379" y="680589"/>
                    <a:pt x="5766547" y="713064"/>
                  </a:cubicBezTo>
                  <a:cubicBezTo>
                    <a:pt x="5668596" y="738742"/>
                    <a:pt x="5567308" y="765315"/>
                    <a:pt x="5468665" y="795388"/>
                  </a:cubicBezTo>
                  <a:cubicBezTo>
                    <a:pt x="5211925" y="873724"/>
                    <a:pt x="4892393" y="971228"/>
                    <a:pt x="4575914" y="986366"/>
                  </a:cubicBezTo>
                  <a:cubicBezTo>
                    <a:pt x="4546981" y="987750"/>
                    <a:pt x="4518088" y="988441"/>
                    <a:pt x="4489357" y="98844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29" name="Freeform: Shape 28">
              <a:extLst>
                <a:ext uri="{FF2B5EF4-FFF2-40B4-BE49-F238E27FC236}">
                  <a16:creationId xmlns:a16="http://schemas.microsoft.com/office/drawing/2014/main" id="{5D20056B-A365-D2DC-DB31-4578BFF41838}"/>
                </a:ext>
              </a:extLst>
            </p:cNvPr>
            <p:cNvSpPr/>
            <p:nvPr/>
          </p:nvSpPr>
          <p:spPr>
            <a:xfrm>
              <a:off x="60" y="1908827"/>
              <a:ext cx="12192307" cy="1024431"/>
            </a:xfrm>
            <a:custGeom>
              <a:avLst/>
              <a:gdLst>
                <a:gd name="connsiteX0" fmla="*/ 4494050 w 12192307"/>
                <a:gd name="connsiteY0" fmla="*/ 1024432 h 1024431"/>
                <a:gd name="connsiteX1" fmla="*/ 3605410 w 12192307"/>
                <a:gd name="connsiteY1" fmla="*/ 793695 h 1024431"/>
                <a:gd name="connsiteX2" fmla="*/ 3179829 w 12192307"/>
                <a:gd name="connsiteY2" fmla="*/ 525887 h 1024431"/>
                <a:gd name="connsiteX3" fmla="*/ 2339574 w 12192307"/>
                <a:gd name="connsiteY3" fmla="*/ 74221 h 1024431"/>
                <a:gd name="connsiteX4" fmla="*/ 1588114 w 12192307"/>
                <a:gd name="connsiteY4" fmla="*/ 76215 h 1024431"/>
                <a:gd name="connsiteX5" fmla="*/ 1253566 w 12192307"/>
                <a:gd name="connsiteY5" fmla="*/ 234556 h 1024431"/>
                <a:gd name="connsiteX6" fmla="*/ 1148494 w 12192307"/>
                <a:gd name="connsiteY6" fmla="*/ 289209 h 1024431"/>
                <a:gd name="connsiteX7" fmla="*/ 4985 w 12192307"/>
                <a:gd name="connsiteY7" fmla="*/ 503301 h 1024431"/>
                <a:gd name="connsiteX8" fmla="*/ 102 w 12192307"/>
                <a:gd name="connsiteY8" fmla="*/ 496180 h 1024431"/>
                <a:gd name="connsiteX9" fmla="*/ 7223 w 12192307"/>
                <a:gd name="connsiteY9" fmla="*/ 491296 h 1024431"/>
                <a:gd name="connsiteX10" fmla="*/ 1142919 w 12192307"/>
                <a:gd name="connsiteY10" fmla="*/ 278303 h 1024431"/>
                <a:gd name="connsiteX11" fmla="*/ 1247829 w 12192307"/>
                <a:gd name="connsiteY11" fmla="*/ 223732 h 1024431"/>
                <a:gd name="connsiteX12" fmla="*/ 1583760 w 12192307"/>
                <a:gd name="connsiteY12" fmla="*/ 64739 h 1024431"/>
                <a:gd name="connsiteX13" fmla="*/ 2343155 w 12192307"/>
                <a:gd name="connsiteY13" fmla="*/ 62542 h 1024431"/>
                <a:gd name="connsiteX14" fmla="*/ 3186544 w 12192307"/>
                <a:gd name="connsiteY14" fmla="*/ 515713 h 1024431"/>
                <a:gd name="connsiteX15" fmla="*/ 3611311 w 12192307"/>
                <a:gd name="connsiteY15" fmla="*/ 783033 h 1024431"/>
                <a:gd name="connsiteX16" fmla="*/ 4570637 w 12192307"/>
                <a:gd name="connsiteY16" fmla="*/ 1010677 h 1024431"/>
                <a:gd name="connsiteX17" fmla="*/ 5480194 w 12192307"/>
                <a:gd name="connsiteY17" fmla="*/ 825152 h 1024431"/>
                <a:gd name="connsiteX18" fmla="*/ 5708367 w 12192307"/>
                <a:gd name="connsiteY18" fmla="*/ 759146 h 1024431"/>
                <a:gd name="connsiteX19" fmla="*/ 6157428 w 12192307"/>
                <a:gd name="connsiteY19" fmla="*/ 623186 h 1024431"/>
                <a:gd name="connsiteX20" fmla="*/ 6361673 w 12192307"/>
                <a:gd name="connsiteY20" fmla="*/ 552663 h 1024431"/>
                <a:gd name="connsiteX21" fmla="*/ 6875845 w 12192307"/>
                <a:gd name="connsiteY21" fmla="*/ 383050 h 1024431"/>
                <a:gd name="connsiteX22" fmla="*/ 7569601 w 12192307"/>
                <a:gd name="connsiteY22" fmla="*/ 260723 h 1024431"/>
                <a:gd name="connsiteX23" fmla="*/ 8247811 w 12192307"/>
                <a:gd name="connsiteY23" fmla="*/ 417884 h 1024431"/>
                <a:gd name="connsiteX24" fmla="*/ 9510228 w 12192307"/>
                <a:gd name="connsiteY24" fmla="*/ 737822 h 1024431"/>
                <a:gd name="connsiteX25" fmla="*/ 10319799 w 12192307"/>
                <a:gd name="connsiteY25" fmla="*/ 749013 h 1024431"/>
                <a:gd name="connsiteX26" fmla="*/ 11004847 w 12192307"/>
                <a:gd name="connsiteY26" fmla="*/ 662009 h 1024431"/>
                <a:gd name="connsiteX27" fmla="*/ 11502781 w 12192307"/>
                <a:gd name="connsiteY27" fmla="*/ 418087 h 1024431"/>
                <a:gd name="connsiteX28" fmla="*/ 11508601 w 12192307"/>
                <a:gd name="connsiteY28" fmla="*/ 414628 h 1024431"/>
                <a:gd name="connsiteX29" fmla="*/ 12186324 w 12192307"/>
                <a:gd name="connsiteY29" fmla="*/ 224505 h 1024431"/>
                <a:gd name="connsiteX30" fmla="*/ 12192306 w 12192307"/>
                <a:gd name="connsiteY30" fmla="*/ 230731 h 1024431"/>
                <a:gd name="connsiteX31" fmla="*/ 12186202 w 12192307"/>
                <a:gd name="connsiteY31" fmla="*/ 236713 h 1024431"/>
                <a:gd name="connsiteX32" fmla="*/ 12186079 w 12192307"/>
                <a:gd name="connsiteY32" fmla="*/ 236713 h 1024431"/>
                <a:gd name="connsiteX33" fmla="*/ 11514828 w 12192307"/>
                <a:gd name="connsiteY33" fmla="*/ 425128 h 1024431"/>
                <a:gd name="connsiteX34" fmla="*/ 11509008 w 12192307"/>
                <a:gd name="connsiteY34" fmla="*/ 428587 h 1024431"/>
                <a:gd name="connsiteX35" fmla="*/ 11008387 w 12192307"/>
                <a:gd name="connsiteY35" fmla="*/ 673688 h 1024431"/>
                <a:gd name="connsiteX36" fmla="*/ 10320248 w 12192307"/>
                <a:gd name="connsiteY36" fmla="*/ 761221 h 1024431"/>
                <a:gd name="connsiteX37" fmla="*/ 9509252 w 12192307"/>
                <a:gd name="connsiteY37" fmla="*/ 750030 h 1024431"/>
                <a:gd name="connsiteX38" fmla="*/ 8858428 w 12192307"/>
                <a:gd name="connsiteY38" fmla="*/ 654969 h 1024431"/>
                <a:gd name="connsiteX39" fmla="*/ 8241992 w 12192307"/>
                <a:gd name="connsiteY39" fmla="*/ 428627 h 1024431"/>
                <a:gd name="connsiteX40" fmla="*/ 7569804 w 12192307"/>
                <a:gd name="connsiteY40" fmla="*/ 272972 h 1024431"/>
                <a:gd name="connsiteX41" fmla="*/ 6879263 w 12192307"/>
                <a:gd name="connsiteY41" fmla="*/ 394770 h 1024431"/>
                <a:gd name="connsiteX42" fmla="*/ 6365661 w 12192307"/>
                <a:gd name="connsiteY42" fmla="*/ 564220 h 1024431"/>
                <a:gd name="connsiteX43" fmla="*/ 6161295 w 12192307"/>
                <a:gd name="connsiteY43" fmla="*/ 634744 h 1024431"/>
                <a:gd name="connsiteX44" fmla="*/ 5711663 w 12192307"/>
                <a:gd name="connsiteY44" fmla="*/ 770907 h 1024431"/>
                <a:gd name="connsiteX45" fmla="*/ 5483613 w 12192307"/>
                <a:gd name="connsiteY45" fmla="*/ 836872 h 1024431"/>
                <a:gd name="connsiteX46" fmla="*/ 4571044 w 12192307"/>
                <a:gd name="connsiteY46" fmla="*/ 1022885 h 1024431"/>
                <a:gd name="connsiteX47" fmla="*/ 4493928 w 12192307"/>
                <a:gd name="connsiteY47" fmla="*/ 1024432 h 1024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2307" h="1024431">
                  <a:moveTo>
                    <a:pt x="4494050" y="1024432"/>
                  </a:moveTo>
                  <a:cubicBezTo>
                    <a:pt x="4178263" y="1024432"/>
                    <a:pt x="3879689" y="946950"/>
                    <a:pt x="3605410" y="793695"/>
                  </a:cubicBezTo>
                  <a:cubicBezTo>
                    <a:pt x="3459806" y="712348"/>
                    <a:pt x="3317457" y="617571"/>
                    <a:pt x="3179829" y="525887"/>
                  </a:cubicBezTo>
                  <a:cubicBezTo>
                    <a:pt x="2917433" y="351145"/>
                    <a:pt x="2646083" y="170463"/>
                    <a:pt x="2339574" y="74221"/>
                  </a:cubicBezTo>
                  <a:cubicBezTo>
                    <a:pt x="2154578" y="16109"/>
                    <a:pt x="1873991" y="-30689"/>
                    <a:pt x="1588114" y="76215"/>
                  </a:cubicBezTo>
                  <a:cubicBezTo>
                    <a:pt x="1472827" y="119310"/>
                    <a:pt x="1361366" y="177910"/>
                    <a:pt x="1253566" y="234556"/>
                  </a:cubicBezTo>
                  <a:cubicBezTo>
                    <a:pt x="1219180" y="252625"/>
                    <a:pt x="1183572" y="271344"/>
                    <a:pt x="1148494" y="289209"/>
                  </a:cubicBezTo>
                  <a:cubicBezTo>
                    <a:pt x="722628" y="506109"/>
                    <a:pt x="369931" y="572156"/>
                    <a:pt x="4985" y="503301"/>
                  </a:cubicBezTo>
                  <a:cubicBezTo>
                    <a:pt x="1689" y="502691"/>
                    <a:pt x="-509" y="499476"/>
                    <a:pt x="102" y="496180"/>
                  </a:cubicBezTo>
                  <a:cubicBezTo>
                    <a:pt x="712" y="492883"/>
                    <a:pt x="3927" y="490686"/>
                    <a:pt x="7223" y="491296"/>
                  </a:cubicBezTo>
                  <a:cubicBezTo>
                    <a:pt x="369362" y="559581"/>
                    <a:pt x="719617" y="493901"/>
                    <a:pt x="1142919" y="278303"/>
                  </a:cubicBezTo>
                  <a:cubicBezTo>
                    <a:pt x="1177957" y="260479"/>
                    <a:pt x="1213483" y="241800"/>
                    <a:pt x="1247829" y="223732"/>
                  </a:cubicBezTo>
                  <a:cubicBezTo>
                    <a:pt x="1355953" y="166882"/>
                    <a:pt x="1467781" y="108119"/>
                    <a:pt x="1583760" y="64739"/>
                  </a:cubicBezTo>
                  <a:cubicBezTo>
                    <a:pt x="1812624" y="-20841"/>
                    <a:pt x="2075224" y="-21573"/>
                    <a:pt x="2343155" y="62542"/>
                  </a:cubicBezTo>
                  <a:cubicBezTo>
                    <a:pt x="2651333" y="159313"/>
                    <a:pt x="2923415" y="340483"/>
                    <a:pt x="3186544" y="515713"/>
                  </a:cubicBezTo>
                  <a:cubicBezTo>
                    <a:pt x="3324009" y="607234"/>
                    <a:pt x="3466154" y="701889"/>
                    <a:pt x="3611311" y="783033"/>
                  </a:cubicBezTo>
                  <a:cubicBezTo>
                    <a:pt x="3905815" y="947601"/>
                    <a:pt x="4228520" y="1024147"/>
                    <a:pt x="4570637" y="1010677"/>
                  </a:cubicBezTo>
                  <a:cubicBezTo>
                    <a:pt x="4877228" y="998591"/>
                    <a:pt x="5175801" y="916022"/>
                    <a:pt x="5480194" y="825152"/>
                  </a:cubicBezTo>
                  <a:cubicBezTo>
                    <a:pt x="5556171" y="802485"/>
                    <a:pt x="5633530" y="780429"/>
                    <a:pt x="5708367" y="759146"/>
                  </a:cubicBezTo>
                  <a:cubicBezTo>
                    <a:pt x="5856169" y="717068"/>
                    <a:pt x="6009016" y="673566"/>
                    <a:pt x="6157428" y="623186"/>
                  </a:cubicBezTo>
                  <a:cubicBezTo>
                    <a:pt x="6225632" y="600031"/>
                    <a:pt x="6294771" y="575981"/>
                    <a:pt x="6361673" y="552663"/>
                  </a:cubicBezTo>
                  <a:cubicBezTo>
                    <a:pt x="6529292" y="494308"/>
                    <a:pt x="6702609" y="433999"/>
                    <a:pt x="6875845" y="383050"/>
                  </a:cubicBezTo>
                  <a:cubicBezTo>
                    <a:pt x="7147479" y="303167"/>
                    <a:pt x="7367960" y="264304"/>
                    <a:pt x="7569601" y="260723"/>
                  </a:cubicBezTo>
                  <a:cubicBezTo>
                    <a:pt x="7822230" y="256287"/>
                    <a:pt x="8044177" y="307643"/>
                    <a:pt x="8247811" y="417884"/>
                  </a:cubicBezTo>
                  <a:cubicBezTo>
                    <a:pt x="8575237" y="595107"/>
                    <a:pt x="8976401" y="696762"/>
                    <a:pt x="9510228" y="737822"/>
                  </a:cubicBezTo>
                  <a:cubicBezTo>
                    <a:pt x="9754475" y="756623"/>
                    <a:pt x="10019314" y="760245"/>
                    <a:pt x="10319799" y="749013"/>
                  </a:cubicBezTo>
                  <a:cubicBezTo>
                    <a:pt x="10533281" y="740996"/>
                    <a:pt x="10775290" y="731962"/>
                    <a:pt x="11004847" y="662009"/>
                  </a:cubicBezTo>
                  <a:cubicBezTo>
                    <a:pt x="11184552" y="607275"/>
                    <a:pt x="11339150" y="515387"/>
                    <a:pt x="11502781" y="418087"/>
                  </a:cubicBezTo>
                  <a:lnTo>
                    <a:pt x="11508601" y="414628"/>
                  </a:lnTo>
                  <a:cubicBezTo>
                    <a:pt x="11735390" y="279849"/>
                    <a:pt x="11950785" y="219418"/>
                    <a:pt x="12186324" y="224505"/>
                  </a:cubicBezTo>
                  <a:cubicBezTo>
                    <a:pt x="12189701" y="224586"/>
                    <a:pt x="12192387" y="227353"/>
                    <a:pt x="12192306" y="230731"/>
                  </a:cubicBezTo>
                  <a:cubicBezTo>
                    <a:pt x="12192224" y="234068"/>
                    <a:pt x="12189497" y="236713"/>
                    <a:pt x="12186202" y="236713"/>
                  </a:cubicBezTo>
                  <a:cubicBezTo>
                    <a:pt x="12186161" y="236713"/>
                    <a:pt x="12186120" y="236713"/>
                    <a:pt x="12186079" y="236713"/>
                  </a:cubicBezTo>
                  <a:cubicBezTo>
                    <a:pt x="11952860" y="231667"/>
                    <a:pt x="11739541" y="291528"/>
                    <a:pt x="11514828" y="425128"/>
                  </a:cubicBezTo>
                  <a:lnTo>
                    <a:pt x="11509008" y="428587"/>
                  </a:lnTo>
                  <a:cubicBezTo>
                    <a:pt x="11344726" y="526253"/>
                    <a:pt x="11189558" y="618507"/>
                    <a:pt x="11008387" y="673688"/>
                  </a:cubicBezTo>
                  <a:cubicBezTo>
                    <a:pt x="10777325" y="744089"/>
                    <a:pt x="10534502" y="753164"/>
                    <a:pt x="10320248" y="761221"/>
                  </a:cubicBezTo>
                  <a:cubicBezTo>
                    <a:pt x="10019273" y="772494"/>
                    <a:pt x="9753986" y="768831"/>
                    <a:pt x="9509252" y="750030"/>
                  </a:cubicBezTo>
                  <a:cubicBezTo>
                    <a:pt x="9264638" y="731230"/>
                    <a:pt x="9051767" y="700139"/>
                    <a:pt x="8858428" y="654969"/>
                  </a:cubicBezTo>
                  <a:cubicBezTo>
                    <a:pt x="8623785" y="600194"/>
                    <a:pt x="8422145" y="526131"/>
                    <a:pt x="8241992" y="428627"/>
                  </a:cubicBezTo>
                  <a:cubicBezTo>
                    <a:pt x="8040230" y="319445"/>
                    <a:pt x="7820277" y="268455"/>
                    <a:pt x="7569804" y="272972"/>
                  </a:cubicBezTo>
                  <a:cubicBezTo>
                    <a:pt x="7369263" y="276512"/>
                    <a:pt x="7149839" y="315253"/>
                    <a:pt x="6879263" y="394770"/>
                  </a:cubicBezTo>
                  <a:cubicBezTo>
                    <a:pt x="6706312" y="445637"/>
                    <a:pt x="6533118" y="505906"/>
                    <a:pt x="6365661" y="564220"/>
                  </a:cubicBezTo>
                  <a:cubicBezTo>
                    <a:pt x="6298759" y="587498"/>
                    <a:pt x="6229538" y="611589"/>
                    <a:pt x="6161295" y="634744"/>
                  </a:cubicBezTo>
                  <a:cubicBezTo>
                    <a:pt x="6012598" y="685205"/>
                    <a:pt x="5859587" y="728747"/>
                    <a:pt x="5711663" y="770907"/>
                  </a:cubicBezTo>
                  <a:cubicBezTo>
                    <a:pt x="5636867" y="792190"/>
                    <a:pt x="5559508" y="814205"/>
                    <a:pt x="5483613" y="836872"/>
                  </a:cubicBezTo>
                  <a:cubicBezTo>
                    <a:pt x="5178447" y="927986"/>
                    <a:pt x="4879018" y="1010759"/>
                    <a:pt x="4571044" y="1022885"/>
                  </a:cubicBezTo>
                  <a:cubicBezTo>
                    <a:pt x="4545244" y="1023903"/>
                    <a:pt x="4519525" y="1024432"/>
                    <a:pt x="4493928" y="1024432"/>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30" name="Freeform: Shape 29">
              <a:extLst>
                <a:ext uri="{FF2B5EF4-FFF2-40B4-BE49-F238E27FC236}">
                  <a16:creationId xmlns:a16="http://schemas.microsoft.com/office/drawing/2014/main" id="{DA30F76D-59A4-5800-9AE6-CA51EB3B4CB4}"/>
                </a:ext>
              </a:extLst>
            </p:cNvPr>
            <p:cNvSpPr/>
            <p:nvPr/>
          </p:nvSpPr>
          <p:spPr>
            <a:xfrm>
              <a:off x="-49" y="1937918"/>
              <a:ext cx="12192334" cy="1054917"/>
            </a:xfrm>
            <a:custGeom>
              <a:avLst/>
              <a:gdLst>
                <a:gd name="connsiteX0" fmla="*/ 4508566 w 12192334"/>
                <a:gd name="connsiteY0" fmla="*/ 1054836 h 1054917"/>
                <a:gd name="connsiteX1" fmla="*/ 3599253 w 12192334"/>
                <a:gd name="connsiteY1" fmla="*/ 824100 h 1054917"/>
                <a:gd name="connsiteX2" fmla="*/ 3141931 w 12192334"/>
                <a:gd name="connsiteY2" fmla="*/ 529514 h 1054917"/>
                <a:gd name="connsiteX3" fmla="*/ 2339440 w 12192334"/>
                <a:gd name="connsiteY3" fmla="*/ 78906 h 1054917"/>
                <a:gd name="connsiteX4" fmla="*/ 1593352 w 12192334"/>
                <a:gd name="connsiteY4" fmla="*/ 73738 h 1054917"/>
                <a:gd name="connsiteX5" fmla="*/ 1226778 w 12192334"/>
                <a:gd name="connsiteY5" fmla="*/ 249415 h 1054917"/>
                <a:gd name="connsiteX6" fmla="*/ 1151534 w 12192334"/>
                <a:gd name="connsiteY6" fmla="*/ 289906 h 1054917"/>
                <a:gd name="connsiteX7" fmla="*/ 598987 w 12192334"/>
                <a:gd name="connsiteY7" fmla="*/ 515759 h 1054917"/>
                <a:gd name="connsiteX8" fmla="*/ 5055 w 12192334"/>
                <a:gd name="connsiteY8" fmla="*/ 541234 h 1054917"/>
                <a:gd name="connsiteX9" fmla="*/ 90 w 12192334"/>
                <a:gd name="connsiteY9" fmla="*/ 534153 h 1054917"/>
                <a:gd name="connsiteX10" fmla="*/ 7171 w 12192334"/>
                <a:gd name="connsiteY10" fmla="*/ 529188 h 1054917"/>
                <a:gd name="connsiteX11" fmla="*/ 596017 w 12192334"/>
                <a:gd name="connsiteY11" fmla="*/ 503917 h 1054917"/>
                <a:gd name="connsiteX12" fmla="*/ 1145796 w 12192334"/>
                <a:gd name="connsiteY12" fmla="*/ 279122 h 1054917"/>
                <a:gd name="connsiteX13" fmla="*/ 1220958 w 12192334"/>
                <a:gd name="connsiteY13" fmla="*/ 238672 h 1054917"/>
                <a:gd name="connsiteX14" fmla="*/ 1589201 w 12192334"/>
                <a:gd name="connsiteY14" fmla="*/ 62262 h 1054917"/>
                <a:gd name="connsiteX15" fmla="*/ 2343388 w 12192334"/>
                <a:gd name="connsiteY15" fmla="*/ 67349 h 1054917"/>
                <a:gd name="connsiteX16" fmla="*/ 3148890 w 12192334"/>
                <a:gd name="connsiteY16" fmla="*/ 519503 h 1054917"/>
                <a:gd name="connsiteX17" fmla="*/ 3605194 w 12192334"/>
                <a:gd name="connsiteY17" fmla="*/ 813478 h 1054917"/>
                <a:gd name="connsiteX18" fmla="*/ 4566108 w 12192334"/>
                <a:gd name="connsiteY18" fmla="*/ 1041814 h 1054917"/>
                <a:gd name="connsiteX19" fmla="*/ 5490926 w 12192334"/>
                <a:gd name="connsiteY19" fmla="*/ 863410 h 1054917"/>
                <a:gd name="connsiteX20" fmla="*/ 6164416 w 12192334"/>
                <a:gd name="connsiteY20" fmla="*/ 643051 h 1054917"/>
                <a:gd name="connsiteX21" fmla="*/ 6897279 w 12192334"/>
                <a:gd name="connsiteY21" fmla="*/ 405681 h 1054917"/>
                <a:gd name="connsiteX22" fmla="*/ 7603487 w 12192334"/>
                <a:gd name="connsiteY22" fmla="*/ 291086 h 1054917"/>
                <a:gd name="connsiteX23" fmla="*/ 7611056 w 12192334"/>
                <a:gd name="connsiteY23" fmla="*/ 291086 h 1054917"/>
                <a:gd name="connsiteX24" fmla="*/ 8289429 w 12192334"/>
                <a:gd name="connsiteY24" fmla="*/ 462653 h 1054917"/>
                <a:gd name="connsiteX25" fmla="*/ 8899884 w 12192334"/>
                <a:gd name="connsiteY25" fmla="*/ 692861 h 1054917"/>
                <a:gd name="connsiteX26" fmla="*/ 9550992 w 12192334"/>
                <a:gd name="connsiteY26" fmla="*/ 773150 h 1054917"/>
                <a:gd name="connsiteX27" fmla="*/ 10373829 w 12192334"/>
                <a:gd name="connsiteY27" fmla="*/ 773964 h 1054917"/>
                <a:gd name="connsiteX28" fmla="*/ 10431005 w 12192334"/>
                <a:gd name="connsiteY28" fmla="*/ 772662 h 1054917"/>
                <a:gd name="connsiteX29" fmla="*/ 11047768 w 12192334"/>
                <a:gd name="connsiteY29" fmla="*/ 691762 h 1054917"/>
                <a:gd name="connsiteX30" fmla="*/ 11423335 w 12192334"/>
                <a:gd name="connsiteY30" fmla="*/ 495901 h 1054917"/>
                <a:gd name="connsiteX31" fmla="*/ 11526088 w 12192334"/>
                <a:gd name="connsiteY31" fmla="*/ 433760 h 1054917"/>
                <a:gd name="connsiteX32" fmla="*/ 12186230 w 12192334"/>
                <a:gd name="connsiteY32" fmla="*/ 250148 h 1054917"/>
                <a:gd name="connsiteX33" fmla="*/ 12186230 w 12192334"/>
                <a:gd name="connsiteY33" fmla="*/ 250148 h 1054917"/>
                <a:gd name="connsiteX34" fmla="*/ 12192334 w 12192334"/>
                <a:gd name="connsiteY34" fmla="*/ 256211 h 1054917"/>
                <a:gd name="connsiteX35" fmla="*/ 12186271 w 12192334"/>
                <a:gd name="connsiteY35" fmla="*/ 262356 h 1054917"/>
                <a:gd name="connsiteX36" fmla="*/ 11532274 w 12192334"/>
                <a:gd name="connsiteY36" fmla="*/ 444300 h 1054917"/>
                <a:gd name="connsiteX37" fmla="*/ 11429683 w 12192334"/>
                <a:gd name="connsiteY37" fmla="*/ 506318 h 1054917"/>
                <a:gd name="connsiteX38" fmla="*/ 11051837 w 12192334"/>
                <a:gd name="connsiteY38" fmla="*/ 703278 h 1054917"/>
                <a:gd name="connsiteX39" fmla="*/ 10431209 w 12192334"/>
                <a:gd name="connsiteY39" fmla="*/ 784870 h 1054917"/>
                <a:gd name="connsiteX40" fmla="*/ 10374074 w 12192334"/>
                <a:gd name="connsiteY40" fmla="*/ 786173 h 1054917"/>
                <a:gd name="connsiteX41" fmla="*/ 9550341 w 12192334"/>
                <a:gd name="connsiteY41" fmla="*/ 785359 h 1054917"/>
                <a:gd name="connsiteX42" fmla="*/ 8897157 w 12192334"/>
                <a:gd name="connsiteY42" fmla="*/ 704784 h 1054917"/>
                <a:gd name="connsiteX43" fmla="*/ 8283203 w 12192334"/>
                <a:gd name="connsiteY43" fmla="*/ 473234 h 1054917"/>
                <a:gd name="connsiteX44" fmla="*/ 7603446 w 12192334"/>
                <a:gd name="connsiteY44" fmla="*/ 303335 h 1054917"/>
                <a:gd name="connsiteX45" fmla="*/ 6900494 w 12192334"/>
                <a:gd name="connsiteY45" fmla="*/ 417483 h 1054917"/>
                <a:gd name="connsiteX46" fmla="*/ 6168322 w 12192334"/>
                <a:gd name="connsiteY46" fmla="*/ 654649 h 1054917"/>
                <a:gd name="connsiteX47" fmla="*/ 5494263 w 12192334"/>
                <a:gd name="connsiteY47" fmla="*/ 875212 h 1054917"/>
                <a:gd name="connsiteX48" fmla="*/ 4566393 w 12192334"/>
                <a:gd name="connsiteY48" fmla="*/ 1054063 h 1054917"/>
                <a:gd name="connsiteX49" fmla="*/ 4508444 w 12192334"/>
                <a:gd name="connsiteY49" fmla="*/ 1054918 h 1054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2192334" h="1054917">
                  <a:moveTo>
                    <a:pt x="4508566" y="1054836"/>
                  </a:moveTo>
                  <a:cubicBezTo>
                    <a:pt x="4184396" y="1054836"/>
                    <a:pt x="3871172" y="975523"/>
                    <a:pt x="3599253" y="824100"/>
                  </a:cubicBezTo>
                  <a:cubicBezTo>
                    <a:pt x="3441441" y="736241"/>
                    <a:pt x="3289163" y="631127"/>
                    <a:pt x="3141931" y="529514"/>
                  </a:cubicBezTo>
                  <a:cubicBezTo>
                    <a:pt x="2891783" y="356848"/>
                    <a:pt x="2633131" y="178323"/>
                    <a:pt x="2339440" y="78906"/>
                  </a:cubicBezTo>
                  <a:cubicBezTo>
                    <a:pt x="2082049" y="-8261"/>
                    <a:pt x="1824047" y="-10051"/>
                    <a:pt x="1593352" y="73738"/>
                  </a:cubicBezTo>
                  <a:cubicBezTo>
                    <a:pt x="1466141" y="119926"/>
                    <a:pt x="1344465" y="185770"/>
                    <a:pt x="1226778" y="249415"/>
                  </a:cubicBezTo>
                  <a:cubicBezTo>
                    <a:pt x="1202117" y="262763"/>
                    <a:pt x="1176642" y="276558"/>
                    <a:pt x="1151534" y="289906"/>
                  </a:cubicBezTo>
                  <a:cubicBezTo>
                    <a:pt x="941511" y="401775"/>
                    <a:pt x="765956" y="473519"/>
                    <a:pt x="598987" y="515759"/>
                  </a:cubicBezTo>
                  <a:cubicBezTo>
                    <a:pt x="395842" y="567156"/>
                    <a:pt x="201567" y="575498"/>
                    <a:pt x="5055" y="541234"/>
                  </a:cubicBezTo>
                  <a:cubicBezTo>
                    <a:pt x="1718" y="540664"/>
                    <a:pt x="-480" y="537490"/>
                    <a:pt x="90" y="534153"/>
                  </a:cubicBezTo>
                  <a:cubicBezTo>
                    <a:pt x="660" y="530816"/>
                    <a:pt x="3834" y="528619"/>
                    <a:pt x="7171" y="529188"/>
                  </a:cubicBezTo>
                  <a:cubicBezTo>
                    <a:pt x="201933" y="563127"/>
                    <a:pt x="394539" y="554866"/>
                    <a:pt x="596017" y="503917"/>
                  </a:cubicBezTo>
                  <a:cubicBezTo>
                    <a:pt x="761968" y="461921"/>
                    <a:pt x="936668" y="390502"/>
                    <a:pt x="1145796" y="279122"/>
                  </a:cubicBezTo>
                  <a:cubicBezTo>
                    <a:pt x="1170864" y="265774"/>
                    <a:pt x="1196338" y="251979"/>
                    <a:pt x="1220958" y="238672"/>
                  </a:cubicBezTo>
                  <a:cubicBezTo>
                    <a:pt x="1339053" y="174782"/>
                    <a:pt x="1461136" y="108735"/>
                    <a:pt x="1589201" y="62262"/>
                  </a:cubicBezTo>
                  <a:cubicBezTo>
                    <a:pt x="1822501" y="-22463"/>
                    <a:pt x="2083310" y="-20672"/>
                    <a:pt x="2343388" y="67349"/>
                  </a:cubicBezTo>
                  <a:cubicBezTo>
                    <a:pt x="2638706" y="167335"/>
                    <a:pt x="2898050" y="346349"/>
                    <a:pt x="3148890" y="519503"/>
                  </a:cubicBezTo>
                  <a:cubicBezTo>
                    <a:pt x="3295877" y="620954"/>
                    <a:pt x="3447911" y="725904"/>
                    <a:pt x="3605194" y="813478"/>
                  </a:cubicBezTo>
                  <a:cubicBezTo>
                    <a:pt x="3891356" y="972837"/>
                    <a:pt x="4223625" y="1051784"/>
                    <a:pt x="4566108" y="1041814"/>
                  </a:cubicBezTo>
                  <a:cubicBezTo>
                    <a:pt x="4886250" y="1032495"/>
                    <a:pt x="5198537" y="948583"/>
                    <a:pt x="5490926" y="863410"/>
                  </a:cubicBezTo>
                  <a:cubicBezTo>
                    <a:pt x="5717756" y="797364"/>
                    <a:pt x="5944829" y="718905"/>
                    <a:pt x="6164416" y="643051"/>
                  </a:cubicBezTo>
                  <a:cubicBezTo>
                    <a:pt x="6403128" y="560604"/>
                    <a:pt x="6649980" y="475309"/>
                    <a:pt x="6897279" y="405681"/>
                  </a:cubicBezTo>
                  <a:cubicBezTo>
                    <a:pt x="7171843" y="328362"/>
                    <a:pt x="7396231" y="291941"/>
                    <a:pt x="7603487" y="291086"/>
                  </a:cubicBezTo>
                  <a:cubicBezTo>
                    <a:pt x="7606010" y="291086"/>
                    <a:pt x="7608533" y="291086"/>
                    <a:pt x="7611056" y="291086"/>
                  </a:cubicBezTo>
                  <a:cubicBezTo>
                    <a:pt x="7868488" y="291086"/>
                    <a:pt x="8090475" y="347244"/>
                    <a:pt x="8289429" y="462653"/>
                  </a:cubicBezTo>
                  <a:cubicBezTo>
                    <a:pt x="8467466" y="565935"/>
                    <a:pt x="8667153" y="641220"/>
                    <a:pt x="8899884" y="692861"/>
                  </a:cubicBezTo>
                  <a:cubicBezTo>
                    <a:pt x="9088461" y="734694"/>
                    <a:pt x="9301454" y="760983"/>
                    <a:pt x="9550992" y="773150"/>
                  </a:cubicBezTo>
                  <a:cubicBezTo>
                    <a:pt x="9816685" y="786132"/>
                    <a:pt x="10080831" y="781208"/>
                    <a:pt x="10373829" y="773964"/>
                  </a:cubicBezTo>
                  <a:cubicBezTo>
                    <a:pt x="10392915" y="773476"/>
                    <a:pt x="10411960" y="773069"/>
                    <a:pt x="10431005" y="772662"/>
                  </a:cubicBezTo>
                  <a:cubicBezTo>
                    <a:pt x="10645464" y="767942"/>
                    <a:pt x="10847999" y="763465"/>
                    <a:pt x="11047768" y="691762"/>
                  </a:cubicBezTo>
                  <a:cubicBezTo>
                    <a:pt x="11182099" y="643580"/>
                    <a:pt x="11304751" y="568499"/>
                    <a:pt x="11423335" y="495901"/>
                  </a:cubicBezTo>
                  <a:cubicBezTo>
                    <a:pt x="11456867" y="475350"/>
                    <a:pt x="11491579" y="454148"/>
                    <a:pt x="11526088" y="433760"/>
                  </a:cubicBezTo>
                  <a:cubicBezTo>
                    <a:pt x="11733181" y="311555"/>
                    <a:pt x="11949105" y="251491"/>
                    <a:pt x="12186230" y="250148"/>
                  </a:cubicBezTo>
                  <a:lnTo>
                    <a:pt x="12186230" y="250148"/>
                  </a:lnTo>
                  <a:cubicBezTo>
                    <a:pt x="12189607" y="250148"/>
                    <a:pt x="12192334" y="252874"/>
                    <a:pt x="12192334" y="256211"/>
                  </a:cubicBezTo>
                  <a:cubicBezTo>
                    <a:pt x="12192334" y="259589"/>
                    <a:pt x="12189648" y="262315"/>
                    <a:pt x="12186271" y="262356"/>
                  </a:cubicBezTo>
                  <a:cubicBezTo>
                    <a:pt x="11951384" y="263740"/>
                    <a:pt x="11737454" y="323235"/>
                    <a:pt x="11532274" y="444300"/>
                  </a:cubicBezTo>
                  <a:cubicBezTo>
                    <a:pt x="11497845" y="464607"/>
                    <a:pt x="11463215" y="485808"/>
                    <a:pt x="11429683" y="506318"/>
                  </a:cubicBezTo>
                  <a:cubicBezTo>
                    <a:pt x="11310530" y="579242"/>
                    <a:pt x="11187349" y="654649"/>
                    <a:pt x="11051837" y="703278"/>
                  </a:cubicBezTo>
                  <a:cubicBezTo>
                    <a:pt x="10850156" y="775633"/>
                    <a:pt x="10637162" y="780353"/>
                    <a:pt x="10431209" y="784870"/>
                  </a:cubicBezTo>
                  <a:cubicBezTo>
                    <a:pt x="10412204" y="785277"/>
                    <a:pt x="10393159" y="785725"/>
                    <a:pt x="10374074" y="786173"/>
                  </a:cubicBezTo>
                  <a:cubicBezTo>
                    <a:pt x="10080831" y="793416"/>
                    <a:pt x="9816440" y="798340"/>
                    <a:pt x="9550341" y="785359"/>
                  </a:cubicBezTo>
                  <a:cubicBezTo>
                    <a:pt x="9300071" y="773110"/>
                    <a:pt x="9086426" y="746781"/>
                    <a:pt x="8897157" y="704784"/>
                  </a:cubicBezTo>
                  <a:cubicBezTo>
                    <a:pt x="8663165" y="652858"/>
                    <a:pt x="8462380" y="577126"/>
                    <a:pt x="8283203" y="473234"/>
                  </a:cubicBezTo>
                  <a:cubicBezTo>
                    <a:pt x="8084208" y="357825"/>
                    <a:pt x="7861896" y="302318"/>
                    <a:pt x="7603446" y="303335"/>
                  </a:cubicBezTo>
                  <a:cubicBezTo>
                    <a:pt x="7397330" y="304231"/>
                    <a:pt x="7173959" y="340489"/>
                    <a:pt x="6900494" y="417483"/>
                  </a:cubicBezTo>
                  <a:cubicBezTo>
                    <a:pt x="6653520" y="487029"/>
                    <a:pt x="6406872" y="572243"/>
                    <a:pt x="6168322" y="654649"/>
                  </a:cubicBezTo>
                  <a:cubicBezTo>
                    <a:pt x="5948573" y="730544"/>
                    <a:pt x="5721378" y="809043"/>
                    <a:pt x="5494263" y="875212"/>
                  </a:cubicBezTo>
                  <a:cubicBezTo>
                    <a:pt x="5201101" y="960588"/>
                    <a:pt x="4887959" y="1044744"/>
                    <a:pt x="4566393" y="1054063"/>
                  </a:cubicBezTo>
                  <a:cubicBezTo>
                    <a:pt x="4547063" y="1054633"/>
                    <a:pt x="4527733" y="1054918"/>
                    <a:pt x="4508444" y="105491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31" name="Freeform: Shape 30">
              <a:extLst>
                <a:ext uri="{FF2B5EF4-FFF2-40B4-BE49-F238E27FC236}">
                  <a16:creationId xmlns:a16="http://schemas.microsoft.com/office/drawing/2014/main" id="{199B5288-1916-6C89-CCF2-D1C79386EEDC}"/>
                </a:ext>
              </a:extLst>
            </p:cNvPr>
            <p:cNvSpPr/>
            <p:nvPr/>
          </p:nvSpPr>
          <p:spPr>
            <a:xfrm>
              <a:off x="-20" y="1988407"/>
              <a:ext cx="12192468" cy="1065592"/>
            </a:xfrm>
            <a:custGeom>
              <a:avLst/>
              <a:gdLst>
                <a:gd name="connsiteX0" fmla="*/ 4476308 w 12192468"/>
                <a:gd name="connsiteY0" fmla="*/ 1065511 h 1065592"/>
                <a:gd name="connsiteX1" fmla="*/ 3592673 w 12192468"/>
                <a:gd name="connsiteY1" fmla="*/ 835385 h 1065592"/>
                <a:gd name="connsiteX2" fmla="*/ 3111259 w 12192468"/>
                <a:gd name="connsiteY2" fmla="*/ 523016 h 1065592"/>
                <a:gd name="connsiteX3" fmla="*/ 2348161 w 12192468"/>
                <a:gd name="connsiteY3" fmla="*/ 83070 h 1065592"/>
                <a:gd name="connsiteX4" fmla="*/ 1978128 w 12192468"/>
                <a:gd name="connsiteY4" fmla="*/ 12547 h 1065592"/>
                <a:gd name="connsiteX5" fmla="*/ 1606141 w 12192468"/>
                <a:gd name="connsiteY5" fmla="*/ 68787 h 1065592"/>
                <a:gd name="connsiteX6" fmla="*/ 1214703 w 12192468"/>
                <a:gd name="connsiteY6" fmla="*/ 253579 h 1065592"/>
                <a:gd name="connsiteX7" fmla="*/ 1163347 w 12192468"/>
                <a:gd name="connsiteY7" fmla="*/ 281496 h 1065592"/>
                <a:gd name="connsiteX8" fmla="*/ 606284 w 12192468"/>
                <a:gd name="connsiteY8" fmla="*/ 518580 h 1065592"/>
                <a:gd name="connsiteX9" fmla="*/ 4985 w 12192468"/>
                <a:gd name="connsiteY9" fmla="*/ 546456 h 1065592"/>
                <a:gd name="connsiteX10" fmla="*/ 102 w 12192468"/>
                <a:gd name="connsiteY10" fmla="*/ 539334 h 1065592"/>
                <a:gd name="connsiteX11" fmla="*/ 7223 w 12192468"/>
                <a:gd name="connsiteY11" fmla="*/ 534451 h 1065592"/>
                <a:gd name="connsiteX12" fmla="*/ 603069 w 12192468"/>
                <a:gd name="connsiteY12" fmla="*/ 506779 h 1065592"/>
                <a:gd name="connsiteX13" fmla="*/ 1157487 w 12192468"/>
                <a:gd name="connsiteY13" fmla="*/ 270752 h 1065592"/>
                <a:gd name="connsiteX14" fmla="*/ 1208803 w 12192468"/>
                <a:gd name="connsiteY14" fmla="*/ 242836 h 1065592"/>
                <a:gd name="connsiteX15" fmla="*/ 1602194 w 12192468"/>
                <a:gd name="connsiteY15" fmla="*/ 57189 h 1065592"/>
                <a:gd name="connsiteX16" fmla="*/ 1978372 w 12192468"/>
                <a:gd name="connsiteY16" fmla="*/ 339 h 1065592"/>
                <a:gd name="connsiteX17" fmla="*/ 2352230 w 12192468"/>
                <a:gd name="connsiteY17" fmla="*/ 71554 h 1065592"/>
                <a:gd name="connsiteX18" fmla="*/ 3118259 w 12192468"/>
                <a:gd name="connsiteY18" fmla="*/ 513046 h 1065592"/>
                <a:gd name="connsiteX19" fmla="*/ 3598533 w 12192468"/>
                <a:gd name="connsiteY19" fmla="*/ 824683 h 1065592"/>
                <a:gd name="connsiteX20" fmla="*/ 4562702 w 12192468"/>
                <a:gd name="connsiteY20" fmla="*/ 1051024 h 1065592"/>
                <a:gd name="connsiteX21" fmla="*/ 6213871 w 12192468"/>
                <a:gd name="connsiteY21" fmla="*/ 655476 h 1065592"/>
                <a:gd name="connsiteX22" fmla="*/ 6911371 w 12192468"/>
                <a:gd name="connsiteY22" fmla="*/ 432797 h 1065592"/>
                <a:gd name="connsiteX23" fmla="*/ 7618881 w 12192468"/>
                <a:gd name="connsiteY23" fmla="*/ 313359 h 1065592"/>
                <a:gd name="connsiteX24" fmla="*/ 8309707 w 12192468"/>
                <a:gd name="connsiteY24" fmla="*/ 473898 h 1065592"/>
                <a:gd name="connsiteX25" fmla="*/ 9569479 w 12192468"/>
                <a:gd name="connsiteY25" fmla="*/ 778210 h 1065592"/>
                <a:gd name="connsiteX26" fmla="*/ 10384992 w 12192468"/>
                <a:gd name="connsiteY26" fmla="*/ 785087 h 1065592"/>
                <a:gd name="connsiteX27" fmla="*/ 10400496 w 12192468"/>
                <a:gd name="connsiteY27" fmla="*/ 784884 h 1065592"/>
                <a:gd name="connsiteX28" fmla="*/ 10453032 w 12192468"/>
                <a:gd name="connsiteY28" fmla="*/ 784273 h 1065592"/>
                <a:gd name="connsiteX29" fmla="*/ 11068614 w 12192468"/>
                <a:gd name="connsiteY29" fmla="*/ 699751 h 1065592"/>
                <a:gd name="connsiteX30" fmla="*/ 11390994 w 12192468"/>
                <a:gd name="connsiteY30" fmla="*/ 521592 h 1065592"/>
                <a:gd name="connsiteX31" fmla="*/ 11537128 w 12192468"/>
                <a:gd name="connsiteY31" fmla="*/ 431413 h 1065592"/>
                <a:gd name="connsiteX32" fmla="*/ 12186445 w 12192468"/>
                <a:gd name="connsiteY32" fmla="*/ 265544 h 1065592"/>
                <a:gd name="connsiteX33" fmla="*/ 12192469 w 12192468"/>
                <a:gd name="connsiteY33" fmla="*/ 271729 h 1065592"/>
                <a:gd name="connsiteX34" fmla="*/ 12186283 w 12192468"/>
                <a:gd name="connsiteY34" fmla="*/ 277752 h 1065592"/>
                <a:gd name="connsiteX35" fmla="*/ 11543314 w 12192468"/>
                <a:gd name="connsiteY35" fmla="*/ 441994 h 1065592"/>
                <a:gd name="connsiteX36" fmla="*/ 11397628 w 12192468"/>
                <a:gd name="connsiteY36" fmla="*/ 531928 h 1065592"/>
                <a:gd name="connsiteX37" fmla="*/ 11073254 w 12192468"/>
                <a:gd name="connsiteY37" fmla="*/ 711105 h 1065592"/>
                <a:gd name="connsiteX38" fmla="*/ 10453236 w 12192468"/>
                <a:gd name="connsiteY38" fmla="*/ 796522 h 1065592"/>
                <a:gd name="connsiteX39" fmla="*/ 10400741 w 12192468"/>
                <a:gd name="connsiteY39" fmla="*/ 797133 h 1065592"/>
                <a:gd name="connsiteX40" fmla="*/ 10385236 w 12192468"/>
                <a:gd name="connsiteY40" fmla="*/ 797336 h 1065592"/>
                <a:gd name="connsiteX41" fmla="*/ 9568950 w 12192468"/>
                <a:gd name="connsiteY41" fmla="*/ 790418 h 1065592"/>
                <a:gd name="connsiteX42" fmla="*/ 8303847 w 12192468"/>
                <a:gd name="connsiteY42" fmla="*/ 484560 h 1065592"/>
                <a:gd name="connsiteX43" fmla="*/ 6914789 w 12192468"/>
                <a:gd name="connsiteY43" fmla="*/ 444598 h 1065592"/>
                <a:gd name="connsiteX44" fmla="*/ 6217900 w 12192468"/>
                <a:gd name="connsiteY44" fmla="*/ 667114 h 1065592"/>
                <a:gd name="connsiteX45" fmla="*/ 4563475 w 12192468"/>
                <a:gd name="connsiteY45" fmla="*/ 1063273 h 1065592"/>
                <a:gd name="connsiteX46" fmla="*/ 4476430 w 12192468"/>
                <a:gd name="connsiteY46" fmla="*/ 1065593 h 106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2192468" h="1065592">
                  <a:moveTo>
                    <a:pt x="4476308" y="1065511"/>
                  </a:moveTo>
                  <a:cubicBezTo>
                    <a:pt x="4177571" y="1065511"/>
                    <a:pt x="3867033" y="985059"/>
                    <a:pt x="3592673" y="835385"/>
                  </a:cubicBezTo>
                  <a:cubicBezTo>
                    <a:pt x="3425134" y="743986"/>
                    <a:pt x="3265572" y="631670"/>
                    <a:pt x="3111259" y="523016"/>
                  </a:cubicBezTo>
                  <a:cubicBezTo>
                    <a:pt x="2873564" y="355681"/>
                    <a:pt x="2627730" y="182649"/>
                    <a:pt x="2348161" y="83070"/>
                  </a:cubicBezTo>
                  <a:cubicBezTo>
                    <a:pt x="2225264" y="39283"/>
                    <a:pt x="2100780" y="15559"/>
                    <a:pt x="1978128" y="12547"/>
                  </a:cubicBezTo>
                  <a:cubicBezTo>
                    <a:pt x="1851609" y="9414"/>
                    <a:pt x="1726474" y="28337"/>
                    <a:pt x="1606141" y="68787"/>
                  </a:cubicBezTo>
                  <a:cubicBezTo>
                    <a:pt x="1469327" y="114731"/>
                    <a:pt x="1339879" y="185335"/>
                    <a:pt x="1214703" y="253579"/>
                  </a:cubicBezTo>
                  <a:cubicBezTo>
                    <a:pt x="1197571" y="262939"/>
                    <a:pt x="1180480" y="272258"/>
                    <a:pt x="1163347" y="281496"/>
                  </a:cubicBezTo>
                  <a:cubicBezTo>
                    <a:pt x="942459" y="401055"/>
                    <a:pt x="770648" y="474183"/>
                    <a:pt x="606284" y="518580"/>
                  </a:cubicBezTo>
                  <a:cubicBezTo>
                    <a:pt x="399028" y="574576"/>
                    <a:pt x="202352" y="583691"/>
                    <a:pt x="4985" y="546456"/>
                  </a:cubicBezTo>
                  <a:cubicBezTo>
                    <a:pt x="1689" y="545846"/>
                    <a:pt x="-509" y="542631"/>
                    <a:pt x="102" y="539334"/>
                  </a:cubicBezTo>
                  <a:cubicBezTo>
                    <a:pt x="712" y="536038"/>
                    <a:pt x="3886" y="533841"/>
                    <a:pt x="7223" y="534451"/>
                  </a:cubicBezTo>
                  <a:cubicBezTo>
                    <a:pt x="202719" y="571320"/>
                    <a:pt x="397603" y="562286"/>
                    <a:pt x="603069" y="506779"/>
                  </a:cubicBezTo>
                  <a:cubicBezTo>
                    <a:pt x="766497" y="462626"/>
                    <a:pt x="937453" y="389824"/>
                    <a:pt x="1157487" y="270752"/>
                  </a:cubicBezTo>
                  <a:cubicBezTo>
                    <a:pt x="1174579" y="261515"/>
                    <a:pt x="1191670" y="252155"/>
                    <a:pt x="1208803" y="242836"/>
                  </a:cubicBezTo>
                  <a:cubicBezTo>
                    <a:pt x="1334426" y="174307"/>
                    <a:pt x="1464363" y="103458"/>
                    <a:pt x="1602194" y="57189"/>
                  </a:cubicBezTo>
                  <a:cubicBezTo>
                    <a:pt x="1723911" y="16291"/>
                    <a:pt x="1850429" y="-2835"/>
                    <a:pt x="1978372" y="339"/>
                  </a:cubicBezTo>
                  <a:cubicBezTo>
                    <a:pt x="2102327" y="3391"/>
                    <a:pt x="2228113" y="27360"/>
                    <a:pt x="2352230" y="71554"/>
                  </a:cubicBezTo>
                  <a:cubicBezTo>
                    <a:pt x="2633387" y="171703"/>
                    <a:pt x="2879872" y="345223"/>
                    <a:pt x="3118259" y="513046"/>
                  </a:cubicBezTo>
                  <a:cubicBezTo>
                    <a:pt x="3272287" y="621496"/>
                    <a:pt x="3431605" y="733609"/>
                    <a:pt x="3598533" y="824683"/>
                  </a:cubicBezTo>
                  <a:cubicBezTo>
                    <a:pt x="3897676" y="987867"/>
                    <a:pt x="4240078" y="1068278"/>
                    <a:pt x="4562702" y="1051024"/>
                  </a:cubicBezTo>
                  <a:cubicBezTo>
                    <a:pt x="5134782" y="1020463"/>
                    <a:pt x="5683340" y="834897"/>
                    <a:pt x="6213871" y="655476"/>
                  </a:cubicBezTo>
                  <a:cubicBezTo>
                    <a:pt x="6442207" y="578238"/>
                    <a:pt x="6678274" y="498396"/>
                    <a:pt x="6911371" y="432797"/>
                  </a:cubicBezTo>
                  <a:cubicBezTo>
                    <a:pt x="7187929" y="354949"/>
                    <a:pt x="7412724" y="316981"/>
                    <a:pt x="7618881" y="313359"/>
                  </a:cubicBezTo>
                  <a:cubicBezTo>
                    <a:pt x="7883191" y="308679"/>
                    <a:pt x="8109206" y="361216"/>
                    <a:pt x="8309707" y="473898"/>
                  </a:cubicBezTo>
                  <a:cubicBezTo>
                    <a:pt x="8725602" y="707687"/>
                    <a:pt x="9201400" y="759328"/>
                    <a:pt x="9569479" y="778210"/>
                  </a:cubicBezTo>
                  <a:cubicBezTo>
                    <a:pt x="9841032" y="792127"/>
                    <a:pt x="10117549" y="788546"/>
                    <a:pt x="10384992" y="785087"/>
                  </a:cubicBezTo>
                  <a:lnTo>
                    <a:pt x="10400496" y="784884"/>
                  </a:lnTo>
                  <a:cubicBezTo>
                    <a:pt x="10418036" y="784639"/>
                    <a:pt x="10435574" y="784477"/>
                    <a:pt x="10453032" y="784273"/>
                  </a:cubicBezTo>
                  <a:cubicBezTo>
                    <a:pt x="10667247" y="782035"/>
                    <a:pt x="10869620" y="779960"/>
                    <a:pt x="11068614" y="699751"/>
                  </a:cubicBezTo>
                  <a:cubicBezTo>
                    <a:pt x="11183331" y="653523"/>
                    <a:pt x="11288893" y="586458"/>
                    <a:pt x="11390994" y="521592"/>
                  </a:cubicBezTo>
                  <a:cubicBezTo>
                    <a:pt x="11438485" y="491437"/>
                    <a:pt x="11487602" y="460225"/>
                    <a:pt x="11537128" y="431413"/>
                  </a:cubicBezTo>
                  <a:cubicBezTo>
                    <a:pt x="11735268" y="316208"/>
                    <a:pt x="11947610" y="261962"/>
                    <a:pt x="12186445" y="265544"/>
                  </a:cubicBezTo>
                  <a:cubicBezTo>
                    <a:pt x="12189823" y="265584"/>
                    <a:pt x="12192509" y="268351"/>
                    <a:pt x="12192469" y="271729"/>
                  </a:cubicBezTo>
                  <a:cubicBezTo>
                    <a:pt x="12192428" y="275107"/>
                    <a:pt x="12189538" y="277793"/>
                    <a:pt x="12186283" y="277752"/>
                  </a:cubicBezTo>
                  <a:cubicBezTo>
                    <a:pt x="11949767" y="274252"/>
                    <a:pt x="11739460" y="327887"/>
                    <a:pt x="11543314" y="441994"/>
                  </a:cubicBezTo>
                  <a:cubicBezTo>
                    <a:pt x="11493992" y="470683"/>
                    <a:pt x="11444996" y="501814"/>
                    <a:pt x="11397628" y="531928"/>
                  </a:cubicBezTo>
                  <a:cubicBezTo>
                    <a:pt x="11295079" y="597080"/>
                    <a:pt x="11189029" y="664469"/>
                    <a:pt x="11073254" y="711105"/>
                  </a:cubicBezTo>
                  <a:cubicBezTo>
                    <a:pt x="10872102" y="792168"/>
                    <a:pt x="10668671" y="794284"/>
                    <a:pt x="10453236" y="796522"/>
                  </a:cubicBezTo>
                  <a:cubicBezTo>
                    <a:pt x="10435778" y="796685"/>
                    <a:pt x="10418279" y="796888"/>
                    <a:pt x="10400741" y="797133"/>
                  </a:cubicBezTo>
                  <a:lnTo>
                    <a:pt x="10385236" y="797336"/>
                  </a:lnTo>
                  <a:cubicBezTo>
                    <a:pt x="10117590" y="800795"/>
                    <a:pt x="9840869" y="804376"/>
                    <a:pt x="9568950" y="790418"/>
                  </a:cubicBezTo>
                  <a:cubicBezTo>
                    <a:pt x="9199568" y="771455"/>
                    <a:pt x="8721940" y="719569"/>
                    <a:pt x="8303847" y="484560"/>
                  </a:cubicBezTo>
                  <a:cubicBezTo>
                    <a:pt x="7851001" y="230017"/>
                    <a:pt x="7323645" y="329474"/>
                    <a:pt x="6914789" y="444598"/>
                  </a:cubicBezTo>
                  <a:cubicBezTo>
                    <a:pt x="6682018" y="510116"/>
                    <a:pt x="6446073" y="589917"/>
                    <a:pt x="6217900" y="667114"/>
                  </a:cubicBezTo>
                  <a:cubicBezTo>
                    <a:pt x="5686596" y="846820"/>
                    <a:pt x="5137223" y="1032630"/>
                    <a:pt x="4563475" y="1063273"/>
                  </a:cubicBezTo>
                  <a:cubicBezTo>
                    <a:pt x="4534623" y="1064819"/>
                    <a:pt x="4505567" y="1065593"/>
                    <a:pt x="4476430" y="106559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32" name="Freeform: Shape 31">
              <a:extLst>
                <a:ext uri="{FF2B5EF4-FFF2-40B4-BE49-F238E27FC236}">
                  <a16:creationId xmlns:a16="http://schemas.microsoft.com/office/drawing/2014/main" id="{1329A165-13EE-FAD0-3175-B5C9C8EDD892}"/>
                </a:ext>
              </a:extLst>
            </p:cNvPr>
            <p:cNvSpPr/>
            <p:nvPr/>
          </p:nvSpPr>
          <p:spPr>
            <a:xfrm>
              <a:off x="-65" y="2042098"/>
              <a:ext cx="12192414" cy="1057518"/>
            </a:xfrm>
            <a:custGeom>
              <a:avLst/>
              <a:gdLst>
                <a:gd name="connsiteX0" fmla="*/ 4510495 w 12192414"/>
                <a:gd name="connsiteY0" fmla="*/ 1057519 h 1057518"/>
                <a:gd name="connsiteX1" fmla="*/ 4049348 w 12192414"/>
                <a:gd name="connsiteY1" fmla="*/ 1006163 h 1057518"/>
                <a:gd name="connsiteX2" fmla="*/ 3569685 w 12192414"/>
                <a:gd name="connsiteY2" fmla="*/ 827271 h 1057518"/>
                <a:gd name="connsiteX3" fmla="*/ 3090225 w 12192414"/>
                <a:gd name="connsiteY3" fmla="*/ 512257 h 1057518"/>
                <a:gd name="connsiteX4" fmla="*/ 2364199 w 12192414"/>
                <a:gd name="connsiteY4" fmla="*/ 84845 h 1057518"/>
                <a:gd name="connsiteX5" fmla="*/ 1652660 w 12192414"/>
                <a:gd name="connsiteY5" fmla="*/ 57376 h 1057518"/>
                <a:gd name="connsiteX6" fmla="*/ 1222765 w 12192414"/>
                <a:gd name="connsiteY6" fmla="*/ 251610 h 1057518"/>
                <a:gd name="connsiteX7" fmla="*/ 1189925 w 12192414"/>
                <a:gd name="connsiteY7" fmla="*/ 269312 h 1057518"/>
                <a:gd name="connsiteX8" fmla="*/ 619717 w 12192414"/>
                <a:gd name="connsiteY8" fmla="*/ 512053 h 1057518"/>
                <a:gd name="connsiteX9" fmla="*/ 4786 w 12192414"/>
                <a:gd name="connsiteY9" fmla="*/ 530081 h 1057518"/>
                <a:gd name="connsiteX10" fmla="*/ 147 w 12192414"/>
                <a:gd name="connsiteY10" fmla="*/ 522796 h 1057518"/>
                <a:gd name="connsiteX11" fmla="*/ 7431 w 12192414"/>
                <a:gd name="connsiteY11" fmla="*/ 518157 h 1057518"/>
                <a:gd name="connsiteX12" fmla="*/ 616543 w 12192414"/>
                <a:gd name="connsiteY12" fmla="*/ 500252 h 1057518"/>
                <a:gd name="connsiteX13" fmla="*/ 1184147 w 12192414"/>
                <a:gd name="connsiteY13" fmla="*/ 258569 h 1057518"/>
                <a:gd name="connsiteX14" fmla="*/ 1216987 w 12192414"/>
                <a:gd name="connsiteY14" fmla="*/ 240867 h 1057518"/>
                <a:gd name="connsiteX15" fmla="*/ 1649282 w 12192414"/>
                <a:gd name="connsiteY15" fmla="*/ 45656 h 1057518"/>
                <a:gd name="connsiteX16" fmla="*/ 2368390 w 12192414"/>
                <a:gd name="connsiteY16" fmla="*/ 73369 h 1057518"/>
                <a:gd name="connsiteX17" fmla="*/ 3097306 w 12192414"/>
                <a:gd name="connsiteY17" fmla="*/ 502327 h 1057518"/>
                <a:gd name="connsiteX18" fmla="*/ 3575463 w 12192414"/>
                <a:gd name="connsiteY18" fmla="*/ 816528 h 1057518"/>
                <a:gd name="connsiteX19" fmla="*/ 4051993 w 12192414"/>
                <a:gd name="connsiteY19" fmla="*/ 994239 h 1057518"/>
                <a:gd name="connsiteX20" fmla="*/ 4558922 w 12192414"/>
                <a:gd name="connsiteY20" fmla="*/ 1044741 h 1057518"/>
                <a:gd name="connsiteX21" fmla="*/ 5484472 w 12192414"/>
                <a:gd name="connsiteY21" fmla="*/ 897631 h 1057518"/>
                <a:gd name="connsiteX22" fmla="*/ 6348859 w 12192414"/>
                <a:gd name="connsiteY22" fmla="*/ 641257 h 1057518"/>
                <a:gd name="connsiteX23" fmla="*/ 6904376 w 12192414"/>
                <a:gd name="connsiteY23" fmla="*/ 471766 h 1057518"/>
                <a:gd name="connsiteX24" fmla="*/ 7598376 w 12192414"/>
                <a:gd name="connsiteY24" fmla="*/ 335562 h 1057518"/>
                <a:gd name="connsiteX25" fmla="*/ 8287574 w 12192414"/>
                <a:gd name="connsiteY25" fmla="*/ 455529 h 1057518"/>
                <a:gd name="connsiteX26" fmla="*/ 9570664 w 12192414"/>
                <a:gd name="connsiteY26" fmla="*/ 757358 h 1057518"/>
                <a:gd name="connsiteX27" fmla="*/ 10375393 w 12192414"/>
                <a:gd name="connsiteY27" fmla="*/ 782019 h 1057518"/>
                <a:gd name="connsiteX28" fmla="*/ 10397734 w 12192414"/>
                <a:gd name="connsiteY28" fmla="*/ 781897 h 1057518"/>
                <a:gd name="connsiteX29" fmla="*/ 11049289 w 12192414"/>
                <a:gd name="connsiteY29" fmla="*/ 694079 h 1057518"/>
                <a:gd name="connsiteX30" fmla="*/ 11366339 w 12192414"/>
                <a:gd name="connsiteY30" fmla="*/ 518605 h 1057518"/>
                <a:gd name="connsiteX31" fmla="*/ 11541446 w 12192414"/>
                <a:gd name="connsiteY31" fmla="*/ 412312 h 1057518"/>
                <a:gd name="connsiteX32" fmla="*/ 12186857 w 12192414"/>
                <a:gd name="connsiteY32" fmla="*/ 280951 h 1057518"/>
                <a:gd name="connsiteX33" fmla="*/ 12192392 w 12192414"/>
                <a:gd name="connsiteY33" fmla="*/ 287584 h 1057518"/>
                <a:gd name="connsiteX34" fmla="*/ 12185758 w 12192414"/>
                <a:gd name="connsiteY34" fmla="*/ 293118 h 1057518"/>
                <a:gd name="connsiteX35" fmla="*/ 11547428 w 12192414"/>
                <a:gd name="connsiteY35" fmla="*/ 422973 h 1057518"/>
                <a:gd name="connsiteX36" fmla="*/ 11372931 w 12192414"/>
                <a:gd name="connsiteY36" fmla="*/ 528901 h 1057518"/>
                <a:gd name="connsiteX37" fmla="*/ 11053970 w 12192414"/>
                <a:gd name="connsiteY37" fmla="*/ 705351 h 1057518"/>
                <a:gd name="connsiteX38" fmla="*/ 10397815 w 12192414"/>
                <a:gd name="connsiteY38" fmla="*/ 794064 h 1057518"/>
                <a:gd name="connsiteX39" fmla="*/ 10375474 w 12192414"/>
                <a:gd name="connsiteY39" fmla="*/ 794186 h 1057518"/>
                <a:gd name="connsiteX40" fmla="*/ 9569728 w 12192414"/>
                <a:gd name="connsiteY40" fmla="*/ 769485 h 1057518"/>
                <a:gd name="connsiteX41" fmla="*/ 8282365 w 12192414"/>
                <a:gd name="connsiteY41" fmla="*/ 466516 h 1057518"/>
                <a:gd name="connsiteX42" fmla="*/ 7599149 w 12192414"/>
                <a:gd name="connsiteY42" fmla="*/ 347689 h 1057518"/>
                <a:gd name="connsiteX43" fmla="*/ 6907835 w 12192414"/>
                <a:gd name="connsiteY43" fmla="*/ 483404 h 1057518"/>
                <a:gd name="connsiteX44" fmla="*/ 6352521 w 12192414"/>
                <a:gd name="connsiteY44" fmla="*/ 652855 h 1057518"/>
                <a:gd name="connsiteX45" fmla="*/ 5487646 w 12192414"/>
                <a:gd name="connsiteY45" fmla="*/ 909392 h 1057518"/>
                <a:gd name="connsiteX46" fmla="*/ 4559247 w 12192414"/>
                <a:gd name="connsiteY46" fmla="*/ 1056909 h 1057518"/>
                <a:gd name="connsiteX47" fmla="*/ 4510495 w 12192414"/>
                <a:gd name="connsiteY47" fmla="*/ 1057478 h 1057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2414" h="1057518">
                  <a:moveTo>
                    <a:pt x="4510495" y="1057519"/>
                  </a:moveTo>
                  <a:cubicBezTo>
                    <a:pt x="4354474" y="1057519"/>
                    <a:pt x="4199591" y="1040265"/>
                    <a:pt x="4049348" y="1006163"/>
                  </a:cubicBezTo>
                  <a:cubicBezTo>
                    <a:pt x="3877659" y="967178"/>
                    <a:pt x="3716306" y="906991"/>
                    <a:pt x="3569685" y="827271"/>
                  </a:cubicBezTo>
                  <a:cubicBezTo>
                    <a:pt x="3401984" y="736116"/>
                    <a:pt x="3243520" y="622294"/>
                    <a:pt x="3090225" y="512257"/>
                  </a:cubicBezTo>
                  <a:cubicBezTo>
                    <a:pt x="2864372" y="350049"/>
                    <a:pt x="2630787" y="182348"/>
                    <a:pt x="2364199" y="84845"/>
                  </a:cubicBezTo>
                  <a:cubicBezTo>
                    <a:pt x="2127602" y="-1712"/>
                    <a:pt x="1888198" y="-10949"/>
                    <a:pt x="1652660" y="57376"/>
                  </a:cubicBezTo>
                  <a:cubicBezTo>
                    <a:pt x="1501033" y="101367"/>
                    <a:pt x="1359579" y="177750"/>
                    <a:pt x="1222765" y="251610"/>
                  </a:cubicBezTo>
                  <a:cubicBezTo>
                    <a:pt x="1211819" y="257511"/>
                    <a:pt x="1200872" y="263411"/>
                    <a:pt x="1189925" y="269312"/>
                  </a:cubicBezTo>
                  <a:cubicBezTo>
                    <a:pt x="1025113" y="358025"/>
                    <a:pt x="828479" y="456221"/>
                    <a:pt x="619717" y="512053"/>
                  </a:cubicBezTo>
                  <a:cubicBezTo>
                    <a:pt x="406235" y="569147"/>
                    <a:pt x="205124" y="575048"/>
                    <a:pt x="4786" y="530081"/>
                  </a:cubicBezTo>
                  <a:cubicBezTo>
                    <a:pt x="1490" y="529348"/>
                    <a:pt x="-585" y="526093"/>
                    <a:pt x="147" y="522796"/>
                  </a:cubicBezTo>
                  <a:cubicBezTo>
                    <a:pt x="880" y="519500"/>
                    <a:pt x="4135" y="517466"/>
                    <a:pt x="7431" y="518157"/>
                  </a:cubicBezTo>
                  <a:cubicBezTo>
                    <a:pt x="205775" y="562677"/>
                    <a:pt x="405014" y="556817"/>
                    <a:pt x="616543" y="500252"/>
                  </a:cubicBezTo>
                  <a:cubicBezTo>
                    <a:pt x="824084" y="444745"/>
                    <a:pt x="1019945" y="346916"/>
                    <a:pt x="1184147" y="258569"/>
                  </a:cubicBezTo>
                  <a:cubicBezTo>
                    <a:pt x="1195093" y="252668"/>
                    <a:pt x="1206040" y="246767"/>
                    <a:pt x="1216987" y="240867"/>
                  </a:cubicBezTo>
                  <a:cubicBezTo>
                    <a:pt x="1354330" y="166722"/>
                    <a:pt x="1496394" y="90013"/>
                    <a:pt x="1649282" y="45656"/>
                  </a:cubicBezTo>
                  <a:cubicBezTo>
                    <a:pt x="1887343" y="-23402"/>
                    <a:pt x="2129271" y="-14083"/>
                    <a:pt x="2368390" y="73369"/>
                  </a:cubicBezTo>
                  <a:cubicBezTo>
                    <a:pt x="2636525" y="171483"/>
                    <a:pt x="2870802" y="339672"/>
                    <a:pt x="3097306" y="502327"/>
                  </a:cubicBezTo>
                  <a:cubicBezTo>
                    <a:pt x="3250276" y="612161"/>
                    <a:pt x="3408454" y="725739"/>
                    <a:pt x="3575463" y="816528"/>
                  </a:cubicBezTo>
                  <a:cubicBezTo>
                    <a:pt x="3721067" y="895678"/>
                    <a:pt x="3881403" y="955458"/>
                    <a:pt x="4051993" y="994239"/>
                  </a:cubicBezTo>
                  <a:cubicBezTo>
                    <a:pt x="4216886" y="1031719"/>
                    <a:pt x="4387436" y="1048688"/>
                    <a:pt x="4558922" y="1044741"/>
                  </a:cubicBezTo>
                  <a:cubicBezTo>
                    <a:pt x="4836416" y="1038352"/>
                    <a:pt x="5139181" y="990251"/>
                    <a:pt x="5484472" y="897631"/>
                  </a:cubicBezTo>
                  <a:cubicBezTo>
                    <a:pt x="5779343" y="818562"/>
                    <a:pt x="6068882" y="728425"/>
                    <a:pt x="6348859" y="641257"/>
                  </a:cubicBezTo>
                  <a:cubicBezTo>
                    <a:pt x="6530070" y="584855"/>
                    <a:pt x="6717426" y="526500"/>
                    <a:pt x="6904376" y="471766"/>
                  </a:cubicBezTo>
                  <a:cubicBezTo>
                    <a:pt x="7093686" y="416340"/>
                    <a:pt x="7343630" y="350741"/>
                    <a:pt x="7598376" y="335562"/>
                  </a:cubicBezTo>
                  <a:cubicBezTo>
                    <a:pt x="7860121" y="319976"/>
                    <a:pt x="8085608" y="359206"/>
                    <a:pt x="8287574" y="455529"/>
                  </a:cubicBezTo>
                  <a:cubicBezTo>
                    <a:pt x="8633312" y="620422"/>
                    <a:pt x="9041028" y="716338"/>
                    <a:pt x="9570664" y="757358"/>
                  </a:cubicBezTo>
                  <a:cubicBezTo>
                    <a:pt x="9807708" y="775711"/>
                    <a:pt x="10063471" y="783565"/>
                    <a:pt x="10375393" y="782019"/>
                  </a:cubicBezTo>
                  <a:lnTo>
                    <a:pt x="10397734" y="781897"/>
                  </a:lnTo>
                  <a:cubicBezTo>
                    <a:pt x="10625011" y="780879"/>
                    <a:pt x="10839673" y="779903"/>
                    <a:pt x="11049289" y="694079"/>
                  </a:cubicBezTo>
                  <a:cubicBezTo>
                    <a:pt x="11161850" y="648013"/>
                    <a:pt x="11265823" y="582210"/>
                    <a:pt x="11366339" y="518605"/>
                  </a:cubicBezTo>
                  <a:cubicBezTo>
                    <a:pt x="11423066" y="482713"/>
                    <a:pt x="11481706" y="445599"/>
                    <a:pt x="11541446" y="412312"/>
                  </a:cubicBezTo>
                  <a:cubicBezTo>
                    <a:pt x="11739220" y="302071"/>
                    <a:pt x="11950301" y="259098"/>
                    <a:pt x="12186857" y="280951"/>
                  </a:cubicBezTo>
                  <a:cubicBezTo>
                    <a:pt x="12190235" y="281276"/>
                    <a:pt x="12192676" y="284247"/>
                    <a:pt x="12192392" y="287584"/>
                  </a:cubicBezTo>
                  <a:cubicBezTo>
                    <a:pt x="12192066" y="290961"/>
                    <a:pt x="12189054" y="293403"/>
                    <a:pt x="12185758" y="293118"/>
                  </a:cubicBezTo>
                  <a:cubicBezTo>
                    <a:pt x="11951725" y="271509"/>
                    <a:pt x="11742963" y="313954"/>
                    <a:pt x="11547428" y="422973"/>
                  </a:cubicBezTo>
                  <a:cubicBezTo>
                    <a:pt x="11488014" y="456099"/>
                    <a:pt x="11429496" y="493130"/>
                    <a:pt x="11372931" y="528901"/>
                  </a:cubicBezTo>
                  <a:cubicBezTo>
                    <a:pt x="11271927" y="592791"/>
                    <a:pt x="11167506" y="658837"/>
                    <a:pt x="11053970" y="705351"/>
                  </a:cubicBezTo>
                  <a:cubicBezTo>
                    <a:pt x="10842156" y="792070"/>
                    <a:pt x="10626313" y="793047"/>
                    <a:pt x="10397815" y="794064"/>
                  </a:cubicBezTo>
                  <a:lnTo>
                    <a:pt x="10375474" y="794186"/>
                  </a:lnTo>
                  <a:cubicBezTo>
                    <a:pt x="10063187" y="795733"/>
                    <a:pt x="9807138" y="787879"/>
                    <a:pt x="9569728" y="769485"/>
                  </a:cubicBezTo>
                  <a:cubicBezTo>
                    <a:pt x="9038546" y="728343"/>
                    <a:pt x="8629487" y="632061"/>
                    <a:pt x="8282365" y="466516"/>
                  </a:cubicBezTo>
                  <a:cubicBezTo>
                    <a:pt x="8082312" y="371088"/>
                    <a:pt x="7858819" y="332225"/>
                    <a:pt x="7599149" y="347689"/>
                  </a:cubicBezTo>
                  <a:cubicBezTo>
                    <a:pt x="7345624" y="362787"/>
                    <a:pt x="7096534" y="428142"/>
                    <a:pt x="6907835" y="483404"/>
                  </a:cubicBezTo>
                  <a:cubicBezTo>
                    <a:pt x="6720967" y="538138"/>
                    <a:pt x="6533651" y="596453"/>
                    <a:pt x="6352521" y="652855"/>
                  </a:cubicBezTo>
                  <a:cubicBezTo>
                    <a:pt x="6072422" y="740063"/>
                    <a:pt x="5782761" y="830242"/>
                    <a:pt x="5487646" y="909392"/>
                  </a:cubicBezTo>
                  <a:cubicBezTo>
                    <a:pt x="5141419" y="1002256"/>
                    <a:pt x="4837718" y="1050520"/>
                    <a:pt x="4559247" y="1056909"/>
                  </a:cubicBezTo>
                  <a:cubicBezTo>
                    <a:pt x="4543010" y="1057275"/>
                    <a:pt x="4526732" y="1057478"/>
                    <a:pt x="4510495" y="105747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33" name="Freeform: Shape 32">
              <a:extLst>
                <a:ext uri="{FF2B5EF4-FFF2-40B4-BE49-F238E27FC236}">
                  <a16:creationId xmlns:a16="http://schemas.microsoft.com/office/drawing/2014/main" id="{3ED5F26B-5006-E9A3-A241-FAAE5C5B3A43}"/>
                </a:ext>
              </a:extLst>
            </p:cNvPr>
            <p:cNvSpPr/>
            <p:nvPr/>
          </p:nvSpPr>
          <p:spPr>
            <a:xfrm>
              <a:off x="-19" y="2091297"/>
              <a:ext cx="12192433" cy="1050398"/>
            </a:xfrm>
            <a:custGeom>
              <a:avLst/>
              <a:gdLst>
                <a:gd name="connsiteX0" fmla="*/ 4492829 w 12192433"/>
                <a:gd name="connsiteY0" fmla="*/ 1050398 h 1050398"/>
                <a:gd name="connsiteX1" fmla="*/ 3570534 w 12192433"/>
                <a:gd name="connsiteY1" fmla="*/ 831626 h 1050398"/>
                <a:gd name="connsiteX2" fmla="*/ 3077523 w 12192433"/>
                <a:gd name="connsiteY2" fmla="*/ 500904 h 1050398"/>
                <a:gd name="connsiteX3" fmla="*/ 2394917 w 12192433"/>
                <a:gd name="connsiteY3" fmla="*/ 83462 h 1050398"/>
                <a:gd name="connsiteX4" fmla="*/ 1806763 w 12192433"/>
                <a:gd name="connsiteY4" fmla="*/ 32309 h 1050398"/>
                <a:gd name="connsiteX5" fmla="*/ 1249821 w 12192433"/>
                <a:gd name="connsiteY5" fmla="*/ 245100 h 1050398"/>
                <a:gd name="connsiteX6" fmla="*/ 650680 w 12192433"/>
                <a:gd name="connsiteY6" fmla="*/ 503793 h 1050398"/>
                <a:gd name="connsiteX7" fmla="*/ 4618 w 12192433"/>
                <a:gd name="connsiteY7" fmla="*/ 517792 h 1050398"/>
                <a:gd name="connsiteX8" fmla="*/ 182 w 12192433"/>
                <a:gd name="connsiteY8" fmla="*/ 510386 h 1050398"/>
                <a:gd name="connsiteX9" fmla="*/ 7588 w 12192433"/>
                <a:gd name="connsiteY9" fmla="*/ 505950 h 1050398"/>
                <a:gd name="connsiteX10" fmla="*/ 1244043 w 12192433"/>
                <a:gd name="connsiteY10" fmla="*/ 234316 h 1050398"/>
                <a:gd name="connsiteX11" fmla="*/ 1804484 w 12192433"/>
                <a:gd name="connsiteY11" fmla="*/ 20264 h 1050398"/>
                <a:gd name="connsiteX12" fmla="*/ 2399271 w 12192433"/>
                <a:gd name="connsiteY12" fmla="*/ 71986 h 1050398"/>
                <a:gd name="connsiteX13" fmla="*/ 3084807 w 12192433"/>
                <a:gd name="connsiteY13" fmla="*/ 491015 h 1050398"/>
                <a:gd name="connsiteX14" fmla="*/ 3576271 w 12192433"/>
                <a:gd name="connsiteY14" fmla="*/ 820761 h 1050398"/>
                <a:gd name="connsiteX15" fmla="*/ 4547521 w 12192433"/>
                <a:gd name="connsiteY15" fmla="*/ 1037376 h 1050398"/>
                <a:gd name="connsiteX16" fmla="*/ 5334142 w 12192433"/>
                <a:gd name="connsiteY16" fmla="*/ 930676 h 1050398"/>
                <a:gd name="connsiteX17" fmla="*/ 5461881 w 12192433"/>
                <a:gd name="connsiteY17" fmla="*/ 906422 h 1050398"/>
                <a:gd name="connsiteX18" fmla="*/ 6561928 w 12192433"/>
                <a:gd name="connsiteY18" fmla="*/ 606587 h 1050398"/>
                <a:gd name="connsiteX19" fmla="*/ 6877797 w 12192433"/>
                <a:gd name="connsiteY19" fmla="*/ 507537 h 1050398"/>
                <a:gd name="connsiteX20" fmla="*/ 7568948 w 12192433"/>
                <a:gd name="connsiteY20" fmla="*/ 355625 h 1050398"/>
                <a:gd name="connsiteX21" fmla="*/ 8263640 w 12192433"/>
                <a:gd name="connsiteY21" fmla="*/ 444908 h 1050398"/>
                <a:gd name="connsiteX22" fmla="*/ 9517430 w 12192433"/>
                <a:gd name="connsiteY22" fmla="*/ 729565 h 1050398"/>
                <a:gd name="connsiteX23" fmla="*/ 10352802 w 12192433"/>
                <a:gd name="connsiteY23" fmla="*/ 773799 h 1050398"/>
                <a:gd name="connsiteX24" fmla="*/ 11028855 w 12192433"/>
                <a:gd name="connsiteY24" fmla="*/ 675360 h 1050398"/>
                <a:gd name="connsiteX25" fmla="*/ 11328650 w 12192433"/>
                <a:gd name="connsiteY25" fmla="*/ 509449 h 1050398"/>
                <a:gd name="connsiteX26" fmla="*/ 11535498 w 12192433"/>
                <a:gd name="connsiteY26" fmla="*/ 387896 h 1050398"/>
                <a:gd name="connsiteX27" fmla="*/ 12187340 w 12192433"/>
                <a:gd name="connsiteY27" fmla="*/ 290962 h 1050398"/>
                <a:gd name="connsiteX28" fmla="*/ 12192345 w 12192433"/>
                <a:gd name="connsiteY28" fmla="*/ 298002 h 1050398"/>
                <a:gd name="connsiteX29" fmla="*/ 12185305 w 12192433"/>
                <a:gd name="connsiteY29" fmla="*/ 303007 h 1050398"/>
                <a:gd name="connsiteX30" fmla="*/ 11541196 w 12192433"/>
                <a:gd name="connsiteY30" fmla="*/ 398720 h 1050398"/>
                <a:gd name="connsiteX31" fmla="*/ 11335120 w 12192433"/>
                <a:gd name="connsiteY31" fmla="*/ 519826 h 1050398"/>
                <a:gd name="connsiteX32" fmla="*/ 11033657 w 12192433"/>
                <a:gd name="connsiteY32" fmla="*/ 686551 h 1050398"/>
                <a:gd name="connsiteX33" fmla="*/ 10352761 w 12192433"/>
                <a:gd name="connsiteY33" fmla="*/ 785967 h 1050398"/>
                <a:gd name="connsiteX34" fmla="*/ 9516127 w 12192433"/>
                <a:gd name="connsiteY34" fmla="*/ 741651 h 1050398"/>
                <a:gd name="connsiteX35" fmla="*/ 8259041 w 12192433"/>
                <a:gd name="connsiteY35" fmla="*/ 456181 h 1050398"/>
                <a:gd name="connsiteX36" fmla="*/ 7570047 w 12192433"/>
                <a:gd name="connsiteY36" fmla="*/ 367752 h 1050398"/>
                <a:gd name="connsiteX37" fmla="*/ 6881378 w 12192433"/>
                <a:gd name="connsiteY37" fmla="*/ 519175 h 1050398"/>
                <a:gd name="connsiteX38" fmla="*/ 6565631 w 12192433"/>
                <a:gd name="connsiteY38" fmla="*/ 618185 h 1050398"/>
                <a:gd name="connsiteX39" fmla="*/ 5464119 w 12192433"/>
                <a:gd name="connsiteY39" fmla="*/ 918386 h 1050398"/>
                <a:gd name="connsiteX40" fmla="*/ 5336420 w 12192433"/>
                <a:gd name="connsiteY40" fmla="*/ 942640 h 1050398"/>
                <a:gd name="connsiteX41" fmla="*/ 4547807 w 12192433"/>
                <a:gd name="connsiteY41" fmla="*/ 1049584 h 1050398"/>
                <a:gd name="connsiteX42" fmla="*/ 4492788 w 12192433"/>
                <a:gd name="connsiteY42" fmla="*/ 1050276 h 105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192433" h="1050398">
                  <a:moveTo>
                    <a:pt x="4492829" y="1050398"/>
                  </a:moveTo>
                  <a:cubicBezTo>
                    <a:pt x="4161414" y="1050398"/>
                    <a:pt x="3835860" y="973445"/>
                    <a:pt x="3570534" y="831626"/>
                  </a:cubicBezTo>
                  <a:cubicBezTo>
                    <a:pt x="3396037" y="738355"/>
                    <a:pt x="3234114" y="617656"/>
                    <a:pt x="3077523" y="500904"/>
                  </a:cubicBezTo>
                  <a:cubicBezTo>
                    <a:pt x="2865790" y="343051"/>
                    <a:pt x="2646855" y="179826"/>
                    <a:pt x="2394917" y="83462"/>
                  </a:cubicBezTo>
                  <a:cubicBezTo>
                    <a:pt x="2204427" y="10619"/>
                    <a:pt x="2012025" y="-6106"/>
                    <a:pt x="1806763" y="32309"/>
                  </a:cubicBezTo>
                  <a:cubicBezTo>
                    <a:pt x="1640364" y="63481"/>
                    <a:pt x="1463385" y="131074"/>
                    <a:pt x="1249821" y="245100"/>
                  </a:cubicBezTo>
                  <a:cubicBezTo>
                    <a:pt x="1061285" y="345777"/>
                    <a:pt x="858180" y="446780"/>
                    <a:pt x="650680" y="503793"/>
                  </a:cubicBezTo>
                  <a:cubicBezTo>
                    <a:pt x="424582" y="565933"/>
                    <a:pt x="213257" y="570491"/>
                    <a:pt x="4618" y="517792"/>
                  </a:cubicBezTo>
                  <a:cubicBezTo>
                    <a:pt x="1362" y="516978"/>
                    <a:pt x="-632" y="513641"/>
                    <a:pt x="182" y="510386"/>
                  </a:cubicBezTo>
                  <a:cubicBezTo>
                    <a:pt x="996" y="507130"/>
                    <a:pt x="4292" y="505136"/>
                    <a:pt x="7588" y="505950"/>
                  </a:cubicBezTo>
                  <a:cubicBezTo>
                    <a:pt x="463730" y="621237"/>
                    <a:pt x="852727" y="443240"/>
                    <a:pt x="1244043" y="234316"/>
                  </a:cubicBezTo>
                  <a:cubicBezTo>
                    <a:pt x="1458746" y="119680"/>
                    <a:pt x="1636824" y="51680"/>
                    <a:pt x="1804484" y="20264"/>
                  </a:cubicBezTo>
                  <a:cubicBezTo>
                    <a:pt x="2012025" y="-18599"/>
                    <a:pt x="2206584" y="-1670"/>
                    <a:pt x="2399271" y="71986"/>
                  </a:cubicBezTo>
                  <a:cubicBezTo>
                    <a:pt x="2652797" y="168920"/>
                    <a:pt x="2872423" y="332674"/>
                    <a:pt x="3084807" y="491015"/>
                  </a:cubicBezTo>
                  <a:cubicBezTo>
                    <a:pt x="3241032" y="607482"/>
                    <a:pt x="3402548" y="727937"/>
                    <a:pt x="3576271" y="820761"/>
                  </a:cubicBezTo>
                  <a:cubicBezTo>
                    <a:pt x="3854457" y="969417"/>
                    <a:pt x="4199463" y="1046370"/>
                    <a:pt x="4547521" y="1037376"/>
                  </a:cubicBezTo>
                  <a:cubicBezTo>
                    <a:pt x="4812156" y="1030539"/>
                    <a:pt x="5077523" y="979794"/>
                    <a:pt x="5334142" y="930676"/>
                  </a:cubicBezTo>
                  <a:cubicBezTo>
                    <a:pt x="5376016" y="922659"/>
                    <a:pt x="5419355" y="914357"/>
                    <a:pt x="5461881" y="906422"/>
                  </a:cubicBezTo>
                  <a:cubicBezTo>
                    <a:pt x="5839401" y="835899"/>
                    <a:pt x="6206708" y="719310"/>
                    <a:pt x="6561928" y="606587"/>
                  </a:cubicBezTo>
                  <a:cubicBezTo>
                    <a:pt x="6665169" y="573828"/>
                    <a:pt x="6771910" y="539929"/>
                    <a:pt x="6877797" y="507537"/>
                  </a:cubicBezTo>
                  <a:cubicBezTo>
                    <a:pt x="7081879" y="445071"/>
                    <a:pt x="7323603" y="378129"/>
                    <a:pt x="7568948" y="355625"/>
                  </a:cubicBezTo>
                  <a:cubicBezTo>
                    <a:pt x="7828862" y="331738"/>
                    <a:pt x="8056099" y="360956"/>
                    <a:pt x="8263640" y="444908"/>
                  </a:cubicBezTo>
                  <a:cubicBezTo>
                    <a:pt x="8607913" y="584164"/>
                    <a:pt x="9006309" y="674587"/>
                    <a:pt x="9517430" y="729565"/>
                  </a:cubicBezTo>
                  <a:cubicBezTo>
                    <a:pt x="9787233" y="758580"/>
                    <a:pt x="10068307" y="773474"/>
                    <a:pt x="10352802" y="773799"/>
                  </a:cubicBezTo>
                  <a:cubicBezTo>
                    <a:pt x="10596519" y="774166"/>
                    <a:pt x="10815414" y="766881"/>
                    <a:pt x="11028855" y="675360"/>
                  </a:cubicBezTo>
                  <a:cubicBezTo>
                    <a:pt x="11134294" y="630149"/>
                    <a:pt x="11233100" y="568782"/>
                    <a:pt x="11328650" y="509449"/>
                  </a:cubicBezTo>
                  <a:cubicBezTo>
                    <a:pt x="11395470" y="467982"/>
                    <a:pt x="11464528" y="425090"/>
                    <a:pt x="11535498" y="387896"/>
                  </a:cubicBezTo>
                  <a:cubicBezTo>
                    <a:pt x="11737016" y="282335"/>
                    <a:pt x="11950214" y="250634"/>
                    <a:pt x="12187340" y="290962"/>
                  </a:cubicBezTo>
                  <a:cubicBezTo>
                    <a:pt x="12190676" y="291532"/>
                    <a:pt x="12192914" y="294665"/>
                    <a:pt x="12192345" y="298002"/>
                  </a:cubicBezTo>
                  <a:cubicBezTo>
                    <a:pt x="12191775" y="301339"/>
                    <a:pt x="12188641" y="303577"/>
                    <a:pt x="12185305" y="303007"/>
                  </a:cubicBezTo>
                  <a:cubicBezTo>
                    <a:pt x="11950946" y="263127"/>
                    <a:pt x="11740231" y="294462"/>
                    <a:pt x="11541196" y="398720"/>
                  </a:cubicBezTo>
                  <a:cubicBezTo>
                    <a:pt x="11470632" y="435671"/>
                    <a:pt x="11401737" y="478440"/>
                    <a:pt x="11335120" y="519826"/>
                  </a:cubicBezTo>
                  <a:cubicBezTo>
                    <a:pt x="11239163" y="579403"/>
                    <a:pt x="11139950" y="640973"/>
                    <a:pt x="11033657" y="686551"/>
                  </a:cubicBezTo>
                  <a:cubicBezTo>
                    <a:pt x="10818099" y="779008"/>
                    <a:pt x="10597822" y="786293"/>
                    <a:pt x="10352761" y="785967"/>
                  </a:cubicBezTo>
                  <a:cubicBezTo>
                    <a:pt x="10067860" y="785641"/>
                    <a:pt x="9786378" y="770707"/>
                    <a:pt x="9516127" y="741651"/>
                  </a:cubicBezTo>
                  <a:cubicBezTo>
                    <a:pt x="9003868" y="686592"/>
                    <a:pt x="8604413" y="595884"/>
                    <a:pt x="8259041" y="456181"/>
                  </a:cubicBezTo>
                  <a:cubicBezTo>
                    <a:pt x="8053373" y="373002"/>
                    <a:pt x="7828008" y="344068"/>
                    <a:pt x="7570047" y="367752"/>
                  </a:cubicBezTo>
                  <a:cubicBezTo>
                    <a:pt x="7325840" y="390175"/>
                    <a:pt x="7084890" y="456913"/>
                    <a:pt x="6881378" y="519175"/>
                  </a:cubicBezTo>
                  <a:cubicBezTo>
                    <a:pt x="6775532" y="551568"/>
                    <a:pt x="6668832" y="585426"/>
                    <a:pt x="6565631" y="618185"/>
                  </a:cubicBezTo>
                  <a:cubicBezTo>
                    <a:pt x="6210086" y="731030"/>
                    <a:pt x="5842413" y="847700"/>
                    <a:pt x="5464119" y="918386"/>
                  </a:cubicBezTo>
                  <a:cubicBezTo>
                    <a:pt x="5421594" y="926321"/>
                    <a:pt x="5378295" y="934623"/>
                    <a:pt x="5336420" y="942640"/>
                  </a:cubicBezTo>
                  <a:cubicBezTo>
                    <a:pt x="5079314" y="991839"/>
                    <a:pt x="4813418" y="1042707"/>
                    <a:pt x="4547807" y="1049584"/>
                  </a:cubicBezTo>
                  <a:cubicBezTo>
                    <a:pt x="4529453" y="1050073"/>
                    <a:pt x="4511100" y="1050276"/>
                    <a:pt x="4492788" y="105027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34" name="Freeform: Shape 33">
              <a:extLst>
                <a:ext uri="{FF2B5EF4-FFF2-40B4-BE49-F238E27FC236}">
                  <a16:creationId xmlns:a16="http://schemas.microsoft.com/office/drawing/2014/main" id="{0D18445B-25DA-BA3D-5CC6-C976461128F4}"/>
                </a:ext>
              </a:extLst>
            </p:cNvPr>
            <p:cNvSpPr/>
            <p:nvPr/>
          </p:nvSpPr>
          <p:spPr>
            <a:xfrm>
              <a:off x="-57" y="2128628"/>
              <a:ext cx="12192440" cy="1050586"/>
            </a:xfrm>
            <a:custGeom>
              <a:avLst/>
              <a:gdLst>
                <a:gd name="connsiteX0" fmla="*/ 4463974 w 12192440"/>
                <a:gd name="connsiteY0" fmla="*/ 1050587 h 1050586"/>
                <a:gd name="connsiteX1" fmla="*/ 3571549 w 12192440"/>
                <a:gd name="connsiteY1" fmla="*/ 842883 h 1050586"/>
                <a:gd name="connsiteX2" fmla="*/ 3072352 w 12192440"/>
                <a:gd name="connsiteY2" fmla="*/ 496209 h 1050586"/>
                <a:gd name="connsiteX3" fmla="*/ 2463119 w 12192440"/>
                <a:gd name="connsiteY3" fmla="*/ 97121 h 1050586"/>
                <a:gd name="connsiteX4" fmla="*/ 1869389 w 12192440"/>
                <a:gd name="connsiteY4" fmla="*/ 28469 h 1050586"/>
                <a:gd name="connsiteX5" fmla="*/ 1302640 w 12192440"/>
                <a:gd name="connsiteY5" fmla="*/ 238004 h 1050586"/>
                <a:gd name="connsiteX6" fmla="*/ 677536 w 12192440"/>
                <a:gd name="connsiteY6" fmla="*/ 507726 h 1050586"/>
                <a:gd name="connsiteX7" fmla="*/ 4493 w 12192440"/>
                <a:gd name="connsiteY7" fmla="*/ 517207 h 1050586"/>
                <a:gd name="connsiteX8" fmla="*/ 220 w 12192440"/>
                <a:gd name="connsiteY8" fmla="*/ 509720 h 1050586"/>
                <a:gd name="connsiteX9" fmla="*/ 7708 w 12192440"/>
                <a:gd name="connsiteY9" fmla="*/ 505447 h 1050586"/>
                <a:gd name="connsiteX10" fmla="*/ 674280 w 12192440"/>
                <a:gd name="connsiteY10" fmla="*/ 495965 h 1050586"/>
                <a:gd name="connsiteX11" fmla="*/ 1296902 w 12192440"/>
                <a:gd name="connsiteY11" fmla="*/ 227220 h 1050586"/>
                <a:gd name="connsiteX12" fmla="*/ 1867314 w 12192440"/>
                <a:gd name="connsiteY12" fmla="*/ 16424 h 1050586"/>
                <a:gd name="connsiteX13" fmla="*/ 2467880 w 12192440"/>
                <a:gd name="connsiteY13" fmla="*/ 85889 h 1050586"/>
                <a:gd name="connsiteX14" fmla="*/ 3079840 w 12192440"/>
                <a:gd name="connsiteY14" fmla="*/ 486565 h 1050586"/>
                <a:gd name="connsiteX15" fmla="*/ 3577205 w 12192440"/>
                <a:gd name="connsiteY15" fmla="*/ 832059 h 1050586"/>
                <a:gd name="connsiteX16" fmla="*/ 4529410 w 12192440"/>
                <a:gd name="connsiteY16" fmla="*/ 1037321 h 1050586"/>
                <a:gd name="connsiteX17" fmla="*/ 5210836 w 12192440"/>
                <a:gd name="connsiteY17" fmla="*/ 955769 h 1050586"/>
                <a:gd name="connsiteX18" fmla="*/ 5427126 w 12192440"/>
                <a:gd name="connsiteY18" fmla="*/ 921139 h 1050586"/>
                <a:gd name="connsiteX19" fmla="*/ 6122591 w 12192440"/>
                <a:gd name="connsiteY19" fmla="*/ 777813 h 1050586"/>
                <a:gd name="connsiteX20" fmla="*/ 6586342 w 12192440"/>
                <a:gd name="connsiteY20" fmla="*/ 630093 h 1050586"/>
                <a:gd name="connsiteX21" fmla="*/ 6833723 w 12192440"/>
                <a:gd name="connsiteY21" fmla="*/ 548786 h 1050586"/>
                <a:gd name="connsiteX22" fmla="*/ 7507945 w 12192440"/>
                <a:gd name="connsiteY22" fmla="*/ 380190 h 1050586"/>
                <a:gd name="connsiteX23" fmla="*/ 8194457 w 12192440"/>
                <a:gd name="connsiteY23" fmla="*/ 430040 h 1050586"/>
                <a:gd name="connsiteX24" fmla="*/ 9469083 w 12192440"/>
                <a:gd name="connsiteY24" fmla="*/ 708714 h 1050586"/>
                <a:gd name="connsiteX25" fmla="*/ 10307222 w 12192440"/>
                <a:gd name="connsiteY25" fmla="*/ 769145 h 1050586"/>
                <a:gd name="connsiteX26" fmla="*/ 10990967 w 12192440"/>
                <a:gd name="connsiteY26" fmla="*/ 659637 h 1050586"/>
                <a:gd name="connsiteX27" fmla="*/ 11277821 w 12192440"/>
                <a:gd name="connsiteY27" fmla="*/ 502964 h 1050586"/>
                <a:gd name="connsiteX28" fmla="*/ 11520480 w 12192440"/>
                <a:gd name="connsiteY28" fmla="*/ 366679 h 1050586"/>
                <a:gd name="connsiteX29" fmla="*/ 12187785 w 12192440"/>
                <a:gd name="connsiteY29" fmla="*/ 304051 h 1050586"/>
                <a:gd name="connsiteX30" fmla="*/ 12192261 w 12192440"/>
                <a:gd name="connsiteY30" fmla="*/ 311417 h 1050586"/>
                <a:gd name="connsiteX31" fmla="*/ 12184895 w 12192440"/>
                <a:gd name="connsiteY31" fmla="*/ 315893 h 1050586"/>
                <a:gd name="connsiteX32" fmla="*/ 11525811 w 12192440"/>
                <a:gd name="connsiteY32" fmla="*/ 377626 h 1050586"/>
                <a:gd name="connsiteX33" fmla="*/ 11284128 w 12192440"/>
                <a:gd name="connsiteY33" fmla="*/ 513382 h 1050586"/>
                <a:gd name="connsiteX34" fmla="*/ 10995891 w 12192440"/>
                <a:gd name="connsiteY34" fmla="*/ 670747 h 1050586"/>
                <a:gd name="connsiteX35" fmla="*/ 10307181 w 12192440"/>
                <a:gd name="connsiteY35" fmla="*/ 781313 h 1050586"/>
                <a:gd name="connsiteX36" fmla="*/ 9467496 w 12192440"/>
                <a:gd name="connsiteY36" fmla="*/ 720760 h 1050586"/>
                <a:gd name="connsiteX37" fmla="*/ 8190632 w 12192440"/>
                <a:gd name="connsiteY37" fmla="*/ 441597 h 1050586"/>
                <a:gd name="connsiteX38" fmla="*/ 7509614 w 12192440"/>
                <a:gd name="connsiteY38" fmla="*/ 392235 h 1050586"/>
                <a:gd name="connsiteX39" fmla="*/ 6837466 w 12192440"/>
                <a:gd name="connsiteY39" fmla="*/ 560384 h 1050586"/>
                <a:gd name="connsiteX40" fmla="*/ 6590209 w 12192440"/>
                <a:gd name="connsiteY40" fmla="*/ 641650 h 1050586"/>
                <a:gd name="connsiteX41" fmla="*/ 6126009 w 12192440"/>
                <a:gd name="connsiteY41" fmla="*/ 789533 h 1050586"/>
                <a:gd name="connsiteX42" fmla="*/ 5428957 w 12192440"/>
                <a:gd name="connsiteY42" fmla="*/ 933184 h 1050586"/>
                <a:gd name="connsiteX43" fmla="*/ 5212830 w 12192440"/>
                <a:gd name="connsiteY43" fmla="*/ 967774 h 1050586"/>
                <a:gd name="connsiteX44" fmla="*/ 4529777 w 12192440"/>
                <a:gd name="connsiteY44" fmla="*/ 1049488 h 1050586"/>
                <a:gd name="connsiteX45" fmla="*/ 4463893 w 12192440"/>
                <a:gd name="connsiteY45" fmla="*/ 1050506 h 105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2192440" h="1050586">
                  <a:moveTo>
                    <a:pt x="4463974" y="1050587"/>
                  </a:moveTo>
                  <a:cubicBezTo>
                    <a:pt x="4140292" y="1050587"/>
                    <a:pt x="3825684" y="977663"/>
                    <a:pt x="3571549" y="842883"/>
                  </a:cubicBezTo>
                  <a:cubicBezTo>
                    <a:pt x="3392006" y="747659"/>
                    <a:pt x="3229514" y="619838"/>
                    <a:pt x="3072352" y="496209"/>
                  </a:cubicBezTo>
                  <a:cubicBezTo>
                    <a:pt x="2883572" y="347675"/>
                    <a:pt x="2688320" y="194095"/>
                    <a:pt x="2463119" y="97121"/>
                  </a:cubicBezTo>
                  <a:cubicBezTo>
                    <a:pt x="2273443" y="15447"/>
                    <a:pt x="2079249" y="-6975"/>
                    <a:pt x="1869389" y="28469"/>
                  </a:cubicBezTo>
                  <a:cubicBezTo>
                    <a:pt x="1698555" y="57362"/>
                    <a:pt x="1518442" y="123938"/>
                    <a:pt x="1302640" y="238004"/>
                  </a:cubicBezTo>
                  <a:cubicBezTo>
                    <a:pt x="1116220" y="336525"/>
                    <a:pt x="898790" y="446766"/>
                    <a:pt x="677536" y="507726"/>
                  </a:cubicBezTo>
                  <a:cubicBezTo>
                    <a:pt x="440085" y="573162"/>
                    <a:pt x="219888" y="576255"/>
                    <a:pt x="4493" y="517207"/>
                  </a:cubicBezTo>
                  <a:cubicBezTo>
                    <a:pt x="1238" y="516312"/>
                    <a:pt x="-675" y="512975"/>
                    <a:pt x="220" y="509720"/>
                  </a:cubicBezTo>
                  <a:cubicBezTo>
                    <a:pt x="1116" y="506464"/>
                    <a:pt x="4453" y="504551"/>
                    <a:pt x="7708" y="505447"/>
                  </a:cubicBezTo>
                  <a:cubicBezTo>
                    <a:pt x="220946" y="563924"/>
                    <a:pt x="438986" y="560791"/>
                    <a:pt x="674280" y="495965"/>
                  </a:cubicBezTo>
                  <a:cubicBezTo>
                    <a:pt x="894355" y="435330"/>
                    <a:pt x="1111052" y="325456"/>
                    <a:pt x="1296902" y="227220"/>
                  </a:cubicBezTo>
                  <a:cubicBezTo>
                    <a:pt x="1513925" y="112503"/>
                    <a:pt x="1695177" y="45520"/>
                    <a:pt x="1867314" y="16424"/>
                  </a:cubicBezTo>
                  <a:cubicBezTo>
                    <a:pt x="2079534" y="-19428"/>
                    <a:pt x="2276006" y="3280"/>
                    <a:pt x="2467880" y="85889"/>
                  </a:cubicBezTo>
                  <a:cubicBezTo>
                    <a:pt x="2694547" y="183474"/>
                    <a:pt x="2890408" y="337583"/>
                    <a:pt x="3079840" y="486565"/>
                  </a:cubicBezTo>
                  <a:cubicBezTo>
                    <a:pt x="3236554" y="609868"/>
                    <a:pt x="3398639" y="737363"/>
                    <a:pt x="3577205" y="832059"/>
                  </a:cubicBezTo>
                  <a:cubicBezTo>
                    <a:pt x="3846723" y="974977"/>
                    <a:pt x="4184893" y="1047901"/>
                    <a:pt x="4529410" y="1037321"/>
                  </a:cubicBezTo>
                  <a:cubicBezTo>
                    <a:pt x="4757990" y="1030321"/>
                    <a:pt x="4988197" y="992435"/>
                    <a:pt x="5210836" y="955769"/>
                  </a:cubicBezTo>
                  <a:cubicBezTo>
                    <a:pt x="5281725" y="944090"/>
                    <a:pt x="5355056" y="932045"/>
                    <a:pt x="5427126" y="921139"/>
                  </a:cubicBezTo>
                  <a:cubicBezTo>
                    <a:pt x="5634870" y="889804"/>
                    <a:pt x="5879971" y="848255"/>
                    <a:pt x="6122591" y="777813"/>
                  </a:cubicBezTo>
                  <a:cubicBezTo>
                    <a:pt x="6278409" y="732561"/>
                    <a:pt x="6434960" y="680473"/>
                    <a:pt x="6586342" y="630093"/>
                  </a:cubicBezTo>
                  <a:cubicBezTo>
                    <a:pt x="6667324" y="603154"/>
                    <a:pt x="6751073" y="575278"/>
                    <a:pt x="6833723" y="548786"/>
                  </a:cubicBezTo>
                  <a:cubicBezTo>
                    <a:pt x="7035648" y="484041"/>
                    <a:pt x="7270901" y="412297"/>
                    <a:pt x="7507945" y="380190"/>
                  </a:cubicBezTo>
                  <a:cubicBezTo>
                    <a:pt x="7764156" y="345437"/>
                    <a:pt x="7988748" y="361755"/>
                    <a:pt x="8194457" y="430040"/>
                  </a:cubicBezTo>
                  <a:cubicBezTo>
                    <a:pt x="8566362" y="553507"/>
                    <a:pt x="8983275" y="644662"/>
                    <a:pt x="9469083" y="708714"/>
                  </a:cubicBezTo>
                  <a:cubicBezTo>
                    <a:pt x="9766761" y="747944"/>
                    <a:pt x="10040918" y="767721"/>
                    <a:pt x="10307222" y="769145"/>
                  </a:cubicBezTo>
                  <a:cubicBezTo>
                    <a:pt x="10565468" y="770488"/>
                    <a:pt x="10780495" y="752420"/>
                    <a:pt x="10990967" y="659637"/>
                  </a:cubicBezTo>
                  <a:cubicBezTo>
                    <a:pt x="11090911" y="615565"/>
                    <a:pt x="11185933" y="558309"/>
                    <a:pt x="11277821" y="502964"/>
                  </a:cubicBezTo>
                  <a:cubicBezTo>
                    <a:pt x="11355954" y="455881"/>
                    <a:pt x="11436772" y="407211"/>
                    <a:pt x="11520480" y="366679"/>
                  </a:cubicBezTo>
                  <a:cubicBezTo>
                    <a:pt x="11729323" y="265554"/>
                    <a:pt x="11947607" y="245085"/>
                    <a:pt x="12187785" y="304051"/>
                  </a:cubicBezTo>
                  <a:cubicBezTo>
                    <a:pt x="12191040" y="304865"/>
                    <a:pt x="12193075" y="308161"/>
                    <a:pt x="12192261" y="311417"/>
                  </a:cubicBezTo>
                  <a:cubicBezTo>
                    <a:pt x="12191448" y="314672"/>
                    <a:pt x="12188151" y="316707"/>
                    <a:pt x="12184895" y="315893"/>
                  </a:cubicBezTo>
                  <a:cubicBezTo>
                    <a:pt x="11947607" y="257619"/>
                    <a:pt x="11732009" y="277803"/>
                    <a:pt x="11525811" y="377626"/>
                  </a:cubicBezTo>
                  <a:cubicBezTo>
                    <a:pt x="11442633" y="417913"/>
                    <a:pt x="11362058" y="466421"/>
                    <a:pt x="11284128" y="513382"/>
                  </a:cubicBezTo>
                  <a:cubicBezTo>
                    <a:pt x="11191915" y="568930"/>
                    <a:pt x="11096568" y="626349"/>
                    <a:pt x="10995891" y="670747"/>
                  </a:cubicBezTo>
                  <a:cubicBezTo>
                    <a:pt x="10783426" y="764425"/>
                    <a:pt x="10566932" y="782697"/>
                    <a:pt x="10307181" y="781313"/>
                  </a:cubicBezTo>
                  <a:cubicBezTo>
                    <a:pt x="10040349" y="779889"/>
                    <a:pt x="9765703" y="760071"/>
                    <a:pt x="9467496" y="720760"/>
                  </a:cubicBezTo>
                  <a:cubicBezTo>
                    <a:pt x="8980955" y="656626"/>
                    <a:pt x="8563269" y="565308"/>
                    <a:pt x="8190632" y="441597"/>
                  </a:cubicBezTo>
                  <a:cubicBezTo>
                    <a:pt x="7986713" y="373923"/>
                    <a:pt x="7763953" y="357767"/>
                    <a:pt x="7509614" y="392235"/>
                  </a:cubicBezTo>
                  <a:cubicBezTo>
                    <a:pt x="7273546" y="424262"/>
                    <a:pt x="7038903" y="495802"/>
                    <a:pt x="6837466" y="560384"/>
                  </a:cubicBezTo>
                  <a:cubicBezTo>
                    <a:pt x="6754857" y="586876"/>
                    <a:pt x="6671149" y="614711"/>
                    <a:pt x="6590209" y="641650"/>
                  </a:cubicBezTo>
                  <a:cubicBezTo>
                    <a:pt x="6438703" y="692071"/>
                    <a:pt x="6282030" y="744200"/>
                    <a:pt x="6126009" y="789533"/>
                  </a:cubicBezTo>
                  <a:cubicBezTo>
                    <a:pt x="5882698" y="860178"/>
                    <a:pt x="5637108" y="901809"/>
                    <a:pt x="5428957" y="933184"/>
                  </a:cubicBezTo>
                  <a:cubicBezTo>
                    <a:pt x="5356969" y="944049"/>
                    <a:pt x="5283678" y="956095"/>
                    <a:pt x="5212830" y="967774"/>
                  </a:cubicBezTo>
                  <a:cubicBezTo>
                    <a:pt x="4989825" y="1004480"/>
                    <a:pt x="4759211" y="1042448"/>
                    <a:pt x="4529777" y="1049488"/>
                  </a:cubicBezTo>
                  <a:cubicBezTo>
                    <a:pt x="4507802" y="1050180"/>
                    <a:pt x="4485786" y="1050506"/>
                    <a:pt x="4463893" y="105050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35" name="Freeform: Shape 34">
              <a:extLst>
                <a:ext uri="{FF2B5EF4-FFF2-40B4-BE49-F238E27FC236}">
                  <a16:creationId xmlns:a16="http://schemas.microsoft.com/office/drawing/2014/main" id="{125E8F7F-47CB-6BEF-EE28-0A01869E0E49}"/>
                </a:ext>
              </a:extLst>
            </p:cNvPr>
            <p:cNvSpPr/>
            <p:nvPr/>
          </p:nvSpPr>
          <p:spPr>
            <a:xfrm>
              <a:off x="40" y="2158250"/>
              <a:ext cx="12192489" cy="1054252"/>
            </a:xfrm>
            <a:custGeom>
              <a:avLst/>
              <a:gdLst>
                <a:gd name="connsiteX0" fmla="*/ 4426193 w 12192489"/>
                <a:gd name="connsiteY0" fmla="*/ 1054253 h 1054252"/>
                <a:gd name="connsiteX1" fmla="*/ 3550574 w 12192489"/>
                <a:gd name="connsiteY1" fmla="*/ 846305 h 1054252"/>
                <a:gd name="connsiteX2" fmla="*/ 3075876 w 12192489"/>
                <a:gd name="connsiteY2" fmla="*/ 495602 h 1054252"/>
                <a:gd name="connsiteX3" fmla="*/ 2517469 w 12192489"/>
                <a:gd name="connsiteY3" fmla="*/ 102903 h 1054252"/>
                <a:gd name="connsiteX4" fmla="*/ 1930048 w 12192489"/>
                <a:gd name="connsiteY4" fmla="*/ 27537 h 1054252"/>
                <a:gd name="connsiteX5" fmla="*/ 1365577 w 12192489"/>
                <a:gd name="connsiteY5" fmla="*/ 234182 h 1054252"/>
                <a:gd name="connsiteX6" fmla="*/ 709708 w 12192489"/>
                <a:gd name="connsiteY6" fmla="*/ 517089 h 1054252"/>
                <a:gd name="connsiteX7" fmla="*/ 4395 w 12192489"/>
                <a:gd name="connsiteY7" fmla="*/ 524007 h 1054252"/>
                <a:gd name="connsiteX8" fmla="*/ 244 w 12192489"/>
                <a:gd name="connsiteY8" fmla="*/ 516438 h 1054252"/>
                <a:gd name="connsiteX9" fmla="*/ 7813 w 12192489"/>
                <a:gd name="connsiteY9" fmla="*/ 512287 h 1054252"/>
                <a:gd name="connsiteX10" fmla="*/ 706453 w 12192489"/>
                <a:gd name="connsiteY10" fmla="*/ 505369 h 1054252"/>
                <a:gd name="connsiteX11" fmla="*/ 1359921 w 12192489"/>
                <a:gd name="connsiteY11" fmla="*/ 223398 h 1054252"/>
                <a:gd name="connsiteX12" fmla="*/ 1928054 w 12192489"/>
                <a:gd name="connsiteY12" fmla="*/ 15532 h 1054252"/>
                <a:gd name="connsiteX13" fmla="*/ 2522637 w 12192489"/>
                <a:gd name="connsiteY13" fmla="*/ 91875 h 1054252"/>
                <a:gd name="connsiteX14" fmla="*/ 3083811 w 12192489"/>
                <a:gd name="connsiteY14" fmla="*/ 486324 h 1054252"/>
                <a:gd name="connsiteX15" fmla="*/ 3556516 w 12192489"/>
                <a:gd name="connsiteY15" fmla="*/ 835684 h 1054252"/>
                <a:gd name="connsiteX16" fmla="*/ 4489595 w 12192489"/>
                <a:gd name="connsiteY16" fmla="*/ 1041190 h 1054252"/>
                <a:gd name="connsiteX17" fmla="*/ 5088289 w 12192489"/>
                <a:gd name="connsiteY17" fmla="*/ 977789 h 1054252"/>
                <a:gd name="connsiteX18" fmla="*/ 5382182 w 12192489"/>
                <a:gd name="connsiteY18" fmla="*/ 938112 h 1054252"/>
                <a:gd name="connsiteX19" fmla="*/ 6075572 w 12192489"/>
                <a:gd name="connsiteY19" fmla="*/ 816721 h 1054252"/>
                <a:gd name="connsiteX20" fmla="*/ 6644681 w 12192489"/>
                <a:gd name="connsiteY20" fmla="*/ 635916 h 1054252"/>
                <a:gd name="connsiteX21" fmla="*/ 6774333 w 12192489"/>
                <a:gd name="connsiteY21" fmla="*/ 591926 h 1054252"/>
                <a:gd name="connsiteX22" fmla="*/ 7440457 w 12192489"/>
                <a:gd name="connsiteY22" fmla="*/ 407825 h 1054252"/>
                <a:gd name="connsiteX23" fmla="*/ 8125382 w 12192489"/>
                <a:gd name="connsiteY23" fmla="*/ 423492 h 1054252"/>
                <a:gd name="connsiteX24" fmla="*/ 9400170 w 12192489"/>
                <a:gd name="connsiteY24" fmla="*/ 689470 h 1054252"/>
                <a:gd name="connsiteX25" fmla="*/ 10938007 w 12192489"/>
                <a:gd name="connsiteY25" fmla="*/ 643974 h 1054252"/>
                <a:gd name="connsiteX26" fmla="*/ 11214849 w 12192489"/>
                <a:gd name="connsiteY26" fmla="*/ 496091 h 1054252"/>
                <a:gd name="connsiteX27" fmla="*/ 11477897 w 12192489"/>
                <a:gd name="connsiteY27" fmla="*/ 354393 h 1054252"/>
                <a:gd name="connsiteX28" fmla="*/ 12188216 w 12192489"/>
                <a:gd name="connsiteY28" fmla="*/ 317199 h 1054252"/>
                <a:gd name="connsiteX29" fmla="*/ 12192204 w 12192489"/>
                <a:gd name="connsiteY29" fmla="*/ 324849 h 1054252"/>
                <a:gd name="connsiteX30" fmla="*/ 12184553 w 12192489"/>
                <a:gd name="connsiteY30" fmla="*/ 328837 h 1054252"/>
                <a:gd name="connsiteX31" fmla="*/ 11829821 w 12192489"/>
                <a:gd name="connsiteY31" fmla="*/ 278417 h 1054252"/>
                <a:gd name="connsiteX32" fmla="*/ 11483025 w 12192489"/>
                <a:gd name="connsiteY32" fmla="*/ 365503 h 1054252"/>
                <a:gd name="connsiteX33" fmla="*/ 11221035 w 12192489"/>
                <a:gd name="connsiteY33" fmla="*/ 506630 h 1054252"/>
                <a:gd name="connsiteX34" fmla="*/ 10943012 w 12192489"/>
                <a:gd name="connsiteY34" fmla="*/ 655083 h 1054252"/>
                <a:gd name="connsiteX35" fmla="*/ 9398339 w 12192489"/>
                <a:gd name="connsiteY35" fmla="*/ 701515 h 1054252"/>
                <a:gd name="connsiteX36" fmla="*/ 8122412 w 12192489"/>
                <a:gd name="connsiteY36" fmla="*/ 435293 h 1054252"/>
                <a:gd name="connsiteX37" fmla="*/ 7442574 w 12192489"/>
                <a:gd name="connsiteY37" fmla="*/ 419830 h 1054252"/>
                <a:gd name="connsiteX38" fmla="*/ 6778281 w 12192489"/>
                <a:gd name="connsiteY38" fmla="*/ 603442 h 1054252"/>
                <a:gd name="connsiteX39" fmla="*/ 6648669 w 12192489"/>
                <a:gd name="connsiteY39" fmla="*/ 647392 h 1054252"/>
                <a:gd name="connsiteX40" fmla="*/ 6078868 w 12192489"/>
                <a:gd name="connsiteY40" fmla="*/ 828400 h 1054252"/>
                <a:gd name="connsiteX41" fmla="*/ 5383688 w 12192489"/>
                <a:gd name="connsiteY41" fmla="*/ 950157 h 1054252"/>
                <a:gd name="connsiteX42" fmla="*/ 5090120 w 12192489"/>
                <a:gd name="connsiteY42" fmla="*/ 989793 h 1054252"/>
                <a:gd name="connsiteX43" fmla="*/ 4490042 w 12192489"/>
                <a:gd name="connsiteY43" fmla="*/ 1053317 h 1054252"/>
                <a:gd name="connsiteX44" fmla="*/ 4426315 w 12192489"/>
                <a:gd name="connsiteY44" fmla="*/ 1054253 h 105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192489" h="1054252">
                  <a:moveTo>
                    <a:pt x="4426193" y="1054253"/>
                  </a:moveTo>
                  <a:cubicBezTo>
                    <a:pt x="4103447" y="1054253"/>
                    <a:pt x="3794659" y="981207"/>
                    <a:pt x="3550574" y="846305"/>
                  </a:cubicBezTo>
                  <a:cubicBezTo>
                    <a:pt x="3377624" y="750674"/>
                    <a:pt x="3224206" y="621022"/>
                    <a:pt x="3075876" y="495602"/>
                  </a:cubicBezTo>
                  <a:cubicBezTo>
                    <a:pt x="2903821" y="350161"/>
                    <a:pt x="2725946" y="199755"/>
                    <a:pt x="2517469" y="102903"/>
                  </a:cubicBezTo>
                  <a:cubicBezTo>
                    <a:pt x="2333002" y="17201"/>
                    <a:pt x="2140844" y="-7419"/>
                    <a:pt x="1930048" y="27537"/>
                  </a:cubicBezTo>
                  <a:cubicBezTo>
                    <a:pt x="1761085" y="55575"/>
                    <a:pt x="1581705" y="121215"/>
                    <a:pt x="1365577" y="234182"/>
                  </a:cubicBezTo>
                  <a:cubicBezTo>
                    <a:pt x="1148555" y="347597"/>
                    <a:pt x="935114" y="454542"/>
                    <a:pt x="709708" y="517089"/>
                  </a:cubicBezTo>
                  <a:cubicBezTo>
                    <a:pt x="459154" y="586635"/>
                    <a:pt x="228417" y="588874"/>
                    <a:pt x="4395" y="524007"/>
                  </a:cubicBezTo>
                  <a:cubicBezTo>
                    <a:pt x="1140" y="523071"/>
                    <a:pt x="-692" y="519693"/>
                    <a:pt x="244" y="516438"/>
                  </a:cubicBezTo>
                  <a:cubicBezTo>
                    <a:pt x="1180" y="513182"/>
                    <a:pt x="4558" y="511310"/>
                    <a:pt x="7813" y="512287"/>
                  </a:cubicBezTo>
                  <a:cubicBezTo>
                    <a:pt x="229597" y="576543"/>
                    <a:pt x="458136" y="574264"/>
                    <a:pt x="706453" y="505369"/>
                  </a:cubicBezTo>
                  <a:cubicBezTo>
                    <a:pt x="930678" y="443147"/>
                    <a:pt x="1143509" y="336488"/>
                    <a:pt x="1359921" y="223398"/>
                  </a:cubicBezTo>
                  <a:cubicBezTo>
                    <a:pt x="1577228" y="109821"/>
                    <a:pt x="1757789" y="43774"/>
                    <a:pt x="1928054" y="15532"/>
                  </a:cubicBezTo>
                  <a:cubicBezTo>
                    <a:pt x="2141373" y="-19872"/>
                    <a:pt x="2335851" y="5114"/>
                    <a:pt x="2522637" y="91875"/>
                  </a:cubicBezTo>
                  <a:cubicBezTo>
                    <a:pt x="2732620" y="189419"/>
                    <a:pt x="2911146" y="340354"/>
                    <a:pt x="3083811" y="486324"/>
                  </a:cubicBezTo>
                  <a:cubicBezTo>
                    <a:pt x="3231694" y="611337"/>
                    <a:pt x="3384623" y="740622"/>
                    <a:pt x="3556516" y="835684"/>
                  </a:cubicBezTo>
                  <a:cubicBezTo>
                    <a:pt x="3814721" y="978399"/>
                    <a:pt x="4146054" y="1051364"/>
                    <a:pt x="4489595" y="1041190"/>
                  </a:cubicBezTo>
                  <a:cubicBezTo>
                    <a:pt x="4690055" y="1035249"/>
                    <a:pt x="4892509" y="1006030"/>
                    <a:pt x="5088289" y="977789"/>
                  </a:cubicBezTo>
                  <a:cubicBezTo>
                    <a:pt x="5184571" y="963912"/>
                    <a:pt x="5284150" y="949547"/>
                    <a:pt x="5382182" y="938112"/>
                  </a:cubicBezTo>
                  <a:cubicBezTo>
                    <a:pt x="5592043" y="913695"/>
                    <a:pt x="5836005" y="882157"/>
                    <a:pt x="6075572" y="816721"/>
                  </a:cubicBezTo>
                  <a:cubicBezTo>
                    <a:pt x="6267608" y="764225"/>
                    <a:pt x="6459319" y="698992"/>
                    <a:pt x="6644681" y="635916"/>
                  </a:cubicBezTo>
                  <a:cubicBezTo>
                    <a:pt x="6687898" y="621225"/>
                    <a:pt x="6731116" y="606494"/>
                    <a:pt x="6774333" y="591926"/>
                  </a:cubicBezTo>
                  <a:cubicBezTo>
                    <a:pt x="6997460" y="516804"/>
                    <a:pt x="7216273" y="446199"/>
                    <a:pt x="7440457" y="407825"/>
                  </a:cubicBezTo>
                  <a:cubicBezTo>
                    <a:pt x="7692029" y="364770"/>
                    <a:pt x="7916092" y="369898"/>
                    <a:pt x="8125382" y="423492"/>
                  </a:cubicBezTo>
                  <a:cubicBezTo>
                    <a:pt x="8570374" y="537395"/>
                    <a:pt x="8999291" y="626882"/>
                    <a:pt x="9400170" y="689470"/>
                  </a:cubicBezTo>
                  <a:cubicBezTo>
                    <a:pt x="9874259" y="763493"/>
                    <a:pt x="10464325" y="855624"/>
                    <a:pt x="10938007" y="643974"/>
                  </a:cubicBezTo>
                  <a:cubicBezTo>
                    <a:pt x="11033639" y="601245"/>
                    <a:pt x="11125770" y="547772"/>
                    <a:pt x="11214849" y="496091"/>
                  </a:cubicBezTo>
                  <a:cubicBezTo>
                    <a:pt x="11299575" y="446932"/>
                    <a:pt x="11387190" y="396105"/>
                    <a:pt x="11477897" y="354393"/>
                  </a:cubicBezTo>
                  <a:cubicBezTo>
                    <a:pt x="11705215" y="249931"/>
                    <a:pt x="11937580" y="237763"/>
                    <a:pt x="12188216" y="317199"/>
                  </a:cubicBezTo>
                  <a:cubicBezTo>
                    <a:pt x="12191431" y="318216"/>
                    <a:pt x="12193221" y="321634"/>
                    <a:pt x="12192204" y="324849"/>
                  </a:cubicBezTo>
                  <a:cubicBezTo>
                    <a:pt x="12191187" y="328064"/>
                    <a:pt x="12187768" y="329855"/>
                    <a:pt x="12184553" y="328837"/>
                  </a:cubicBezTo>
                  <a:cubicBezTo>
                    <a:pt x="12060517" y="289527"/>
                    <a:pt x="11944497" y="273045"/>
                    <a:pt x="11829821" y="278417"/>
                  </a:cubicBezTo>
                  <a:cubicBezTo>
                    <a:pt x="11711930" y="283951"/>
                    <a:pt x="11598515" y="312437"/>
                    <a:pt x="11483025" y="365503"/>
                  </a:cubicBezTo>
                  <a:cubicBezTo>
                    <a:pt x="11392846" y="406930"/>
                    <a:pt x="11305516" y="457635"/>
                    <a:pt x="11221035" y="506630"/>
                  </a:cubicBezTo>
                  <a:cubicBezTo>
                    <a:pt x="11131670" y="558475"/>
                    <a:pt x="11039254" y="612110"/>
                    <a:pt x="10943012" y="655083"/>
                  </a:cubicBezTo>
                  <a:cubicBezTo>
                    <a:pt x="10466034" y="868199"/>
                    <a:pt x="9874055" y="775782"/>
                    <a:pt x="9398339" y="701515"/>
                  </a:cubicBezTo>
                  <a:cubicBezTo>
                    <a:pt x="8997094" y="638887"/>
                    <a:pt x="8567810" y="549278"/>
                    <a:pt x="8122412" y="435293"/>
                  </a:cubicBezTo>
                  <a:cubicBezTo>
                    <a:pt x="7914830" y="382147"/>
                    <a:pt x="7692436" y="377101"/>
                    <a:pt x="7442574" y="419830"/>
                  </a:cubicBezTo>
                  <a:cubicBezTo>
                    <a:pt x="7219244" y="458041"/>
                    <a:pt x="7000919" y="528483"/>
                    <a:pt x="6778281" y="603442"/>
                  </a:cubicBezTo>
                  <a:cubicBezTo>
                    <a:pt x="6735063" y="618011"/>
                    <a:pt x="6691846" y="632701"/>
                    <a:pt x="6648669" y="647392"/>
                  </a:cubicBezTo>
                  <a:cubicBezTo>
                    <a:pt x="6463103" y="710549"/>
                    <a:pt x="6271270" y="775823"/>
                    <a:pt x="6078868" y="828400"/>
                  </a:cubicBezTo>
                  <a:cubicBezTo>
                    <a:pt x="5838487" y="894080"/>
                    <a:pt x="5593996" y="925700"/>
                    <a:pt x="5383688" y="950157"/>
                  </a:cubicBezTo>
                  <a:cubicBezTo>
                    <a:pt x="5285859" y="961551"/>
                    <a:pt x="5186362" y="975876"/>
                    <a:pt x="5090120" y="989793"/>
                  </a:cubicBezTo>
                  <a:cubicBezTo>
                    <a:pt x="4894014" y="1018076"/>
                    <a:pt x="4691194" y="1047335"/>
                    <a:pt x="4490042" y="1053317"/>
                  </a:cubicBezTo>
                  <a:cubicBezTo>
                    <a:pt x="4468759" y="1053968"/>
                    <a:pt x="4447476" y="1054253"/>
                    <a:pt x="4426315" y="105425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36" name="Freeform: Shape 35">
              <a:extLst>
                <a:ext uri="{FF2B5EF4-FFF2-40B4-BE49-F238E27FC236}">
                  <a16:creationId xmlns:a16="http://schemas.microsoft.com/office/drawing/2014/main" id="{DB7661C3-9CFC-5891-F942-E8242CF6A0D5}"/>
                </a:ext>
              </a:extLst>
            </p:cNvPr>
            <p:cNvSpPr/>
            <p:nvPr/>
          </p:nvSpPr>
          <p:spPr>
            <a:xfrm>
              <a:off x="62" y="2182000"/>
              <a:ext cx="12192349" cy="1060291"/>
            </a:xfrm>
            <a:custGeom>
              <a:avLst/>
              <a:gdLst>
                <a:gd name="connsiteX0" fmla="*/ 4380145 w 12192349"/>
                <a:gd name="connsiteY0" fmla="*/ 1060292 h 1060291"/>
                <a:gd name="connsiteX1" fmla="*/ 3539605 w 12192349"/>
                <a:gd name="connsiteY1" fmla="*/ 857634 h 1060291"/>
                <a:gd name="connsiteX2" fmla="*/ 3086394 w 12192349"/>
                <a:gd name="connsiteY2" fmla="*/ 497287 h 1060291"/>
                <a:gd name="connsiteX3" fmla="*/ 2594481 w 12192349"/>
                <a:gd name="connsiteY3" fmla="*/ 116307 h 1060291"/>
                <a:gd name="connsiteX4" fmla="*/ 2016541 w 12192349"/>
                <a:gd name="connsiteY4" fmla="*/ 24216 h 1060291"/>
                <a:gd name="connsiteX5" fmla="*/ 1455327 w 12192349"/>
                <a:gd name="connsiteY5" fmla="*/ 222967 h 1060291"/>
                <a:gd name="connsiteX6" fmla="*/ 756240 w 12192349"/>
                <a:gd name="connsiteY6" fmla="*/ 527441 h 1060291"/>
                <a:gd name="connsiteX7" fmla="*/ 4332 w 12192349"/>
                <a:gd name="connsiteY7" fmla="*/ 536272 h 1060291"/>
                <a:gd name="connsiteX8" fmla="*/ 263 w 12192349"/>
                <a:gd name="connsiteY8" fmla="*/ 528662 h 1060291"/>
                <a:gd name="connsiteX9" fmla="*/ 7873 w 12192349"/>
                <a:gd name="connsiteY9" fmla="*/ 524593 h 1060291"/>
                <a:gd name="connsiteX10" fmla="*/ 1449792 w 12192349"/>
                <a:gd name="connsiteY10" fmla="*/ 212142 h 1060291"/>
                <a:gd name="connsiteX11" fmla="*/ 2014791 w 12192349"/>
                <a:gd name="connsiteY11" fmla="*/ 12171 h 1060291"/>
                <a:gd name="connsiteX12" fmla="*/ 2600219 w 12192349"/>
                <a:gd name="connsiteY12" fmla="*/ 105523 h 1060291"/>
                <a:gd name="connsiteX13" fmla="*/ 3094736 w 12192349"/>
                <a:gd name="connsiteY13" fmla="*/ 488334 h 1060291"/>
                <a:gd name="connsiteX14" fmla="*/ 3545710 w 12192349"/>
                <a:gd name="connsiteY14" fmla="*/ 847054 h 1060291"/>
                <a:gd name="connsiteX15" fmla="*/ 4464220 w 12192349"/>
                <a:gd name="connsiteY15" fmla="*/ 1046415 h 1060291"/>
                <a:gd name="connsiteX16" fmla="*/ 4967038 w 12192349"/>
                <a:gd name="connsiteY16" fmla="*/ 996727 h 1060291"/>
                <a:gd name="connsiteX17" fmla="*/ 5328485 w 12192349"/>
                <a:gd name="connsiteY17" fmla="*/ 955789 h 1060291"/>
                <a:gd name="connsiteX18" fmla="*/ 6015119 w 12192349"/>
                <a:gd name="connsiteY18" fmla="*/ 856658 h 1060291"/>
                <a:gd name="connsiteX19" fmla="*/ 6681243 w 12192349"/>
                <a:gd name="connsiteY19" fmla="*/ 642972 h 1060291"/>
                <a:gd name="connsiteX20" fmla="*/ 6740575 w 12192349"/>
                <a:gd name="connsiteY20" fmla="*/ 621974 h 1060291"/>
                <a:gd name="connsiteX21" fmla="*/ 8007347 w 12192349"/>
                <a:gd name="connsiteY21" fmla="*/ 409591 h 1060291"/>
                <a:gd name="connsiteX22" fmla="*/ 8637009 w 12192349"/>
                <a:gd name="connsiteY22" fmla="*/ 536028 h 1060291"/>
                <a:gd name="connsiteX23" fmla="*/ 9297436 w 12192349"/>
                <a:gd name="connsiteY23" fmla="*/ 668121 h 1060291"/>
                <a:gd name="connsiteX24" fmla="*/ 10084423 w 12192349"/>
                <a:gd name="connsiteY24" fmla="*/ 765340 h 1060291"/>
                <a:gd name="connsiteX25" fmla="*/ 10855131 w 12192349"/>
                <a:gd name="connsiteY25" fmla="*/ 634915 h 1060291"/>
                <a:gd name="connsiteX26" fmla="*/ 11138566 w 12192349"/>
                <a:gd name="connsiteY26" fmla="*/ 489026 h 1060291"/>
                <a:gd name="connsiteX27" fmla="*/ 11449186 w 12192349"/>
                <a:gd name="connsiteY27" fmla="*/ 331458 h 1060291"/>
                <a:gd name="connsiteX28" fmla="*/ 12188437 w 12192349"/>
                <a:gd name="connsiteY28" fmla="*/ 329464 h 1060291"/>
                <a:gd name="connsiteX29" fmla="*/ 12191937 w 12192349"/>
                <a:gd name="connsiteY29" fmla="*/ 337358 h 1060291"/>
                <a:gd name="connsiteX30" fmla="*/ 12184043 w 12192349"/>
                <a:gd name="connsiteY30" fmla="*/ 340858 h 1060291"/>
                <a:gd name="connsiteX31" fmla="*/ 11453865 w 12192349"/>
                <a:gd name="connsiteY31" fmla="*/ 342730 h 1060291"/>
                <a:gd name="connsiteX32" fmla="*/ 11144467 w 12192349"/>
                <a:gd name="connsiteY32" fmla="*/ 499688 h 1060291"/>
                <a:gd name="connsiteX33" fmla="*/ 10860014 w 12192349"/>
                <a:gd name="connsiteY33" fmla="*/ 646106 h 1060291"/>
                <a:gd name="connsiteX34" fmla="*/ 10084097 w 12192349"/>
                <a:gd name="connsiteY34" fmla="*/ 777548 h 1060291"/>
                <a:gd name="connsiteX35" fmla="*/ 9295198 w 12192349"/>
                <a:gd name="connsiteY35" fmla="*/ 680126 h 1060291"/>
                <a:gd name="connsiteX36" fmla="*/ 8634445 w 12192349"/>
                <a:gd name="connsiteY36" fmla="*/ 547992 h 1060291"/>
                <a:gd name="connsiteX37" fmla="*/ 8005068 w 12192349"/>
                <a:gd name="connsiteY37" fmla="*/ 421596 h 1060291"/>
                <a:gd name="connsiteX38" fmla="*/ 6744563 w 12192349"/>
                <a:gd name="connsiteY38" fmla="*/ 633490 h 1060291"/>
                <a:gd name="connsiteX39" fmla="*/ 6685231 w 12192349"/>
                <a:gd name="connsiteY39" fmla="*/ 654489 h 1060291"/>
                <a:gd name="connsiteX40" fmla="*/ 6018049 w 12192349"/>
                <a:gd name="connsiteY40" fmla="*/ 868500 h 1060291"/>
                <a:gd name="connsiteX41" fmla="*/ 5329380 w 12192349"/>
                <a:gd name="connsiteY41" fmla="*/ 967957 h 1060291"/>
                <a:gd name="connsiteX42" fmla="*/ 4968503 w 12192349"/>
                <a:gd name="connsiteY42" fmla="*/ 1008814 h 1060291"/>
                <a:gd name="connsiteX43" fmla="*/ 4464586 w 12192349"/>
                <a:gd name="connsiteY43" fmla="*/ 1058623 h 1060291"/>
                <a:gd name="connsiteX44" fmla="*/ 4380064 w 12192349"/>
                <a:gd name="connsiteY44" fmla="*/ 1060292 h 1060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192349" h="1060291">
                  <a:moveTo>
                    <a:pt x="4380145" y="1060292"/>
                  </a:moveTo>
                  <a:cubicBezTo>
                    <a:pt x="4064317" y="1060292"/>
                    <a:pt x="3768511" y="989362"/>
                    <a:pt x="3539605" y="857634"/>
                  </a:cubicBezTo>
                  <a:cubicBezTo>
                    <a:pt x="3370928" y="760579"/>
                    <a:pt x="3226300" y="626735"/>
                    <a:pt x="3086394" y="497287"/>
                  </a:cubicBezTo>
                  <a:cubicBezTo>
                    <a:pt x="2935703" y="357828"/>
                    <a:pt x="2779925" y="213648"/>
                    <a:pt x="2594481" y="116307"/>
                  </a:cubicBezTo>
                  <a:cubicBezTo>
                    <a:pt x="2416444" y="22873"/>
                    <a:pt x="2227419" y="-7241"/>
                    <a:pt x="2016541" y="24216"/>
                  </a:cubicBezTo>
                  <a:cubicBezTo>
                    <a:pt x="1848189" y="49324"/>
                    <a:pt x="1669867" y="112482"/>
                    <a:pt x="1455327" y="222967"/>
                  </a:cubicBezTo>
                  <a:cubicBezTo>
                    <a:pt x="1241763" y="332963"/>
                    <a:pt x="999673" y="457610"/>
                    <a:pt x="756240" y="527441"/>
                  </a:cubicBezTo>
                  <a:cubicBezTo>
                    <a:pt x="487292" y="604557"/>
                    <a:pt x="241336" y="607446"/>
                    <a:pt x="4332" y="536272"/>
                  </a:cubicBezTo>
                  <a:cubicBezTo>
                    <a:pt x="1117" y="535295"/>
                    <a:pt x="-714" y="531918"/>
                    <a:pt x="263" y="528662"/>
                  </a:cubicBezTo>
                  <a:cubicBezTo>
                    <a:pt x="1239" y="525447"/>
                    <a:pt x="4617" y="523575"/>
                    <a:pt x="7873" y="524593"/>
                  </a:cubicBezTo>
                  <a:cubicBezTo>
                    <a:pt x="535352" y="683015"/>
                    <a:pt x="1000243" y="443652"/>
                    <a:pt x="1449792" y="212142"/>
                  </a:cubicBezTo>
                  <a:cubicBezTo>
                    <a:pt x="1665553" y="101006"/>
                    <a:pt x="1845096" y="37482"/>
                    <a:pt x="2014791" y="12171"/>
                  </a:cubicBezTo>
                  <a:cubicBezTo>
                    <a:pt x="2228355" y="-19693"/>
                    <a:pt x="2419822" y="10868"/>
                    <a:pt x="2600219" y="105523"/>
                  </a:cubicBezTo>
                  <a:cubicBezTo>
                    <a:pt x="2787087" y="203596"/>
                    <a:pt x="2943475" y="348346"/>
                    <a:pt x="3094736" y="488334"/>
                  </a:cubicBezTo>
                  <a:cubicBezTo>
                    <a:pt x="3234114" y="617335"/>
                    <a:pt x="3378253" y="750690"/>
                    <a:pt x="3545710" y="847054"/>
                  </a:cubicBezTo>
                  <a:cubicBezTo>
                    <a:pt x="3793009" y="989321"/>
                    <a:pt x="4119214" y="1060129"/>
                    <a:pt x="4464220" y="1046415"/>
                  </a:cubicBezTo>
                  <a:cubicBezTo>
                    <a:pt x="4632450" y="1039741"/>
                    <a:pt x="4802552" y="1017848"/>
                    <a:pt x="4967038" y="996727"/>
                  </a:cubicBezTo>
                  <a:cubicBezTo>
                    <a:pt x="5085336" y="981508"/>
                    <a:pt x="5207704" y="965800"/>
                    <a:pt x="5328485" y="955789"/>
                  </a:cubicBezTo>
                  <a:cubicBezTo>
                    <a:pt x="5561581" y="936541"/>
                    <a:pt x="5789510" y="914484"/>
                    <a:pt x="6015119" y="856658"/>
                  </a:cubicBezTo>
                  <a:cubicBezTo>
                    <a:pt x="6241135" y="798750"/>
                    <a:pt x="6464872" y="719559"/>
                    <a:pt x="6681243" y="642972"/>
                  </a:cubicBezTo>
                  <a:lnTo>
                    <a:pt x="6740575" y="621974"/>
                  </a:lnTo>
                  <a:cubicBezTo>
                    <a:pt x="7148047" y="477876"/>
                    <a:pt x="7569395" y="328853"/>
                    <a:pt x="8007347" y="409591"/>
                  </a:cubicBezTo>
                  <a:cubicBezTo>
                    <a:pt x="8217939" y="448413"/>
                    <a:pt x="8430974" y="492973"/>
                    <a:pt x="8637009" y="536028"/>
                  </a:cubicBezTo>
                  <a:cubicBezTo>
                    <a:pt x="8853096" y="581198"/>
                    <a:pt x="9076588" y="627956"/>
                    <a:pt x="9297436" y="668121"/>
                  </a:cubicBezTo>
                  <a:cubicBezTo>
                    <a:pt x="9536637" y="711623"/>
                    <a:pt x="9814457" y="758585"/>
                    <a:pt x="10084423" y="765340"/>
                  </a:cubicBezTo>
                  <a:cubicBezTo>
                    <a:pt x="10385071" y="772868"/>
                    <a:pt x="10637172" y="730180"/>
                    <a:pt x="10855131" y="634915"/>
                  </a:cubicBezTo>
                  <a:cubicBezTo>
                    <a:pt x="10952512" y="592349"/>
                    <a:pt x="11047085" y="539812"/>
                    <a:pt x="11138566" y="489026"/>
                  </a:cubicBezTo>
                  <a:cubicBezTo>
                    <a:pt x="11238430" y="433560"/>
                    <a:pt x="11341712" y="376221"/>
                    <a:pt x="11449186" y="331458"/>
                  </a:cubicBezTo>
                  <a:cubicBezTo>
                    <a:pt x="11689200" y="231553"/>
                    <a:pt x="11931005" y="230902"/>
                    <a:pt x="12188437" y="329464"/>
                  </a:cubicBezTo>
                  <a:cubicBezTo>
                    <a:pt x="12191571" y="330684"/>
                    <a:pt x="12193158" y="334184"/>
                    <a:pt x="12191937" y="337358"/>
                  </a:cubicBezTo>
                  <a:cubicBezTo>
                    <a:pt x="12190716" y="340492"/>
                    <a:pt x="12187176" y="342079"/>
                    <a:pt x="12184043" y="340858"/>
                  </a:cubicBezTo>
                  <a:cubicBezTo>
                    <a:pt x="11929663" y="243477"/>
                    <a:pt x="11690829" y="244087"/>
                    <a:pt x="11453865" y="342730"/>
                  </a:cubicBezTo>
                  <a:cubicBezTo>
                    <a:pt x="11347043" y="387209"/>
                    <a:pt x="11244046" y="444384"/>
                    <a:pt x="11144467" y="499688"/>
                  </a:cubicBezTo>
                  <a:cubicBezTo>
                    <a:pt x="11052742" y="550637"/>
                    <a:pt x="10957925" y="603295"/>
                    <a:pt x="10860014" y="646106"/>
                  </a:cubicBezTo>
                  <a:cubicBezTo>
                    <a:pt x="10640387" y="742103"/>
                    <a:pt x="10386578" y="785117"/>
                    <a:pt x="10084097" y="777548"/>
                  </a:cubicBezTo>
                  <a:cubicBezTo>
                    <a:pt x="9813236" y="770793"/>
                    <a:pt x="9534887" y="723710"/>
                    <a:pt x="9295198" y="680126"/>
                  </a:cubicBezTo>
                  <a:cubicBezTo>
                    <a:pt x="9074147" y="639920"/>
                    <a:pt x="8850613" y="593203"/>
                    <a:pt x="8634445" y="547992"/>
                  </a:cubicBezTo>
                  <a:cubicBezTo>
                    <a:pt x="8428491" y="504937"/>
                    <a:pt x="8215498" y="460377"/>
                    <a:pt x="8005068" y="421596"/>
                  </a:cubicBezTo>
                  <a:cubicBezTo>
                    <a:pt x="7570291" y="341428"/>
                    <a:pt x="7150529" y="489921"/>
                    <a:pt x="6744563" y="633490"/>
                  </a:cubicBezTo>
                  <a:lnTo>
                    <a:pt x="6685231" y="654489"/>
                  </a:lnTo>
                  <a:cubicBezTo>
                    <a:pt x="6468615" y="731157"/>
                    <a:pt x="6244594" y="810470"/>
                    <a:pt x="6018049" y="868500"/>
                  </a:cubicBezTo>
                  <a:cubicBezTo>
                    <a:pt x="5791504" y="926530"/>
                    <a:pt x="5563046" y="948667"/>
                    <a:pt x="5329380" y="967957"/>
                  </a:cubicBezTo>
                  <a:cubicBezTo>
                    <a:pt x="5208884" y="977927"/>
                    <a:pt x="5086679" y="993635"/>
                    <a:pt x="4968503" y="1008814"/>
                  </a:cubicBezTo>
                  <a:cubicBezTo>
                    <a:pt x="4803732" y="1030015"/>
                    <a:pt x="4633345" y="1051909"/>
                    <a:pt x="4464586" y="1058623"/>
                  </a:cubicBezTo>
                  <a:cubicBezTo>
                    <a:pt x="4436304" y="1059763"/>
                    <a:pt x="4408102" y="1060292"/>
                    <a:pt x="4380064" y="1060292"/>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37" name="Freeform: Shape 36">
              <a:extLst>
                <a:ext uri="{FF2B5EF4-FFF2-40B4-BE49-F238E27FC236}">
                  <a16:creationId xmlns:a16="http://schemas.microsoft.com/office/drawing/2014/main" id="{0CEE31CD-EA6C-3516-9FE8-09D3EC0A99DE}"/>
                </a:ext>
              </a:extLst>
            </p:cNvPr>
            <p:cNvSpPr/>
            <p:nvPr/>
          </p:nvSpPr>
          <p:spPr>
            <a:xfrm>
              <a:off x="44" y="2200559"/>
              <a:ext cx="12192289" cy="1068631"/>
            </a:xfrm>
            <a:custGeom>
              <a:avLst/>
              <a:gdLst>
                <a:gd name="connsiteX0" fmla="*/ 4327343 w 12192289"/>
                <a:gd name="connsiteY0" fmla="*/ 1068591 h 1068631"/>
                <a:gd name="connsiteX1" fmla="*/ 3548699 w 12192289"/>
                <a:gd name="connsiteY1" fmla="*/ 882903 h 1068631"/>
                <a:gd name="connsiteX2" fmla="*/ 3103056 w 12192289"/>
                <a:gd name="connsiteY2" fmla="*/ 500418 h 1068631"/>
                <a:gd name="connsiteX3" fmla="*/ 2678086 w 12192289"/>
                <a:gd name="connsiteY3" fmla="*/ 130832 h 1068631"/>
                <a:gd name="connsiteX4" fmla="*/ 2098518 w 12192289"/>
                <a:gd name="connsiteY4" fmla="*/ 23684 h 1068631"/>
                <a:gd name="connsiteX5" fmla="*/ 1529613 w 12192289"/>
                <a:gd name="connsiteY5" fmla="*/ 225650 h 1068631"/>
                <a:gd name="connsiteX6" fmla="*/ 1522450 w 12192289"/>
                <a:gd name="connsiteY6" fmla="*/ 229312 h 1068631"/>
                <a:gd name="connsiteX7" fmla="*/ 4310 w 12192289"/>
                <a:gd name="connsiteY7" fmla="*/ 553523 h 1068631"/>
                <a:gd name="connsiteX8" fmla="*/ 281 w 12192289"/>
                <a:gd name="connsiteY8" fmla="*/ 545914 h 1068631"/>
                <a:gd name="connsiteX9" fmla="*/ 7891 w 12192289"/>
                <a:gd name="connsiteY9" fmla="*/ 541885 h 1068631"/>
                <a:gd name="connsiteX10" fmla="*/ 1516916 w 12192289"/>
                <a:gd name="connsiteY10" fmla="*/ 218488 h 1068631"/>
                <a:gd name="connsiteX11" fmla="*/ 1524078 w 12192289"/>
                <a:gd name="connsiteY11" fmla="*/ 214825 h 1068631"/>
                <a:gd name="connsiteX12" fmla="*/ 2096728 w 12192289"/>
                <a:gd name="connsiteY12" fmla="*/ 11679 h 1068631"/>
                <a:gd name="connsiteX13" fmla="*/ 2684353 w 12192289"/>
                <a:gd name="connsiteY13" fmla="*/ 120455 h 1068631"/>
                <a:gd name="connsiteX14" fmla="*/ 3111805 w 12192289"/>
                <a:gd name="connsiteY14" fmla="*/ 492035 h 1068631"/>
                <a:gd name="connsiteX15" fmla="*/ 3554762 w 12192289"/>
                <a:gd name="connsiteY15" fmla="*/ 872404 h 1068631"/>
                <a:gd name="connsiteX16" fmla="*/ 4419556 w 12192289"/>
                <a:gd name="connsiteY16" fmla="*/ 1054388 h 1068631"/>
                <a:gd name="connsiteX17" fmla="*/ 4848392 w 12192289"/>
                <a:gd name="connsiteY17" fmla="*/ 1014223 h 1068631"/>
                <a:gd name="connsiteX18" fmla="*/ 5266892 w 12192289"/>
                <a:gd name="connsiteY18" fmla="*/ 974506 h 1068631"/>
                <a:gd name="connsiteX19" fmla="*/ 5945062 w 12192289"/>
                <a:gd name="connsiteY19" fmla="*/ 897390 h 1068631"/>
                <a:gd name="connsiteX20" fmla="*/ 6634301 w 12192289"/>
                <a:gd name="connsiteY20" fmla="*/ 674508 h 1068631"/>
                <a:gd name="connsiteX21" fmla="*/ 6702056 w 12192289"/>
                <a:gd name="connsiteY21" fmla="*/ 649155 h 1068631"/>
                <a:gd name="connsiteX22" fmla="*/ 7895334 w 12192289"/>
                <a:gd name="connsiteY22" fmla="*/ 401693 h 1068631"/>
                <a:gd name="connsiteX23" fmla="*/ 8836796 w 12192289"/>
                <a:gd name="connsiteY23" fmla="*/ 572650 h 1068631"/>
                <a:gd name="connsiteX24" fmla="*/ 9179808 w 12192289"/>
                <a:gd name="connsiteY24" fmla="*/ 647405 h 1068631"/>
                <a:gd name="connsiteX25" fmla="*/ 10782754 w 12192289"/>
                <a:gd name="connsiteY25" fmla="*/ 616762 h 1068631"/>
                <a:gd name="connsiteX26" fmla="*/ 11054918 w 12192289"/>
                <a:gd name="connsiteY26" fmla="*/ 480762 h 1068631"/>
                <a:gd name="connsiteX27" fmla="*/ 11415103 w 12192289"/>
                <a:gd name="connsiteY27" fmla="*/ 308748 h 1068631"/>
                <a:gd name="connsiteX28" fmla="*/ 12188659 w 12192289"/>
                <a:gd name="connsiteY28" fmla="*/ 341588 h 1068631"/>
                <a:gd name="connsiteX29" fmla="*/ 12191752 w 12192289"/>
                <a:gd name="connsiteY29" fmla="*/ 349645 h 1068631"/>
                <a:gd name="connsiteX30" fmla="*/ 12183695 w 12192289"/>
                <a:gd name="connsiteY30" fmla="*/ 352738 h 1068631"/>
                <a:gd name="connsiteX31" fmla="*/ 11419375 w 12192289"/>
                <a:gd name="connsiteY31" fmla="*/ 320142 h 1068631"/>
                <a:gd name="connsiteX32" fmla="*/ 11060615 w 12192289"/>
                <a:gd name="connsiteY32" fmla="*/ 491505 h 1068631"/>
                <a:gd name="connsiteX33" fmla="*/ 10787637 w 12192289"/>
                <a:gd name="connsiteY33" fmla="*/ 627872 h 1068631"/>
                <a:gd name="connsiteX34" fmla="*/ 10049362 w 12192289"/>
                <a:gd name="connsiteY34" fmla="*/ 769529 h 1068631"/>
                <a:gd name="connsiteX35" fmla="*/ 9177325 w 12192289"/>
                <a:gd name="connsiteY35" fmla="*/ 659329 h 1068631"/>
                <a:gd name="connsiteX36" fmla="*/ 8834110 w 12192289"/>
                <a:gd name="connsiteY36" fmla="*/ 584532 h 1068631"/>
                <a:gd name="connsiteX37" fmla="*/ 7894113 w 12192289"/>
                <a:gd name="connsiteY37" fmla="*/ 413820 h 1068631"/>
                <a:gd name="connsiteX38" fmla="*/ 6706329 w 12192289"/>
                <a:gd name="connsiteY38" fmla="*/ 660549 h 1068631"/>
                <a:gd name="connsiteX39" fmla="*/ 6638573 w 12192289"/>
                <a:gd name="connsiteY39" fmla="*/ 685902 h 1068631"/>
                <a:gd name="connsiteX40" fmla="*/ 5947910 w 12192289"/>
                <a:gd name="connsiteY40" fmla="*/ 909191 h 1068631"/>
                <a:gd name="connsiteX41" fmla="*/ 5267503 w 12192289"/>
                <a:gd name="connsiteY41" fmla="*/ 986632 h 1068631"/>
                <a:gd name="connsiteX42" fmla="*/ 4849817 w 12192289"/>
                <a:gd name="connsiteY42" fmla="*/ 1026269 h 1068631"/>
                <a:gd name="connsiteX43" fmla="*/ 4420085 w 12192289"/>
                <a:gd name="connsiteY43" fmla="*/ 1066515 h 1068631"/>
                <a:gd name="connsiteX44" fmla="*/ 4327262 w 12192289"/>
                <a:gd name="connsiteY44" fmla="*/ 1068631 h 106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192289" h="1068631">
                  <a:moveTo>
                    <a:pt x="4327343" y="1068591"/>
                  </a:moveTo>
                  <a:cubicBezTo>
                    <a:pt x="4032025" y="1068591"/>
                    <a:pt x="3758396" y="1003724"/>
                    <a:pt x="3548699" y="882903"/>
                  </a:cubicBezTo>
                  <a:cubicBezTo>
                    <a:pt x="3376359" y="783568"/>
                    <a:pt x="3237388" y="639633"/>
                    <a:pt x="3103056" y="500418"/>
                  </a:cubicBezTo>
                  <a:cubicBezTo>
                    <a:pt x="2973974" y="366696"/>
                    <a:pt x="2840497" y="228417"/>
                    <a:pt x="2678086" y="130832"/>
                  </a:cubicBezTo>
                  <a:cubicBezTo>
                    <a:pt x="2504484" y="26533"/>
                    <a:pt x="2314930" y="-8505"/>
                    <a:pt x="2098518" y="23684"/>
                  </a:cubicBezTo>
                  <a:cubicBezTo>
                    <a:pt x="1932323" y="48386"/>
                    <a:pt x="1751559" y="112561"/>
                    <a:pt x="1529613" y="225650"/>
                  </a:cubicBezTo>
                  <a:lnTo>
                    <a:pt x="1522450" y="229312"/>
                  </a:lnTo>
                  <a:cubicBezTo>
                    <a:pt x="1046531" y="471809"/>
                    <a:pt x="554375" y="722567"/>
                    <a:pt x="4310" y="553523"/>
                  </a:cubicBezTo>
                  <a:cubicBezTo>
                    <a:pt x="1095" y="552547"/>
                    <a:pt x="-736" y="549129"/>
                    <a:pt x="281" y="545914"/>
                  </a:cubicBezTo>
                  <a:cubicBezTo>
                    <a:pt x="1258" y="542699"/>
                    <a:pt x="4676" y="540868"/>
                    <a:pt x="7891" y="541885"/>
                  </a:cubicBezTo>
                  <a:cubicBezTo>
                    <a:pt x="553235" y="709464"/>
                    <a:pt x="1043153" y="459845"/>
                    <a:pt x="1516916" y="218488"/>
                  </a:cubicBezTo>
                  <a:lnTo>
                    <a:pt x="1524078" y="214825"/>
                  </a:lnTo>
                  <a:cubicBezTo>
                    <a:pt x="1747245" y="101125"/>
                    <a:pt x="1929189" y="36584"/>
                    <a:pt x="2096728" y="11679"/>
                  </a:cubicBezTo>
                  <a:cubicBezTo>
                    <a:pt x="2316029" y="-20957"/>
                    <a:pt x="2508228" y="14650"/>
                    <a:pt x="2684353" y="120455"/>
                  </a:cubicBezTo>
                  <a:cubicBezTo>
                    <a:pt x="2848147" y="218854"/>
                    <a:pt x="2982194" y="357743"/>
                    <a:pt x="3111805" y="492035"/>
                  </a:cubicBezTo>
                  <a:cubicBezTo>
                    <a:pt x="3245567" y="630639"/>
                    <a:pt x="3383928" y="773964"/>
                    <a:pt x="3554762" y="872404"/>
                  </a:cubicBezTo>
                  <a:cubicBezTo>
                    <a:pt x="3784278" y="1004660"/>
                    <a:pt x="4091438" y="1069282"/>
                    <a:pt x="4419556" y="1054388"/>
                  </a:cubicBezTo>
                  <a:cubicBezTo>
                    <a:pt x="4563004" y="1047877"/>
                    <a:pt x="4708078" y="1030786"/>
                    <a:pt x="4848392" y="1014223"/>
                  </a:cubicBezTo>
                  <a:cubicBezTo>
                    <a:pt x="4985247" y="998108"/>
                    <a:pt x="5126741" y="981424"/>
                    <a:pt x="5266892" y="974506"/>
                  </a:cubicBezTo>
                  <a:cubicBezTo>
                    <a:pt x="5486926" y="963681"/>
                    <a:pt x="5714447" y="952449"/>
                    <a:pt x="5945062" y="897390"/>
                  </a:cubicBezTo>
                  <a:cubicBezTo>
                    <a:pt x="6180763" y="841110"/>
                    <a:pt x="6405599" y="759843"/>
                    <a:pt x="6634301" y="674508"/>
                  </a:cubicBezTo>
                  <a:cubicBezTo>
                    <a:pt x="6656886" y="666084"/>
                    <a:pt x="6679471" y="657619"/>
                    <a:pt x="6702056" y="649155"/>
                  </a:cubicBezTo>
                  <a:cubicBezTo>
                    <a:pt x="7081693" y="506847"/>
                    <a:pt x="7474230" y="359697"/>
                    <a:pt x="7895334" y="401693"/>
                  </a:cubicBezTo>
                  <a:cubicBezTo>
                    <a:pt x="8215028" y="433557"/>
                    <a:pt x="8531100" y="504283"/>
                    <a:pt x="8836796" y="572650"/>
                  </a:cubicBezTo>
                  <a:cubicBezTo>
                    <a:pt x="8948990" y="597758"/>
                    <a:pt x="9064969" y="623680"/>
                    <a:pt x="9179808" y="647405"/>
                  </a:cubicBezTo>
                  <a:cubicBezTo>
                    <a:pt x="9683969" y="751623"/>
                    <a:pt x="10265164" y="843836"/>
                    <a:pt x="10782754" y="616762"/>
                  </a:cubicBezTo>
                  <a:cubicBezTo>
                    <a:pt x="10875537" y="576068"/>
                    <a:pt x="10966733" y="527642"/>
                    <a:pt x="11054918" y="480762"/>
                  </a:cubicBezTo>
                  <a:cubicBezTo>
                    <a:pt x="11170571" y="419314"/>
                    <a:pt x="11290211" y="355790"/>
                    <a:pt x="11415103" y="308748"/>
                  </a:cubicBezTo>
                  <a:cubicBezTo>
                    <a:pt x="11669442" y="212994"/>
                    <a:pt x="11922479" y="223737"/>
                    <a:pt x="12188659" y="341588"/>
                  </a:cubicBezTo>
                  <a:cubicBezTo>
                    <a:pt x="12191752" y="342971"/>
                    <a:pt x="12193136" y="346553"/>
                    <a:pt x="12191752" y="349645"/>
                  </a:cubicBezTo>
                  <a:cubicBezTo>
                    <a:pt x="12190369" y="352738"/>
                    <a:pt x="12186788" y="354122"/>
                    <a:pt x="12183695" y="352738"/>
                  </a:cubicBezTo>
                  <a:cubicBezTo>
                    <a:pt x="11920566" y="236230"/>
                    <a:pt x="11670581" y="225568"/>
                    <a:pt x="11419375" y="320142"/>
                  </a:cubicBezTo>
                  <a:cubicBezTo>
                    <a:pt x="11295217" y="366900"/>
                    <a:pt x="11175943" y="430261"/>
                    <a:pt x="11060615" y="491505"/>
                  </a:cubicBezTo>
                  <a:cubicBezTo>
                    <a:pt x="10972227" y="538467"/>
                    <a:pt x="10880828" y="587015"/>
                    <a:pt x="10787637" y="627872"/>
                  </a:cubicBezTo>
                  <a:cubicBezTo>
                    <a:pt x="10550146" y="732049"/>
                    <a:pt x="10299591" y="769529"/>
                    <a:pt x="10049362" y="769529"/>
                  </a:cubicBezTo>
                  <a:cubicBezTo>
                    <a:pt x="9750748" y="769529"/>
                    <a:pt x="9452622" y="716219"/>
                    <a:pt x="9177325" y="659329"/>
                  </a:cubicBezTo>
                  <a:cubicBezTo>
                    <a:pt x="9062404" y="635563"/>
                    <a:pt x="8946344" y="609600"/>
                    <a:pt x="8834110" y="584532"/>
                  </a:cubicBezTo>
                  <a:cubicBezTo>
                    <a:pt x="8528781" y="516248"/>
                    <a:pt x="8213075" y="445643"/>
                    <a:pt x="7894113" y="413820"/>
                  </a:cubicBezTo>
                  <a:cubicBezTo>
                    <a:pt x="7475858" y="372109"/>
                    <a:pt x="7084664" y="518730"/>
                    <a:pt x="6706329" y="660549"/>
                  </a:cubicBezTo>
                  <a:cubicBezTo>
                    <a:pt x="6683744" y="669014"/>
                    <a:pt x="6661159" y="677478"/>
                    <a:pt x="6638573" y="685902"/>
                  </a:cubicBezTo>
                  <a:cubicBezTo>
                    <a:pt x="6409506" y="771360"/>
                    <a:pt x="6184263" y="852748"/>
                    <a:pt x="5947910" y="909191"/>
                  </a:cubicBezTo>
                  <a:cubicBezTo>
                    <a:pt x="5716198" y="964535"/>
                    <a:pt x="5488106" y="975767"/>
                    <a:pt x="5267503" y="986632"/>
                  </a:cubicBezTo>
                  <a:cubicBezTo>
                    <a:pt x="5127758" y="993510"/>
                    <a:pt x="4986468" y="1010154"/>
                    <a:pt x="4849817" y="1026269"/>
                  </a:cubicBezTo>
                  <a:cubicBezTo>
                    <a:pt x="4709299" y="1042831"/>
                    <a:pt x="4563980" y="1059964"/>
                    <a:pt x="4420085" y="1066515"/>
                  </a:cubicBezTo>
                  <a:cubicBezTo>
                    <a:pt x="4388954" y="1067940"/>
                    <a:pt x="4357986" y="1068631"/>
                    <a:pt x="4327262" y="106863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38" name="Freeform: Shape 37">
              <a:extLst>
                <a:ext uri="{FF2B5EF4-FFF2-40B4-BE49-F238E27FC236}">
                  <a16:creationId xmlns:a16="http://schemas.microsoft.com/office/drawing/2014/main" id="{FB944A50-F7ED-23FB-59BD-CC0E36F2EB06}"/>
                </a:ext>
              </a:extLst>
            </p:cNvPr>
            <p:cNvSpPr/>
            <p:nvPr/>
          </p:nvSpPr>
          <p:spPr>
            <a:xfrm>
              <a:off x="140" y="2214592"/>
              <a:ext cx="12192193" cy="1079380"/>
            </a:xfrm>
            <a:custGeom>
              <a:avLst/>
              <a:gdLst>
                <a:gd name="connsiteX0" fmla="*/ 4268321 w 12192193"/>
                <a:gd name="connsiteY0" fmla="*/ 1079259 h 1079380"/>
                <a:gd name="connsiteX1" fmla="*/ 3537981 w 12192193"/>
                <a:gd name="connsiteY1" fmla="*/ 899024 h 1079380"/>
                <a:gd name="connsiteX2" fmla="*/ 3126074 w 12192193"/>
                <a:gd name="connsiteY2" fmla="*/ 505958 h 1079380"/>
                <a:gd name="connsiteX3" fmla="*/ 2765848 w 12192193"/>
                <a:gd name="connsiteY3" fmla="*/ 147442 h 1079380"/>
                <a:gd name="connsiteX4" fmla="*/ 1608300 w 12192193"/>
                <a:gd name="connsiteY4" fmla="*/ 230824 h 1079380"/>
                <a:gd name="connsiteX5" fmla="*/ 1585267 w 12192193"/>
                <a:gd name="connsiteY5" fmla="*/ 242463 h 1079380"/>
                <a:gd name="connsiteX6" fmla="*/ 4295 w 12192193"/>
                <a:gd name="connsiteY6" fmla="*/ 574853 h 1079380"/>
                <a:gd name="connsiteX7" fmla="*/ 266 w 12192193"/>
                <a:gd name="connsiteY7" fmla="*/ 567203 h 1079380"/>
                <a:gd name="connsiteX8" fmla="*/ 7917 w 12192193"/>
                <a:gd name="connsiteY8" fmla="*/ 563174 h 1079380"/>
                <a:gd name="connsiteX9" fmla="*/ 1579773 w 12192193"/>
                <a:gd name="connsiteY9" fmla="*/ 231516 h 1079380"/>
                <a:gd name="connsiteX10" fmla="*/ 1602806 w 12192193"/>
                <a:gd name="connsiteY10" fmla="*/ 219877 h 1079380"/>
                <a:gd name="connsiteX11" fmla="*/ 2772888 w 12192193"/>
                <a:gd name="connsiteY11" fmla="*/ 137431 h 1079380"/>
                <a:gd name="connsiteX12" fmla="*/ 3135434 w 12192193"/>
                <a:gd name="connsiteY12" fmla="*/ 498063 h 1079380"/>
                <a:gd name="connsiteX13" fmla="*/ 3544411 w 12192193"/>
                <a:gd name="connsiteY13" fmla="*/ 888606 h 1079380"/>
                <a:gd name="connsiteX14" fmla="*/ 4386090 w 12192193"/>
                <a:gd name="connsiteY14" fmla="*/ 1063469 h 1079380"/>
                <a:gd name="connsiteX15" fmla="*/ 4728451 w 12192193"/>
                <a:gd name="connsiteY15" fmla="*/ 1031199 h 1079380"/>
                <a:gd name="connsiteX16" fmla="*/ 5198917 w 12192193"/>
                <a:gd name="connsiteY16" fmla="*/ 993923 h 1079380"/>
                <a:gd name="connsiteX17" fmla="*/ 5214056 w 12192193"/>
                <a:gd name="connsiteY17" fmla="*/ 993679 h 1079380"/>
                <a:gd name="connsiteX18" fmla="*/ 5867239 w 12192193"/>
                <a:gd name="connsiteY18" fmla="*/ 938660 h 1079380"/>
                <a:gd name="connsiteX19" fmla="*/ 6560873 w 12192193"/>
                <a:gd name="connsiteY19" fmla="*/ 712441 h 1079380"/>
                <a:gd name="connsiteX20" fmla="*/ 6659231 w 12192193"/>
                <a:gd name="connsiteY20" fmla="*/ 673293 h 1079380"/>
                <a:gd name="connsiteX21" fmla="*/ 7771893 w 12192193"/>
                <a:gd name="connsiteY21" fmla="*/ 396246 h 1079380"/>
                <a:gd name="connsiteX22" fmla="*/ 8807074 w 12192193"/>
                <a:gd name="connsiteY22" fmla="*/ 569563 h 1079380"/>
                <a:gd name="connsiteX23" fmla="*/ 9049815 w 12192193"/>
                <a:gd name="connsiteY23" fmla="*/ 627756 h 1079380"/>
                <a:gd name="connsiteX24" fmla="*/ 10678440 w 12192193"/>
                <a:gd name="connsiteY24" fmla="*/ 609281 h 1079380"/>
                <a:gd name="connsiteX25" fmla="*/ 10959882 w 12192193"/>
                <a:gd name="connsiteY25" fmla="*/ 473972 h 1079380"/>
                <a:gd name="connsiteX26" fmla="*/ 11376794 w 12192193"/>
                <a:gd name="connsiteY26" fmla="*/ 286575 h 1079380"/>
                <a:gd name="connsiteX27" fmla="*/ 11789353 w 12192193"/>
                <a:gd name="connsiteY27" fmla="*/ 235789 h 1079380"/>
                <a:gd name="connsiteX28" fmla="*/ 12188807 w 12192193"/>
                <a:gd name="connsiteY28" fmla="*/ 353924 h 1079380"/>
                <a:gd name="connsiteX29" fmla="*/ 12191574 w 12192193"/>
                <a:gd name="connsiteY29" fmla="*/ 362104 h 1079380"/>
                <a:gd name="connsiteX30" fmla="*/ 12183395 w 12192193"/>
                <a:gd name="connsiteY30" fmla="*/ 364871 h 1079380"/>
                <a:gd name="connsiteX31" fmla="*/ 11788254 w 12192193"/>
                <a:gd name="connsiteY31" fmla="*/ 247956 h 1079380"/>
                <a:gd name="connsiteX32" fmla="*/ 11380741 w 12192193"/>
                <a:gd name="connsiteY32" fmla="*/ 298173 h 1079380"/>
                <a:gd name="connsiteX33" fmla="*/ 10965456 w 12192193"/>
                <a:gd name="connsiteY33" fmla="*/ 484878 h 1079380"/>
                <a:gd name="connsiteX34" fmla="*/ 10683242 w 12192193"/>
                <a:gd name="connsiteY34" fmla="*/ 620553 h 1079380"/>
                <a:gd name="connsiteX35" fmla="*/ 9940124 w 12192193"/>
                <a:gd name="connsiteY35" fmla="*/ 762535 h 1079380"/>
                <a:gd name="connsiteX36" fmla="*/ 9047088 w 12192193"/>
                <a:gd name="connsiteY36" fmla="*/ 639720 h 1079380"/>
                <a:gd name="connsiteX37" fmla="*/ 8804185 w 12192193"/>
                <a:gd name="connsiteY37" fmla="*/ 581486 h 1079380"/>
                <a:gd name="connsiteX38" fmla="*/ 7771650 w 12192193"/>
                <a:gd name="connsiteY38" fmla="*/ 408536 h 1079380"/>
                <a:gd name="connsiteX39" fmla="*/ 6663748 w 12192193"/>
                <a:gd name="connsiteY39" fmla="*/ 684728 h 1079380"/>
                <a:gd name="connsiteX40" fmla="*/ 6565349 w 12192193"/>
                <a:gd name="connsiteY40" fmla="*/ 723916 h 1079380"/>
                <a:gd name="connsiteX41" fmla="*/ 5869844 w 12192193"/>
                <a:gd name="connsiteY41" fmla="*/ 950706 h 1079380"/>
                <a:gd name="connsiteX42" fmla="*/ 5214219 w 12192193"/>
                <a:gd name="connsiteY42" fmla="*/ 1006009 h 1079380"/>
                <a:gd name="connsiteX43" fmla="*/ 5199080 w 12192193"/>
                <a:gd name="connsiteY43" fmla="*/ 1006253 h 1079380"/>
                <a:gd name="connsiteX44" fmla="*/ 4729754 w 12192193"/>
                <a:gd name="connsiteY44" fmla="*/ 1043488 h 1079380"/>
                <a:gd name="connsiteX45" fmla="*/ 4386782 w 12192193"/>
                <a:gd name="connsiteY45" fmla="*/ 1075800 h 1079380"/>
                <a:gd name="connsiteX46" fmla="*/ 4268321 w 12192193"/>
                <a:gd name="connsiteY46" fmla="*/ 1079381 h 107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2192193" h="1079380">
                  <a:moveTo>
                    <a:pt x="4268321" y="1079259"/>
                  </a:moveTo>
                  <a:cubicBezTo>
                    <a:pt x="3985415" y="1079259"/>
                    <a:pt x="3729448" y="1016589"/>
                    <a:pt x="3537981" y="899024"/>
                  </a:cubicBezTo>
                  <a:cubicBezTo>
                    <a:pt x="3372396" y="797369"/>
                    <a:pt x="3247180" y="649202"/>
                    <a:pt x="3126074" y="505958"/>
                  </a:cubicBezTo>
                  <a:cubicBezTo>
                    <a:pt x="3017827" y="377893"/>
                    <a:pt x="2905877" y="245474"/>
                    <a:pt x="2765848" y="147442"/>
                  </a:cubicBezTo>
                  <a:cubicBezTo>
                    <a:pt x="2399681" y="-108892"/>
                    <a:pt x="1975200" y="45747"/>
                    <a:pt x="1608300" y="230824"/>
                  </a:cubicBezTo>
                  <a:lnTo>
                    <a:pt x="1585267" y="242463"/>
                  </a:lnTo>
                  <a:cubicBezTo>
                    <a:pt x="1088309" y="493221"/>
                    <a:pt x="574422" y="752524"/>
                    <a:pt x="4295" y="574853"/>
                  </a:cubicBezTo>
                  <a:cubicBezTo>
                    <a:pt x="1080" y="573836"/>
                    <a:pt x="-710" y="570418"/>
                    <a:pt x="266" y="567203"/>
                  </a:cubicBezTo>
                  <a:cubicBezTo>
                    <a:pt x="1284" y="563988"/>
                    <a:pt x="4702" y="562197"/>
                    <a:pt x="7917" y="563174"/>
                  </a:cubicBezTo>
                  <a:cubicBezTo>
                    <a:pt x="573282" y="739340"/>
                    <a:pt x="1084972" y="481216"/>
                    <a:pt x="1579773" y="231516"/>
                  </a:cubicBezTo>
                  <a:lnTo>
                    <a:pt x="1602806" y="219877"/>
                  </a:lnTo>
                  <a:cubicBezTo>
                    <a:pt x="1972961" y="33172"/>
                    <a:pt x="2401431" y="-122606"/>
                    <a:pt x="2772888" y="137431"/>
                  </a:cubicBezTo>
                  <a:cubicBezTo>
                    <a:pt x="2914220" y="236399"/>
                    <a:pt x="3026699" y="369429"/>
                    <a:pt x="3135434" y="498063"/>
                  </a:cubicBezTo>
                  <a:cubicBezTo>
                    <a:pt x="3255929" y="640615"/>
                    <a:pt x="3380494" y="787969"/>
                    <a:pt x="3544411" y="888606"/>
                  </a:cubicBezTo>
                  <a:cubicBezTo>
                    <a:pt x="3760172" y="1021066"/>
                    <a:pt x="4059112" y="1083165"/>
                    <a:pt x="4386090" y="1063469"/>
                  </a:cubicBezTo>
                  <a:cubicBezTo>
                    <a:pt x="4500645" y="1056551"/>
                    <a:pt x="4616460" y="1043692"/>
                    <a:pt x="4728451" y="1031199"/>
                  </a:cubicBezTo>
                  <a:cubicBezTo>
                    <a:pt x="4882031" y="1014107"/>
                    <a:pt x="5040861" y="996405"/>
                    <a:pt x="5198917" y="993923"/>
                  </a:cubicBezTo>
                  <a:lnTo>
                    <a:pt x="5214056" y="993679"/>
                  </a:lnTo>
                  <a:cubicBezTo>
                    <a:pt x="5437752" y="990138"/>
                    <a:pt x="5649037" y="986801"/>
                    <a:pt x="5867239" y="938660"/>
                  </a:cubicBezTo>
                  <a:cubicBezTo>
                    <a:pt x="6109451" y="885188"/>
                    <a:pt x="6343729" y="798346"/>
                    <a:pt x="6560873" y="712441"/>
                  </a:cubicBezTo>
                  <a:cubicBezTo>
                    <a:pt x="6593754" y="699418"/>
                    <a:pt x="6626513" y="686356"/>
                    <a:pt x="6659231" y="673293"/>
                  </a:cubicBezTo>
                  <a:cubicBezTo>
                    <a:pt x="7026619" y="526590"/>
                    <a:pt x="7373497" y="387945"/>
                    <a:pt x="7771893" y="396246"/>
                  </a:cubicBezTo>
                  <a:cubicBezTo>
                    <a:pt x="8127114" y="403612"/>
                    <a:pt x="8472771" y="487971"/>
                    <a:pt x="8807074" y="569563"/>
                  </a:cubicBezTo>
                  <a:cubicBezTo>
                    <a:pt x="8886468" y="588933"/>
                    <a:pt x="8968589" y="608996"/>
                    <a:pt x="9049815" y="627756"/>
                  </a:cubicBezTo>
                  <a:cubicBezTo>
                    <a:pt x="9583561" y="751141"/>
                    <a:pt x="10150310" y="834279"/>
                    <a:pt x="10678440" y="609281"/>
                  </a:cubicBezTo>
                  <a:cubicBezTo>
                    <a:pt x="10774031" y="568546"/>
                    <a:pt x="10868523" y="520486"/>
                    <a:pt x="10959882" y="473972"/>
                  </a:cubicBezTo>
                  <a:cubicBezTo>
                    <a:pt x="11093643" y="405891"/>
                    <a:pt x="11231964" y="335530"/>
                    <a:pt x="11376794" y="286575"/>
                  </a:cubicBezTo>
                  <a:cubicBezTo>
                    <a:pt x="11513609" y="240346"/>
                    <a:pt x="11652416" y="223255"/>
                    <a:pt x="11789353" y="235789"/>
                  </a:cubicBezTo>
                  <a:cubicBezTo>
                    <a:pt x="11920795" y="247794"/>
                    <a:pt x="12055208" y="287552"/>
                    <a:pt x="12188807" y="353924"/>
                  </a:cubicBezTo>
                  <a:cubicBezTo>
                    <a:pt x="12191819" y="355430"/>
                    <a:pt x="12193040" y="359092"/>
                    <a:pt x="12191574" y="362104"/>
                  </a:cubicBezTo>
                  <a:cubicBezTo>
                    <a:pt x="12190069" y="365115"/>
                    <a:pt x="12186406" y="366336"/>
                    <a:pt x="12183395" y="364871"/>
                  </a:cubicBezTo>
                  <a:cubicBezTo>
                    <a:pt x="12051138" y="299190"/>
                    <a:pt x="11918191" y="259839"/>
                    <a:pt x="11788254" y="247956"/>
                  </a:cubicBezTo>
                  <a:cubicBezTo>
                    <a:pt x="11653027" y="235585"/>
                    <a:pt x="11515887" y="252473"/>
                    <a:pt x="11380741" y="298173"/>
                  </a:cubicBezTo>
                  <a:cubicBezTo>
                    <a:pt x="11236725" y="346843"/>
                    <a:pt x="11098811" y="417000"/>
                    <a:pt x="10965456" y="484878"/>
                  </a:cubicBezTo>
                  <a:cubicBezTo>
                    <a:pt x="10873894" y="531473"/>
                    <a:pt x="10779199" y="579655"/>
                    <a:pt x="10683242" y="620553"/>
                  </a:cubicBezTo>
                  <a:cubicBezTo>
                    <a:pt x="10441111" y="723713"/>
                    <a:pt x="10191167" y="762535"/>
                    <a:pt x="9940124" y="762535"/>
                  </a:cubicBezTo>
                  <a:cubicBezTo>
                    <a:pt x="9640207" y="762535"/>
                    <a:pt x="9338744" y="707110"/>
                    <a:pt x="9047088" y="639720"/>
                  </a:cubicBezTo>
                  <a:cubicBezTo>
                    <a:pt x="8965781" y="620919"/>
                    <a:pt x="8883620" y="600857"/>
                    <a:pt x="8804185" y="581486"/>
                  </a:cubicBezTo>
                  <a:cubicBezTo>
                    <a:pt x="8470532" y="500057"/>
                    <a:pt x="8125527" y="415861"/>
                    <a:pt x="7771650" y="408536"/>
                  </a:cubicBezTo>
                  <a:cubicBezTo>
                    <a:pt x="7375816" y="400316"/>
                    <a:pt x="7029956" y="538473"/>
                    <a:pt x="6663748" y="684728"/>
                  </a:cubicBezTo>
                  <a:cubicBezTo>
                    <a:pt x="6631030" y="697791"/>
                    <a:pt x="6598271" y="710894"/>
                    <a:pt x="6565349" y="723916"/>
                  </a:cubicBezTo>
                  <a:cubicBezTo>
                    <a:pt x="6347757" y="809985"/>
                    <a:pt x="6112870" y="897070"/>
                    <a:pt x="5869844" y="950706"/>
                  </a:cubicBezTo>
                  <a:cubicBezTo>
                    <a:pt x="5650421" y="999132"/>
                    <a:pt x="5438525" y="1002509"/>
                    <a:pt x="5214219" y="1006009"/>
                  </a:cubicBezTo>
                  <a:lnTo>
                    <a:pt x="5199080" y="1006253"/>
                  </a:lnTo>
                  <a:cubicBezTo>
                    <a:pt x="5041594" y="1008735"/>
                    <a:pt x="4883089" y="1026397"/>
                    <a:pt x="4729754" y="1043488"/>
                  </a:cubicBezTo>
                  <a:cubicBezTo>
                    <a:pt x="4617600" y="1055981"/>
                    <a:pt x="4501662" y="1068882"/>
                    <a:pt x="4386782" y="1075800"/>
                  </a:cubicBezTo>
                  <a:cubicBezTo>
                    <a:pt x="4346861" y="1078201"/>
                    <a:pt x="4307306" y="1079381"/>
                    <a:pt x="4268321" y="107938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39" name="Freeform: Shape 38">
              <a:extLst>
                <a:ext uri="{FF2B5EF4-FFF2-40B4-BE49-F238E27FC236}">
                  <a16:creationId xmlns:a16="http://schemas.microsoft.com/office/drawing/2014/main" id="{4165B368-1D79-8E97-446D-8E419DD99A3F}"/>
                </a:ext>
              </a:extLst>
            </p:cNvPr>
            <p:cNvSpPr/>
            <p:nvPr/>
          </p:nvSpPr>
          <p:spPr>
            <a:xfrm>
              <a:off x="121" y="2224871"/>
              <a:ext cx="12192224" cy="1091931"/>
            </a:xfrm>
            <a:custGeom>
              <a:avLst/>
              <a:gdLst>
                <a:gd name="connsiteX0" fmla="*/ 4207828 w 12192224"/>
                <a:gd name="connsiteY0" fmla="*/ 1091932 h 1091931"/>
                <a:gd name="connsiteX1" fmla="*/ 3527664 w 12192224"/>
                <a:gd name="connsiteY1" fmla="*/ 917923 h 1091931"/>
                <a:gd name="connsiteX2" fmla="*/ 3154416 w 12192224"/>
                <a:gd name="connsiteY2" fmla="*/ 513585 h 1091931"/>
                <a:gd name="connsiteX3" fmla="*/ 2842006 w 12192224"/>
                <a:gd name="connsiteY3" fmla="*/ 153888 h 1091931"/>
                <a:gd name="connsiteX4" fmla="*/ 2281036 w 12192224"/>
                <a:gd name="connsiteY4" fmla="*/ 23422 h 1091931"/>
                <a:gd name="connsiteX5" fmla="*/ 1716240 w 12192224"/>
                <a:gd name="connsiteY5" fmla="*/ 225266 h 1091931"/>
                <a:gd name="connsiteX6" fmla="*/ 1642055 w 12192224"/>
                <a:gd name="connsiteY6" fmla="*/ 262175 h 1091931"/>
                <a:gd name="connsiteX7" fmla="*/ 4273 w 12192224"/>
                <a:gd name="connsiteY7" fmla="*/ 599572 h 1091931"/>
                <a:gd name="connsiteX8" fmla="*/ 285 w 12192224"/>
                <a:gd name="connsiteY8" fmla="*/ 591921 h 1091931"/>
                <a:gd name="connsiteX9" fmla="*/ 7936 w 12192224"/>
                <a:gd name="connsiteY9" fmla="*/ 587933 h 1091931"/>
                <a:gd name="connsiteX10" fmla="*/ 1636602 w 12192224"/>
                <a:gd name="connsiteY10" fmla="*/ 251269 h 1091931"/>
                <a:gd name="connsiteX11" fmla="*/ 1710787 w 12192224"/>
                <a:gd name="connsiteY11" fmla="*/ 214360 h 1091931"/>
                <a:gd name="connsiteX12" fmla="*/ 2849535 w 12192224"/>
                <a:gd name="connsiteY12" fmla="*/ 144325 h 1091931"/>
                <a:gd name="connsiteX13" fmla="*/ 3164305 w 12192224"/>
                <a:gd name="connsiteY13" fmla="*/ 506504 h 1091931"/>
                <a:gd name="connsiteX14" fmla="*/ 3534338 w 12192224"/>
                <a:gd name="connsiteY14" fmla="*/ 907749 h 1091931"/>
                <a:gd name="connsiteX15" fmla="*/ 4349240 w 12192224"/>
                <a:gd name="connsiteY15" fmla="*/ 1074229 h 1091931"/>
                <a:gd name="connsiteX16" fmla="*/ 4606794 w 12192224"/>
                <a:gd name="connsiteY16" fmla="*/ 1048714 h 1091931"/>
                <a:gd name="connsiteX17" fmla="*/ 5125646 w 12192224"/>
                <a:gd name="connsiteY17" fmla="*/ 1014124 h 1091931"/>
                <a:gd name="connsiteX18" fmla="*/ 5150999 w 12192224"/>
                <a:gd name="connsiteY18" fmla="*/ 1014572 h 1091931"/>
                <a:gd name="connsiteX19" fmla="*/ 5809391 w 12192224"/>
                <a:gd name="connsiteY19" fmla="*/ 975302 h 1091931"/>
                <a:gd name="connsiteX20" fmla="*/ 6454761 w 12192224"/>
                <a:gd name="connsiteY20" fmla="*/ 761331 h 1091931"/>
                <a:gd name="connsiteX21" fmla="*/ 6639717 w 12192224"/>
                <a:gd name="connsiteY21" fmla="*/ 682059 h 1091931"/>
                <a:gd name="connsiteX22" fmla="*/ 7615972 w 12192224"/>
                <a:gd name="connsiteY22" fmla="*/ 391420 h 1091931"/>
                <a:gd name="connsiteX23" fmla="*/ 8730750 w 12192224"/>
                <a:gd name="connsiteY23" fmla="*/ 562703 h 1091931"/>
                <a:gd name="connsiteX24" fmla="*/ 8910456 w 12192224"/>
                <a:gd name="connsiteY24" fmla="*/ 609501 h 1091931"/>
                <a:gd name="connsiteX25" fmla="*/ 9756490 w 12192224"/>
                <a:gd name="connsiteY25" fmla="*/ 742938 h 1091931"/>
                <a:gd name="connsiteX26" fmla="*/ 10591088 w 12192224"/>
                <a:gd name="connsiteY26" fmla="*/ 592450 h 1091931"/>
                <a:gd name="connsiteX27" fmla="*/ 10860240 w 12192224"/>
                <a:gd name="connsiteY27" fmla="*/ 466827 h 1091931"/>
                <a:gd name="connsiteX28" fmla="*/ 11335590 w 12192224"/>
                <a:gd name="connsiteY28" fmla="*/ 265350 h 1091931"/>
                <a:gd name="connsiteX29" fmla="*/ 11772361 w 12192224"/>
                <a:gd name="connsiteY29" fmla="*/ 226690 h 1091931"/>
                <a:gd name="connsiteX30" fmla="*/ 12189030 w 12192224"/>
                <a:gd name="connsiteY30" fmla="*/ 366760 h 1091931"/>
                <a:gd name="connsiteX31" fmla="*/ 12191471 w 12192224"/>
                <a:gd name="connsiteY31" fmla="*/ 375021 h 1091931"/>
                <a:gd name="connsiteX32" fmla="*/ 12183170 w 12192224"/>
                <a:gd name="connsiteY32" fmla="*/ 377462 h 1091931"/>
                <a:gd name="connsiteX33" fmla="*/ 11770774 w 12192224"/>
                <a:gd name="connsiteY33" fmla="*/ 238776 h 1091931"/>
                <a:gd name="connsiteX34" fmla="*/ 11339089 w 12192224"/>
                <a:gd name="connsiteY34" fmla="*/ 277029 h 1091931"/>
                <a:gd name="connsiteX35" fmla="*/ 10865531 w 12192224"/>
                <a:gd name="connsiteY35" fmla="*/ 477814 h 1091931"/>
                <a:gd name="connsiteX36" fmla="*/ 10595768 w 12192224"/>
                <a:gd name="connsiteY36" fmla="*/ 603722 h 1091931"/>
                <a:gd name="connsiteX37" fmla="*/ 9756083 w 12192224"/>
                <a:gd name="connsiteY37" fmla="*/ 755146 h 1091931"/>
                <a:gd name="connsiteX38" fmla="*/ 8907323 w 12192224"/>
                <a:gd name="connsiteY38" fmla="*/ 621343 h 1091931"/>
                <a:gd name="connsiteX39" fmla="*/ 8727494 w 12192224"/>
                <a:gd name="connsiteY39" fmla="*/ 574504 h 1091931"/>
                <a:gd name="connsiteX40" fmla="*/ 7616460 w 12192224"/>
                <a:gd name="connsiteY40" fmla="*/ 403629 h 1091931"/>
                <a:gd name="connsiteX41" fmla="*/ 6644397 w 12192224"/>
                <a:gd name="connsiteY41" fmla="*/ 693250 h 1091931"/>
                <a:gd name="connsiteX42" fmla="*/ 6459279 w 12192224"/>
                <a:gd name="connsiteY42" fmla="*/ 772563 h 1091931"/>
                <a:gd name="connsiteX43" fmla="*/ 5811751 w 12192224"/>
                <a:gd name="connsiteY43" fmla="*/ 987184 h 1091931"/>
                <a:gd name="connsiteX44" fmla="*/ 5150591 w 12192224"/>
                <a:gd name="connsiteY44" fmla="*/ 1026739 h 1091931"/>
                <a:gd name="connsiteX45" fmla="*/ 5125239 w 12192224"/>
                <a:gd name="connsiteY45" fmla="*/ 1026292 h 1091931"/>
                <a:gd name="connsiteX46" fmla="*/ 4607934 w 12192224"/>
                <a:gd name="connsiteY46" fmla="*/ 1060800 h 1091931"/>
                <a:gd name="connsiteX47" fmla="*/ 4349973 w 12192224"/>
                <a:gd name="connsiteY47" fmla="*/ 1086356 h 1091931"/>
                <a:gd name="connsiteX48" fmla="*/ 4207543 w 12192224"/>
                <a:gd name="connsiteY48" fmla="*/ 1091891 h 10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2192224" h="1091931">
                  <a:moveTo>
                    <a:pt x="4207828" y="1091932"/>
                  </a:moveTo>
                  <a:cubicBezTo>
                    <a:pt x="4011356" y="1091932"/>
                    <a:pt x="3743832" y="1060068"/>
                    <a:pt x="3527664" y="917923"/>
                  </a:cubicBezTo>
                  <a:cubicBezTo>
                    <a:pt x="3369404" y="813868"/>
                    <a:pt x="3260099" y="661223"/>
                    <a:pt x="3154416" y="513585"/>
                  </a:cubicBezTo>
                  <a:cubicBezTo>
                    <a:pt x="3062772" y="385601"/>
                    <a:pt x="2968036" y="253263"/>
                    <a:pt x="2842006" y="153888"/>
                  </a:cubicBezTo>
                  <a:cubicBezTo>
                    <a:pt x="2687205" y="31765"/>
                    <a:pt x="2503674" y="-10883"/>
                    <a:pt x="2281036" y="23422"/>
                  </a:cubicBezTo>
                  <a:cubicBezTo>
                    <a:pt x="2078012" y="54716"/>
                    <a:pt x="1872547" y="147743"/>
                    <a:pt x="1716240" y="225266"/>
                  </a:cubicBezTo>
                  <a:cubicBezTo>
                    <a:pt x="1691539" y="237515"/>
                    <a:pt x="1666837" y="249845"/>
                    <a:pt x="1642055" y="262175"/>
                  </a:cubicBezTo>
                  <a:cubicBezTo>
                    <a:pt x="1126377" y="518997"/>
                    <a:pt x="593119" y="784608"/>
                    <a:pt x="4273" y="599572"/>
                  </a:cubicBezTo>
                  <a:cubicBezTo>
                    <a:pt x="1058" y="598554"/>
                    <a:pt x="-732" y="595136"/>
                    <a:pt x="285" y="591921"/>
                  </a:cubicBezTo>
                  <a:cubicBezTo>
                    <a:pt x="1303" y="588706"/>
                    <a:pt x="4721" y="586916"/>
                    <a:pt x="7936" y="587933"/>
                  </a:cubicBezTo>
                  <a:cubicBezTo>
                    <a:pt x="592102" y="771505"/>
                    <a:pt x="1123081" y="507033"/>
                    <a:pt x="1636602" y="251269"/>
                  </a:cubicBezTo>
                  <a:cubicBezTo>
                    <a:pt x="1661384" y="238939"/>
                    <a:pt x="1686086" y="226609"/>
                    <a:pt x="1710787" y="214360"/>
                  </a:cubicBezTo>
                  <a:cubicBezTo>
                    <a:pt x="2083465" y="29526"/>
                    <a:pt x="2510185" y="-123321"/>
                    <a:pt x="2849535" y="144325"/>
                  </a:cubicBezTo>
                  <a:cubicBezTo>
                    <a:pt x="2976908" y="244799"/>
                    <a:pt x="3072173" y="377829"/>
                    <a:pt x="3164305" y="506504"/>
                  </a:cubicBezTo>
                  <a:cubicBezTo>
                    <a:pt x="3269377" y="653247"/>
                    <a:pt x="3377990" y="804956"/>
                    <a:pt x="3534338" y="907749"/>
                  </a:cubicBezTo>
                  <a:cubicBezTo>
                    <a:pt x="3806420" y="1086641"/>
                    <a:pt x="4161680" y="1088839"/>
                    <a:pt x="4349240" y="1074229"/>
                  </a:cubicBezTo>
                  <a:cubicBezTo>
                    <a:pt x="4435471" y="1067515"/>
                    <a:pt x="4522557" y="1057952"/>
                    <a:pt x="4606794" y="1048714"/>
                  </a:cubicBezTo>
                  <a:cubicBezTo>
                    <a:pt x="4775838" y="1030157"/>
                    <a:pt x="4950620" y="1011031"/>
                    <a:pt x="5125646" y="1014124"/>
                  </a:cubicBezTo>
                  <a:lnTo>
                    <a:pt x="5150999" y="1014572"/>
                  </a:lnTo>
                  <a:cubicBezTo>
                    <a:pt x="5375835" y="1018641"/>
                    <a:pt x="5588177" y="1022507"/>
                    <a:pt x="5809391" y="975302"/>
                  </a:cubicBezTo>
                  <a:cubicBezTo>
                    <a:pt x="6050952" y="923742"/>
                    <a:pt x="6281160" y="833889"/>
                    <a:pt x="6454761" y="761331"/>
                  </a:cubicBezTo>
                  <a:cubicBezTo>
                    <a:pt x="6516698" y="735450"/>
                    <a:pt x="6579245" y="708307"/>
                    <a:pt x="6639717" y="682059"/>
                  </a:cubicBezTo>
                  <a:cubicBezTo>
                    <a:pt x="6947976" y="548297"/>
                    <a:pt x="7266734" y="410018"/>
                    <a:pt x="7615972" y="391420"/>
                  </a:cubicBezTo>
                  <a:cubicBezTo>
                    <a:pt x="8002364" y="370870"/>
                    <a:pt x="8356160" y="464060"/>
                    <a:pt x="8730750" y="562703"/>
                  </a:cubicBezTo>
                  <a:cubicBezTo>
                    <a:pt x="8789512" y="578166"/>
                    <a:pt x="8850310" y="594200"/>
                    <a:pt x="8910456" y="609501"/>
                  </a:cubicBezTo>
                  <a:cubicBezTo>
                    <a:pt x="9244271" y="694511"/>
                    <a:pt x="9513138" y="736915"/>
                    <a:pt x="9756490" y="742938"/>
                  </a:cubicBezTo>
                  <a:cubicBezTo>
                    <a:pt x="10061534" y="750466"/>
                    <a:pt x="10334471" y="701266"/>
                    <a:pt x="10591088" y="592450"/>
                  </a:cubicBezTo>
                  <a:cubicBezTo>
                    <a:pt x="10681999" y="553913"/>
                    <a:pt x="10772625" y="509637"/>
                    <a:pt x="10860240" y="466827"/>
                  </a:cubicBezTo>
                  <a:cubicBezTo>
                    <a:pt x="11012681" y="392356"/>
                    <a:pt x="11170290" y="315363"/>
                    <a:pt x="11335590" y="265350"/>
                  </a:cubicBezTo>
                  <a:cubicBezTo>
                    <a:pt x="11481194" y="221278"/>
                    <a:pt x="11628181" y="208256"/>
                    <a:pt x="11772361" y="226690"/>
                  </a:cubicBezTo>
                  <a:cubicBezTo>
                    <a:pt x="11910681" y="244351"/>
                    <a:pt x="12050873" y="291475"/>
                    <a:pt x="12189030" y="366760"/>
                  </a:cubicBezTo>
                  <a:cubicBezTo>
                    <a:pt x="12192001" y="368388"/>
                    <a:pt x="12193099" y="372091"/>
                    <a:pt x="12191471" y="375021"/>
                  </a:cubicBezTo>
                  <a:cubicBezTo>
                    <a:pt x="12189844" y="377991"/>
                    <a:pt x="12186141" y="379049"/>
                    <a:pt x="12183170" y="377462"/>
                  </a:cubicBezTo>
                  <a:cubicBezTo>
                    <a:pt x="12046315" y="302910"/>
                    <a:pt x="11907588" y="256234"/>
                    <a:pt x="11770774" y="238776"/>
                  </a:cubicBezTo>
                  <a:cubicBezTo>
                    <a:pt x="11628304" y="220586"/>
                    <a:pt x="11483066" y="233486"/>
                    <a:pt x="11339089" y="277029"/>
                  </a:cubicBezTo>
                  <a:cubicBezTo>
                    <a:pt x="11174685" y="326757"/>
                    <a:pt x="11017523" y="403547"/>
                    <a:pt x="10865531" y="477814"/>
                  </a:cubicBezTo>
                  <a:cubicBezTo>
                    <a:pt x="10777753" y="520706"/>
                    <a:pt x="10686964" y="565063"/>
                    <a:pt x="10595768" y="603722"/>
                  </a:cubicBezTo>
                  <a:cubicBezTo>
                    <a:pt x="10337523" y="713231"/>
                    <a:pt x="10062836" y="762756"/>
                    <a:pt x="9756083" y="755146"/>
                  </a:cubicBezTo>
                  <a:cubicBezTo>
                    <a:pt x="9511754" y="749082"/>
                    <a:pt x="9242073" y="706557"/>
                    <a:pt x="8907323" y="621343"/>
                  </a:cubicBezTo>
                  <a:cubicBezTo>
                    <a:pt x="8847095" y="606001"/>
                    <a:pt x="8786297" y="590008"/>
                    <a:pt x="8727494" y="574504"/>
                  </a:cubicBezTo>
                  <a:cubicBezTo>
                    <a:pt x="8353881" y="476105"/>
                    <a:pt x="8001021" y="383160"/>
                    <a:pt x="7616460" y="403629"/>
                  </a:cubicBezTo>
                  <a:cubicBezTo>
                    <a:pt x="7269420" y="422104"/>
                    <a:pt x="6951679" y="559935"/>
                    <a:pt x="6644397" y="693250"/>
                  </a:cubicBezTo>
                  <a:cubicBezTo>
                    <a:pt x="6583884" y="719498"/>
                    <a:pt x="6521297" y="746681"/>
                    <a:pt x="6459279" y="772563"/>
                  </a:cubicBezTo>
                  <a:cubicBezTo>
                    <a:pt x="6285188" y="845284"/>
                    <a:pt x="6054289" y="935421"/>
                    <a:pt x="5811751" y="987184"/>
                  </a:cubicBezTo>
                  <a:cubicBezTo>
                    <a:pt x="5589194" y="1034675"/>
                    <a:pt x="5376160" y="1030809"/>
                    <a:pt x="5150591" y="1026739"/>
                  </a:cubicBezTo>
                  <a:lnTo>
                    <a:pt x="5125239" y="1026292"/>
                  </a:lnTo>
                  <a:cubicBezTo>
                    <a:pt x="4951027" y="1023240"/>
                    <a:pt x="4776612" y="1042325"/>
                    <a:pt x="4607934" y="1060800"/>
                  </a:cubicBezTo>
                  <a:cubicBezTo>
                    <a:pt x="4523615" y="1070038"/>
                    <a:pt x="4436407" y="1079601"/>
                    <a:pt x="4349973" y="1086356"/>
                  </a:cubicBezTo>
                  <a:cubicBezTo>
                    <a:pt x="4309441" y="1089490"/>
                    <a:pt x="4261137" y="1091891"/>
                    <a:pt x="4207543" y="109189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40" name="Freeform: Shape 39">
              <a:extLst>
                <a:ext uri="{FF2B5EF4-FFF2-40B4-BE49-F238E27FC236}">
                  <a16:creationId xmlns:a16="http://schemas.microsoft.com/office/drawing/2014/main" id="{8FFF44EE-E6FA-0422-1836-AAA4C4D8F2B8}"/>
                </a:ext>
              </a:extLst>
            </p:cNvPr>
            <p:cNvSpPr/>
            <p:nvPr/>
          </p:nvSpPr>
          <p:spPr>
            <a:xfrm>
              <a:off x="162" y="2232467"/>
              <a:ext cx="12192314" cy="1106636"/>
            </a:xfrm>
            <a:custGeom>
              <a:avLst/>
              <a:gdLst>
                <a:gd name="connsiteX0" fmla="*/ 4141903 w 12192314"/>
                <a:gd name="connsiteY0" fmla="*/ 1106636 h 1106636"/>
                <a:gd name="connsiteX1" fmla="*/ 3524408 w 12192314"/>
                <a:gd name="connsiteY1" fmla="*/ 943045 h 1106636"/>
                <a:gd name="connsiteX2" fmla="*/ 3186727 w 12192314"/>
                <a:gd name="connsiteY2" fmla="*/ 522511 h 1106636"/>
                <a:gd name="connsiteX3" fmla="*/ 2931127 w 12192314"/>
                <a:gd name="connsiteY3" fmla="*/ 168634 h 1106636"/>
                <a:gd name="connsiteX4" fmla="*/ 2368935 w 12192314"/>
                <a:gd name="connsiteY4" fmla="*/ 25756 h 1106636"/>
                <a:gd name="connsiteX5" fmla="*/ 1794373 w 12192314"/>
                <a:gd name="connsiteY5" fmla="*/ 237244 h 1106636"/>
                <a:gd name="connsiteX6" fmla="*/ 1714165 w 12192314"/>
                <a:gd name="connsiteY6" fmla="*/ 276880 h 1106636"/>
                <a:gd name="connsiteX7" fmla="*/ 4273 w 12192314"/>
                <a:gd name="connsiteY7" fmla="*/ 626607 h 1106636"/>
                <a:gd name="connsiteX8" fmla="*/ 285 w 12192314"/>
                <a:gd name="connsiteY8" fmla="*/ 618956 h 1106636"/>
                <a:gd name="connsiteX9" fmla="*/ 7936 w 12192314"/>
                <a:gd name="connsiteY9" fmla="*/ 614968 h 1106636"/>
                <a:gd name="connsiteX10" fmla="*/ 1708752 w 12192314"/>
                <a:gd name="connsiteY10" fmla="*/ 265934 h 1106636"/>
                <a:gd name="connsiteX11" fmla="*/ 1788961 w 12192314"/>
                <a:gd name="connsiteY11" fmla="*/ 226297 h 1106636"/>
                <a:gd name="connsiteX12" fmla="*/ 2366860 w 12192314"/>
                <a:gd name="connsiteY12" fmla="*/ 13711 h 1106636"/>
                <a:gd name="connsiteX13" fmla="*/ 2939428 w 12192314"/>
                <a:gd name="connsiteY13" fmla="*/ 159681 h 1106636"/>
                <a:gd name="connsiteX14" fmla="*/ 3197267 w 12192314"/>
                <a:gd name="connsiteY14" fmla="*/ 516366 h 1106636"/>
                <a:gd name="connsiteX15" fmla="*/ 3531367 w 12192314"/>
                <a:gd name="connsiteY15" fmla="*/ 933035 h 1106636"/>
                <a:gd name="connsiteX16" fmla="*/ 4300488 w 12192314"/>
                <a:gd name="connsiteY16" fmla="*/ 1086940 h 1106636"/>
                <a:gd name="connsiteX17" fmla="*/ 4488822 w 12192314"/>
                <a:gd name="connsiteY17" fmla="*/ 1066715 h 1106636"/>
                <a:gd name="connsiteX18" fmla="*/ 5048978 w 12192314"/>
                <a:gd name="connsiteY18" fmla="*/ 1034526 h 1106636"/>
                <a:gd name="connsiteX19" fmla="*/ 5095980 w 12192314"/>
                <a:gd name="connsiteY19" fmla="*/ 1037049 h 1106636"/>
                <a:gd name="connsiteX20" fmla="*/ 5718317 w 12192314"/>
                <a:gd name="connsiteY20" fmla="*/ 1018411 h 1106636"/>
                <a:gd name="connsiteX21" fmla="*/ 6339881 w 12192314"/>
                <a:gd name="connsiteY21" fmla="*/ 813068 h 1106636"/>
                <a:gd name="connsiteX22" fmla="*/ 6586163 w 12192314"/>
                <a:gd name="connsiteY22" fmla="*/ 700386 h 1106636"/>
                <a:gd name="connsiteX23" fmla="*/ 7487297 w 12192314"/>
                <a:gd name="connsiteY23" fmla="*/ 386999 h 1106636"/>
                <a:gd name="connsiteX24" fmla="*/ 8596011 w 12192314"/>
                <a:gd name="connsiteY24" fmla="*/ 545056 h 1106636"/>
                <a:gd name="connsiteX25" fmla="*/ 8776490 w 12192314"/>
                <a:gd name="connsiteY25" fmla="*/ 596493 h 1106636"/>
                <a:gd name="connsiteX26" fmla="*/ 9646575 w 12192314"/>
                <a:gd name="connsiteY26" fmla="*/ 751660 h 1106636"/>
                <a:gd name="connsiteX27" fmla="*/ 10479382 w 12192314"/>
                <a:gd name="connsiteY27" fmla="*/ 585302 h 1106636"/>
                <a:gd name="connsiteX28" fmla="*/ 10756103 w 12192314"/>
                <a:gd name="connsiteY28" fmla="*/ 460696 h 1106636"/>
                <a:gd name="connsiteX29" fmla="*/ 11268769 w 12192314"/>
                <a:gd name="connsiteY29" fmla="*/ 252342 h 1106636"/>
                <a:gd name="connsiteX30" fmla="*/ 11742329 w 12192314"/>
                <a:gd name="connsiteY30" fmla="*/ 217141 h 1106636"/>
                <a:gd name="connsiteX31" fmla="*/ 12189314 w 12192314"/>
                <a:gd name="connsiteY31" fmla="*/ 380366 h 1106636"/>
                <a:gd name="connsiteX32" fmla="*/ 12191471 w 12192314"/>
                <a:gd name="connsiteY32" fmla="*/ 388708 h 1106636"/>
                <a:gd name="connsiteX33" fmla="*/ 12183130 w 12192314"/>
                <a:gd name="connsiteY33" fmla="*/ 390865 h 1106636"/>
                <a:gd name="connsiteX34" fmla="*/ 11740579 w 12192314"/>
                <a:gd name="connsiteY34" fmla="*/ 229187 h 1106636"/>
                <a:gd name="connsiteX35" fmla="*/ 11272147 w 12192314"/>
                <a:gd name="connsiteY35" fmla="*/ 264021 h 1106636"/>
                <a:gd name="connsiteX36" fmla="*/ 10761272 w 12192314"/>
                <a:gd name="connsiteY36" fmla="*/ 471684 h 1106636"/>
                <a:gd name="connsiteX37" fmla="*/ 10484022 w 12192314"/>
                <a:gd name="connsiteY37" fmla="*/ 596534 h 1106636"/>
                <a:gd name="connsiteX38" fmla="*/ 9646249 w 12192314"/>
                <a:gd name="connsiteY38" fmla="*/ 763787 h 1106636"/>
                <a:gd name="connsiteX39" fmla="*/ 8773235 w 12192314"/>
                <a:gd name="connsiteY39" fmla="*/ 608172 h 1106636"/>
                <a:gd name="connsiteX40" fmla="*/ 8592634 w 12192314"/>
                <a:gd name="connsiteY40" fmla="*/ 556735 h 1106636"/>
                <a:gd name="connsiteX41" fmla="*/ 7488965 w 12192314"/>
                <a:gd name="connsiteY41" fmla="*/ 399045 h 1106636"/>
                <a:gd name="connsiteX42" fmla="*/ 6591372 w 12192314"/>
                <a:gd name="connsiteY42" fmla="*/ 711414 h 1106636"/>
                <a:gd name="connsiteX43" fmla="*/ 6344806 w 12192314"/>
                <a:gd name="connsiteY43" fmla="*/ 824218 h 1106636"/>
                <a:gd name="connsiteX44" fmla="*/ 5720678 w 12192314"/>
                <a:gd name="connsiteY44" fmla="*/ 1030375 h 1106636"/>
                <a:gd name="connsiteX45" fmla="*/ 5095370 w 12192314"/>
                <a:gd name="connsiteY45" fmla="*/ 1049217 h 1106636"/>
                <a:gd name="connsiteX46" fmla="*/ 5048408 w 12192314"/>
                <a:gd name="connsiteY46" fmla="*/ 1046694 h 1106636"/>
                <a:gd name="connsiteX47" fmla="*/ 4490246 w 12192314"/>
                <a:gd name="connsiteY47" fmla="*/ 1078801 h 1106636"/>
                <a:gd name="connsiteX48" fmla="*/ 4301709 w 12192314"/>
                <a:gd name="connsiteY48" fmla="*/ 1099067 h 1106636"/>
                <a:gd name="connsiteX49" fmla="*/ 4141984 w 12192314"/>
                <a:gd name="connsiteY49" fmla="*/ 1106636 h 110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2192314" h="1106636">
                  <a:moveTo>
                    <a:pt x="4141903" y="1106636"/>
                  </a:moveTo>
                  <a:cubicBezTo>
                    <a:pt x="3957070" y="1106636"/>
                    <a:pt x="3715834" y="1075424"/>
                    <a:pt x="3524408" y="943045"/>
                  </a:cubicBezTo>
                  <a:cubicBezTo>
                    <a:pt x="3369729" y="836060"/>
                    <a:pt x="3276702" y="676661"/>
                    <a:pt x="3186727" y="522511"/>
                  </a:cubicBezTo>
                  <a:cubicBezTo>
                    <a:pt x="3113925" y="397742"/>
                    <a:pt x="3038641" y="268742"/>
                    <a:pt x="2931127" y="168634"/>
                  </a:cubicBezTo>
                  <a:cubicBezTo>
                    <a:pt x="2785482" y="33040"/>
                    <a:pt x="2601585" y="-13717"/>
                    <a:pt x="2368935" y="25756"/>
                  </a:cubicBezTo>
                  <a:cubicBezTo>
                    <a:pt x="2174417" y="58759"/>
                    <a:pt x="1977823" y="146903"/>
                    <a:pt x="1794373" y="237244"/>
                  </a:cubicBezTo>
                  <a:cubicBezTo>
                    <a:pt x="1767678" y="250388"/>
                    <a:pt x="1740942" y="263614"/>
                    <a:pt x="1714165" y="276880"/>
                  </a:cubicBezTo>
                  <a:cubicBezTo>
                    <a:pt x="1174437" y="543957"/>
                    <a:pt x="616315" y="820149"/>
                    <a:pt x="4273" y="626607"/>
                  </a:cubicBezTo>
                  <a:cubicBezTo>
                    <a:pt x="1058" y="625590"/>
                    <a:pt x="-732" y="622171"/>
                    <a:pt x="285" y="618956"/>
                  </a:cubicBezTo>
                  <a:cubicBezTo>
                    <a:pt x="1303" y="615742"/>
                    <a:pt x="4721" y="613951"/>
                    <a:pt x="7936" y="614968"/>
                  </a:cubicBezTo>
                  <a:cubicBezTo>
                    <a:pt x="615298" y="807045"/>
                    <a:pt x="1171141" y="531952"/>
                    <a:pt x="1708752" y="265934"/>
                  </a:cubicBezTo>
                  <a:cubicBezTo>
                    <a:pt x="1735529" y="252667"/>
                    <a:pt x="1762265" y="239442"/>
                    <a:pt x="1788961" y="226297"/>
                  </a:cubicBezTo>
                  <a:cubicBezTo>
                    <a:pt x="1973224" y="135549"/>
                    <a:pt x="2170795" y="46958"/>
                    <a:pt x="2366860" y="13711"/>
                  </a:cubicBezTo>
                  <a:cubicBezTo>
                    <a:pt x="2603538" y="-26414"/>
                    <a:pt x="2790813" y="21320"/>
                    <a:pt x="2939428" y="159681"/>
                  </a:cubicBezTo>
                  <a:cubicBezTo>
                    <a:pt x="3048245" y="261010"/>
                    <a:pt x="3124017" y="390824"/>
                    <a:pt x="3197267" y="516366"/>
                  </a:cubicBezTo>
                  <a:cubicBezTo>
                    <a:pt x="3286550" y="669377"/>
                    <a:pt x="3378885" y="827596"/>
                    <a:pt x="3531367" y="933035"/>
                  </a:cubicBezTo>
                  <a:cubicBezTo>
                    <a:pt x="3782288" y="1106596"/>
                    <a:pt x="4120945" y="1103950"/>
                    <a:pt x="4300488" y="1086940"/>
                  </a:cubicBezTo>
                  <a:cubicBezTo>
                    <a:pt x="4363605" y="1080958"/>
                    <a:pt x="4427251" y="1073715"/>
                    <a:pt x="4488822" y="1066715"/>
                  </a:cubicBezTo>
                  <a:cubicBezTo>
                    <a:pt x="4670847" y="1046002"/>
                    <a:pt x="4859058" y="1024556"/>
                    <a:pt x="5048978" y="1034526"/>
                  </a:cubicBezTo>
                  <a:cubicBezTo>
                    <a:pt x="5064686" y="1035340"/>
                    <a:pt x="5080353" y="1036195"/>
                    <a:pt x="5095980" y="1037049"/>
                  </a:cubicBezTo>
                  <a:cubicBezTo>
                    <a:pt x="5307509" y="1048403"/>
                    <a:pt x="5507318" y="1059146"/>
                    <a:pt x="5718317" y="1018411"/>
                  </a:cubicBezTo>
                  <a:cubicBezTo>
                    <a:pt x="5905145" y="982356"/>
                    <a:pt x="6102634" y="917082"/>
                    <a:pt x="6339881" y="813068"/>
                  </a:cubicBezTo>
                  <a:cubicBezTo>
                    <a:pt x="6422938" y="776647"/>
                    <a:pt x="6505914" y="737865"/>
                    <a:pt x="6586163" y="700386"/>
                  </a:cubicBezTo>
                  <a:cubicBezTo>
                    <a:pt x="6882458" y="561944"/>
                    <a:pt x="7162272" y="431193"/>
                    <a:pt x="7487297" y="386999"/>
                  </a:cubicBezTo>
                  <a:cubicBezTo>
                    <a:pt x="7869294" y="335032"/>
                    <a:pt x="8238716" y="441814"/>
                    <a:pt x="8596011" y="545056"/>
                  </a:cubicBezTo>
                  <a:cubicBezTo>
                    <a:pt x="8655140" y="562147"/>
                    <a:pt x="8716304" y="579809"/>
                    <a:pt x="8776490" y="596493"/>
                  </a:cubicBezTo>
                  <a:cubicBezTo>
                    <a:pt x="9051177" y="672469"/>
                    <a:pt x="9346658" y="743888"/>
                    <a:pt x="9646575" y="751660"/>
                  </a:cubicBezTo>
                  <a:cubicBezTo>
                    <a:pt x="9918372" y="758700"/>
                    <a:pt x="10190779" y="704292"/>
                    <a:pt x="10479382" y="585302"/>
                  </a:cubicBezTo>
                  <a:cubicBezTo>
                    <a:pt x="10572654" y="546846"/>
                    <a:pt x="10665925" y="503059"/>
                    <a:pt x="10756103" y="460696"/>
                  </a:cubicBezTo>
                  <a:cubicBezTo>
                    <a:pt x="10920671" y="383418"/>
                    <a:pt x="11090814" y="303494"/>
                    <a:pt x="11268769" y="252342"/>
                  </a:cubicBezTo>
                  <a:cubicBezTo>
                    <a:pt x="11428535" y="206439"/>
                    <a:pt x="11587854" y="194597"/>
                    <a:pt x="11742329" y="217141"/>
                  </a:cubicBezTo>
                  <a:cubicBezTo>
                    <a:pt x="11891921" y="238994"/>
                    <a:pt x="12042286" y="293891"/>
                    <a:pt x="12189314" y="380366"/>
                  </a:cubicBezTo>
                  <a:cubicBezTo>
                    <a:pt x="12192204" y="382075"/>
                    <a:pt x="12193181" y="385819"/>
                    <a:pt x="12191471" y="388708"/>
                  </a:cubicBezTo>
                  <a:cubicBezTo>
                    <a:pt x="12189762" y="391598"/>
                    <a:pt x="12186019" y="392574"/>
                    <a:pt x="12183130" y="390865"/>
                  </a:cubicBezTo>
                  <a:cubicBezTo>
                    <a:pt x="12037485" y="305204"/>
                    <a:pt x="11888584" y="250836"/>
                    <a:pt x="11740579" y="229187"/>
                  </a:cubicBezTo>
                  <a:cubicBezTo>
                    <a:pt x="11587854" y="206886"/>
                    <a:pt x="11430245" y="218606"/>
                    <a:pt x="11272147" y="264021"/>
                  </a:cubicBezTo>
                  <a:cubicBezTo>
                    <a:pt x="11095127" y="314889"/>
                    <a:pt x="10925392" y="394609"/>
                    <a:pt x="10761272" y="471684"/>
                  </a:cubicBezTo>
                  <a:cubicBezTo>
                    <a:pt x="10670971" y="514087"/>
                    <a:pt x="10577578" y="557956"/>
                    <a:pt x="10484022" y="596534"/>
                  </a:cubicBezTo>
                  <a:cubicBezTo>
                    <a:pt x="10193790" y="716175"/>
                    <a:pt x="9919796" y="770868"/>
                    <a:pt x="9646249" y="763787"/>
                  </a:cubicBezTo>
                  <a:cubicBezTo>
                    <a:pt x="9345030" y="755974"/>
                    <a:pt x="9048654" y="684393"/>
                    <a:pt x="8773235" y="608172"/>
                  </a:cubicBezTo>
                  <a:cubicBezTo>
                    <a:pt x="8713007" y="591488"/>
                    <a:pt x="8651804" y="573826"/>
                    <a:pt x="8592634" y="556735"/>
                  </a:cubicBezTo>
                  <a:cubicBezTo>
                    <a:pt x="8236560" y="453819"/>
                    <a:pt x="7868398" y="347444"/>
                    <a:pt x="7488965" y="399045"/>
                  </a:cubicBezTo>
                  <a:cubicBezTo>
                    <a:pt x="7165812" y="442994"/>
                    <a:pt x="6886771" y="573379"/>
                    <a:pt x="6591372" y="711414"/>
                  </a:cubicBezTo>
                  <a:cubicBezTo>
                    <a:pt x="6511042" y="748934"/>
                    <a:pt x="6428025" y="787756"/>
                    <a:pt x="6344806" y="824218"/>
                  </a:cubicBezTo>
                  <a:cubicBezTo>
                    <a:pt x="6106703" y="928640"/>
                    <a:pt x="5908400" y="994157"/>
                    <a:pt x="5720678" y="1030375"/>
                  </a:cubicBezTo>
                  <a:cubicBezTo>
                    <a:pt x="5508213" y="1071395"/>
                    <a:pt x="5307671" y="1060611"/>
                    <a:pt x="5095370" y="1049217"/>
                  </a:cubicBezTo>
                  <a:cubicBezTo>
                    <a:pt x="5079783" y="1048362"/>
                    <a:pt x="5064116" y="1047548"/>
                    <a:pt x="5048408" y="1046694"/>
                  </a:cubicBezTo>
                  <a:cubicBezTo>
                    <a:pt x="4859465" y="1036805"/>
                    <a:pt x="4671783" y="1058169"/>
                    <a:pt x="4490246" y="1078801"/>
                  </a:cubicBezTo>
                  <a:cubicBezTo>
                    <a:pt x="4428635" y="1085801"/>
                    <a:pt x="4364908" y="1093085"/>
                    <a:pt x="4301709" y="1099067"/>
                  </a:cubicBezTo>
                  <a:cubicBezTo>
                    <a:pt x="4257027" y="1103299"/>
                    <a:pt x="4202497" y="1106636"/>
                    <a:pt x="4141984" y="110663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41" name="Freeform: Shape 40">
              <a:extLst>
                <a:ext uri="{FF2B5EF4-FFF2-40B4-BE49-F238E27FC236}">
                  <a16:creationId xmlns:a16="http://schemas.microsoft.com/office/drawing/2014/main" id="{1B6798AB-7942-E498-8E94-4CB57BF36E53}"/>
                </a:ext>
              </a:extLst>
            </p:cNvPr>
            <p:cNvSpPr/>
            <p:nvPr/>
          </p:nvSpPr>
          <p:spPr>
            <a:xfrm>
              <a:off x="265" y="2240375"/>
              <a:ext cx="12192060" cy="1120987"/>
            </a:xfrm>
            <a:custGeom>
              <a:avLst/>
              <a:gdLst>
                <a:gd name="connsiteX0" fmla="*/ 4074573 w 12192060"/>
                <a:gd name="connsiteY0" fmla="*/ 1120947 h 1120987"/>
                <a:gd name="connsiteX1" fmla="*/ 3520521 w 12192060"/>
                <a:gd name="connsiteY1" fmla="*/ 967489 h 1120987"/>
                <a:gd name="connsiteX2" fmla="*/ 3221418 w 12192060"/>
                <a:gd name="connsiteY2" fmla="*/ 529782 h 1120987"/>
                <a:gd name="connsiteX3" fmla="*/ 3031579 w 12192060"/>
                <a:gd name="connsiteY3" fmla="*/ 195112 h 1120987"/>
                <a:gd name="connsiteX4" fmla="*/ 2778787 w 12192060"/>
                <a:gd name="connsiteY4" fmla="*/ 31887 h 1120987"/>
                <a:gd name="connsiteX5" fmla="*/ 2481718 w 12192060"/>
                <a:gd name="connsiteY5" fmla="*/ 23789 h 1120987"/>
                <a:gd name="connsiteX6" fmla="*/ 1900686 w 12192060"/>
                <a:gd name="connsiteY6" fmla="*/ 234789 h 1120987"/>
                <a:gd name="connsiteX7" fmla="*/ 1780801 w 12192060"/>
                <a:gd name="connsiteY7" fmla="*/ 293470 h 1120987"/>
                <a:gd name="connsiteX8" fmla="*/ 4252 w 12192060"/>
                <a:gd name="connsiteY8" fmla="*/ 652922 h 1120987"/>
                <a:gd name="connsiteX9" fmla="*/ 305 w 12192060"/>
                <a:gd name="connsiteY9" fmla="*/ 645272 h 1120987"/>
                <a:gd name="connsiteX10" fmla="*/ 7955 w 12192060"/>
                <a:gd name="connsiteY10" fmla="*/ 641325 h 1120987"/>
                <a:gd name="connsiteX11" fmla="*/ 1775429 w 12192060"/>
                <a:gd name="connsiteY11" fmla="*/ 282605 h 1120987"/>
                <a:gd name="connsiteX12" fmla="*/ 1895355 w 12192060"/>
                <a:gd name="connsiteY12" fmla="*/ 223883 h 1120987"/>
                <a:gd name="connsiteX13" fmla="*/ 2479765 w 12192060"/>
                <a:gd name="connsiteY13" fmla="*/ 11825 h 1120987"/>
                <a:gd name="connsiteX14" fmla="*/ 2781961 w 12192060"/>
                <a:gd name="connsiteY14" fmla="*/ 20167 h 1120987"/>
                <a:gd name="connsiteX15" fmla="*/ 3040898 w 12192060"/>
                <a:gd name="connsiteY15" fmla="*/ 187339 h 1120987"/>
                <a:gd name="connsiteX16" fmla="*/ 3232527 w 12192060"/>
                <a:gd name="connsiteY16" fmla="*/ 524817 h 1120987"/>
                <a:gd name="connsiteX17" fmla="*/ 3527724 w 12192060"/>
                <a:gd name="connsiteY17" fmla="*/ 957763 h 1120987"/>
                <a:gd name="connsiteX18" fmla="*/ 4251064 w 12192060"/>
                <a:gd name="connsiteY18" fmla="*/ 1098525 h 1120987"/>
                <a:gd name="connsiteX19" fmla="*/ 4370705 w 12192060"/>
                <a:gd name="connsiteY19" fmla="*/ 1083997 h 1120987"/>
                <a:gd name="connsiteX20" fmla="*/ 4969766 w 12192060"/>
                <a:gd name="connsiteY20" fmla="*/ 1052947 h 1120987"/>
                <a:gd name="connsiteX21" fmla="*/ 5033493 w 12192060"/>
                <a:gd name="connsiteY21" fmla="*/ 1058685 h 1120987"/>
                <a:gd name="connsiteX22" fmla="*/ 5624414 w 12192060"/>
                <a:gd name="connsiteY22" fmla="*/ 1059662 h 1120987"/>
                <a:gd name="connsiteX23" fmla="*/ 6243822 w 12192060"/>
                <a:gd name="connsiteY23" fmla="*/ 853626 h 1120987"/>
                <a:gd name="connsiteX24" fmla="*/ 6536088 w 12192060"/>
                <a:gd name="connsiteY24" fmla="*/ 708185 h 1120987"/>
                <a:gd name="connsiteX25" fmla="*/ 7332841 w 12192060"/>
                <a:gd name="connsiteY25" fmla="*/ 384544 h 1120987"/>
                <a:gd name="connsiteX26" fmla="*/ 8465972 w 12192060"/>
                <a:gd name="connsiteY26" fmla="*/ 530921 h 1120987"/>
                <a:gd name="connsiteX27" fmla="*/ 8610722 w 12192060"/>
                <a:gd name="connsiteY27" fmla="*/ 575318 h 1120987"/>
                <a:gd name="connsiteX28" fmla="*/ 9507298 w 12192060"/>
                <a:gd name="connsiteY28" fmla="*/ 750873 h 1120987"/>
                <a:gd name="connsiteX29" fmla="*/ 10391868 w 12192060"/>
                <a:gd name="connsiteY29" fmla="*/ 566284 h 1120987"/>
                <a:gd name="connsiteX30" fmla="*/ 10646615 w 12192060"/>
                <a:gd name="connsiteY30" fmla="*/ 454131 h 1120987"/>
                <a:gd name="connsiteX31" fmla="*/ 11226467 w 12192060"/>
                <a:gd name="connsiteY31" fmla="*/ 230435 h 1120987"/>
                <a:gd name="connsiteX32" fmla="*/ 11724809 w 12192060"/>
                <a:gd name="connsiteY32" fmla="*/ 208012 h 1120987"/>
                <a:gd name="connsiteX33" fmla="*/ 12189211 w 12192060"/>
                <a:gd name="connsiteY33" fmla="*/ 392683 h 1120987"/>
                <a:gd name="connsiteX34" fmla="*/ 12191125 w 12192060"/>
                <a:gd name="connsiteY34" fmla="*/ 401106 h 1120987"/>
                <a:gd name="connsiteX35" fmla="*/ 12182701 w 12192060"/>
                <a:gd name="connsiteY35" fmla="*/ 403019 h 1120987"/>
                <a:gd name="connsiteX36" fmla="*/ 11722693 w 12192060"/>
                <a:gd name="connsiteY36" fmla="*/ 220017 h 1120987"/>
                <a:gd name="connsiteX37" fmla="*/ 11229479 w 12192060"/>
                <a:gd name="connsiteY37" fmla="*/ 242236 h 1120987"/>
                <a:gd name="connsiteX38" fmla="*/ 10651620 w 12192060"/>
                <a:gd name="connsiteY38" fmla="*/ 465240 h 1120987"/>
                <a:gd name="connsiteX39" fmla="*/ 10396508 w 12192060"/>
                <a:gd name="connsiteY39" fmla="*/ 577557 h 1120987"/>
                <a:gd name="connsiteX40" fmla="*/ 9506972 w 12192060"/>
                <a:gd name="connsiteY40" fmla="*/ 763082 h 1120987"/>
                <a:gd name="connsiteX41" fmla="*/ 8607181 w 12192060"/>
                <a:gd name="connsiteY41" fmla="*/ 586998 h 1120987"/>
                <a:gd name="connsiteX42" fmla="*/ 8462350 w 12192060"/>
                <a:gd name="connsiteY42" fmla="*/ 542560 h 1120987"/>
                <a:gd name="connsiteX43" fmla="*/ 7335404 w 12192060"/>
                <a:gd name="connsiteY43" fmla="*/ 396467 h 1120987"/>
                <a:gd name="connsiteX44" fmla="*/ 6541622 w 12192060"/>
                <a:gd name="connsiteY44" fmla="*/ 719010 h 1120987"/>
                <a:gd name="connsiteX45" fmla="*/ 6248949 w 12192060"/>
                <a:gd name="connsiteY45" fmla="*/ 864655 h 1120987"/>
                <a:gd name="connsiteX46" fmla="*/ 5626449 w 12192060"/>
                <a:gd name="connsiteY46" fmla="*/ 1071666 h 1120987"/>
                <a:gd name="connsiteX47" fmla="*/ 5032353 w 12192060"/>
                <a:gd name="connsiteY47" fmla="*/ 1070812 h 1120987"/>
                <a:gd name="connsiteX48" fmla="*/ 4968667 w 12192060"/>
                <a:gd name="connsiteY48" fmla="*/ 1065074 h 1120987"/>
                <a:gd name="connsiteX49" fmla="*/ 4372170 w 12192060"/>
                <a:gd name="connsiteY49" fmla="*/ 1096083 h 1120987"/>
                <a:gd name="connsiteX50" fmla="*/ 4252407 w 12192060"/>
                <a:gd name="connsiteY50" fmla="*/ 1110611 h 1120987"/>
                <a:gd name="connsiteX51" fmla="*/ 4074451 w 12192060"/>
                <a:gd name="connsiteY51" fmla="*/ 1120988 h 1120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60" h="1120987">
                  <a:moveTo>
                    <a:pt x="4074573" y="1120947"/>
                  </a:moveTo>
                  <a:cubicBezTo>
                    <a:pt x="3902274" y="1120947"/>
                    <a:pt x="3687286" y="1090426"/>
                    <a:pt x="3520521" y="967489"/>
                  </a:cubicBezTo>
                  <a:cubicBezTo>
                    <a:pt x="3369464" y="856109"/>
                    <a:pt x="3294220" y="690239"/>
                    <a:pt x="3221418" y="529782"/>
                  </a:cubicBezTo>
                  <a:cubicBezTo>
                    <a:pt x="3168760" y="413681"/>
                    <a:pt x="3114311" y="293673"/>
                    <a:pt x="3031579" y="195112"/>
                  </a:cubicBezTo>
                  <a:cubicBezTo>
                    <a:pt x="2963091" y="113561"/>
                    <a:pt x="2878040" y="58664"/>
                    <a:pt x="2778787" y="31887"/>
                  </a:cubicBezTo>
                  <a:cubicBezTo>
                    <a:pt x="2692474" y="8610"/>
                    <a:pt x="2592488" y="5884"/>
                    <a:pt x="2481718" y="23789"/>
                  </a:cubicBezTo>
                  <a:cubicBezTo>
                    <a:pt x="2261278" y="59437"/>
                    <a:pt x="2026716" y="173503"/>
                    <a:pt x="1900686" y="234789"/>
                  </a:cubicBezTo>
                  <a:cubicBezTo>
                    <a:pt x="1860846" y="254159"/>
                    <a:pt x="1820884" y="273774"/>
                    <a:pt x="1780801" y="293470"/>
                  </a:cubicBezTo>
                  <a:cubicBezTo>
                    <a:pt x="1219057" y="569336"/>
                    <a:pt x="638187" y="854562"/>
                    <a:pt x="4252" y="652922"/>
                  </a:cubicBezTo>
                  <a:cubicBezTo>
                    <a:pt x="1037" y="651905"/>
                    <a:pt x="-753" y="648487"/>
                    <a:pt x="305" y="645272"/>
                  </a:cubicBezTo>
                  <a:cubicBezTo>
                    <a:pt x="1322" y="642057"/>
                    <a:pt x="4781" y="640266"/>
                    <a:pt x="7955" y="641325"/>
                  </a:cubicBezTo>
                  <a:cubicBezTo>
                    <a:pt x="637210" y="841500"/>
                    <a:pt x="1215842" y="557372"/>
                    <a:pt x="1775429" y="282605"/>
                  </a:cubicBezTo>
                  <a:cubicBezTo>
                    <a:pt x="1815513" y="262909"/>
                    <a:pt x="1855515" y="243294"/>
                    <a:pt x="1895355" y="223883"/>
                  </a:cubicBezTo>
                  <a:cubicBezTo>
                    <a:pt x="2021955" y="162312"/>
                    <a:pt x="2257575" y="47758"/>
                    <a:pt x="2479765" y="11825"/>
                  </a:cubicBezTo>
                  <a:cubicBezTo>
                    <a:pt x="2592285" y="-6365"/>
                    <a:pt x="2693939" y="-3557"/>
                    <a:pt x="2781961" y="20167"/>
                  </a:cubicBezTo>
                  <a:cubicBezTo>
                    <a:pt x="2883656" y="47595"/>
                    <a:pt x="2970782" y="103835"/>
                    <a:pt x="3040898" y="187339"/>
                  </a:cubicBezTo>
                  <a:cubicBezTo>
                    <a:pt x="3124728" y="287162"/>
                    <a:pt x="3179544" y="407984"/>
                    <a:pt x="3232527" y="524817"/>
                  </a:cubicBezTo>
                  <a:cubicBezTo>
                    <a:pt x="3304638" y="683850"/>
                    <a:pt x="3379230" y="848255"/>
                    <a:pt x="3527724" y="957763"/>
                  </a:cubicBezTo>
                  <a:cubicBezTo>
                    <a:pt x="3756710" y="1126563"/>
                    <a:pt x="4079212" y="1118424"/>
                    <a:pt x="4251064" y="1098525"/>
                  </a:cubicBezTo>
                  <a:cubicBezTo>
                    <a:pt x="4291189" y="1093885"/>
                    <a:pt x="4331598" y="1088839"/>
                    <a:pt x="4370705" y="1083997"/>
                  </a:cubicBezTo>
                  <a:cubicBezTo>
                    <a:pt x="4573607" y="1058766"/>
                    <a:pt x="4765277" y="1034960"/>
                    <a:pt x="4969766" y="1052947"/>
                  </a:cubicBezTo>
                  <a:cubicBezTo>
                    <a:pt x="4991130" y="1054819"/>
                    <a:pt x="5012373" y="1056772"/>
                    <a:pt x="5033493" y="1058685"/>
                  </a:cubicBezTo>
                  <a:cubicBezTo>
                    <a:pt x="5233750" y="1076916"/>
                    <a:pt x="5422896" y="1094089"/>
                    <a:pt x="5624414" y="1059662"/>
                  </a:cubicBezTo>
                  <a:cubicBezTo>
                    <a:pt x="5816247" y="1026862"/>
                    <a:pt x="6013045" y="961426"/>
                    <a:pt x="6243822" y="853626"/>
                  </a:cubicBezTo>
                  <a:cubicBezTo>
                    <a:pt x="6342871" y="807357"/>
                    <a:pt x="6441107" y="756937"/>
                    <a:pt x="6536088" y="708185"/>
                  </a:cubicBezTo>
                  <a:cubicBezTo>
                    <a:pt x="6786602" y="579632"/>
                    <a:pt x="7045621" y="446684"/>
                    <a:pt x="7332841" y="384544"/>
                  </a:cubicBezTo>
                  <a:cubicBezTo>
                    <a:pt x="7722244" y="300347"/>
                    <a:pt x="8100334" y="417547"/>
                    <a:pt x="8465972" y="530921"/>
                  </a:cubicBezTo>
                  <a:cubicBezTo>
                    <a:pt x="8513463" y="545652"/>
                    <a:pt x="8562539" y="560831"/>
                    <a:pt x="8610722" y="575318"/>
                  </a:cubicBezTo>
                  <a:cubicBezTo>
                    <a:pt x="8879059" y="655974"/>
                    <a:pt x="9191754" y="742694"/>
                    <a:pt x="9507298" y="750873"/>
                  </a:cubicBezTo>
                  <a:cubicBezTo>
                    <a:pt x="9783978" y="758076"/>
                    <a:pt x="10073314" y="697686"/>
                    <a:pt x="10391868" y="566284"/>
                  </a:cubicBezTo>
                  <a:cubicBezTo>
                    <a:pt x="10477367" y="531002"/>
                    <a:pt x="10563395" y="491936"/>
                    <a:pt x="10646615" y="454131"/>
                  </a:cubicBezTo>
                  <a:cubicBezTo>
                    <a:pt x="10832669" y="369609"/>
                    <a:pt x="11025031" y="282238"/>
                    <a:pt x="11226467" y="230435"/>
                  </a:cubicBezTo>
                  <a:cubicBezTo>
                    <a:pt x="11395104" y="187055"/>
                    <a:pt x="11562764" y="179526"/>
                    <a:pt x="11724809" y="208012"/>
                  </a:cubicBezTo>
                  <a:cubicBezTo>
                    <a:pt x="11881563" y="235562"/>
                    <a:pt x="12037788" y="297702"/>
                    <a:pt x="12189211" y="392683"/>
                  </a:cubicBezTo>
                  <a:cubicBezTo>
                    <a:pt x="12192061" y="394473"/>
                    <a:pt x="12192915" y="398258"/>
                    <a:pt x="12191125" y="401106"/>
                  </a:cubicBezTo>
                  <a:cubicBezTo>
                    <a:pt x="12189334" y="403955"/>
                    <a:pt x="12185549" y="404850"/>
                    <a:pt x="12182701" y="403019"/>
                  </a:cubicBezTo>
                  <a:cubicBezTo>
                    <a:pt x="12032620" y="308893"/>
                    <a:pt x="11877861" y="247323"/>
                    <a:pt x="11722693" y="220017"/>
                  </a:cubicBezTo>
                  <a:cubicBezTo>
                    <a:pt x="11562358" y="191816"/>
                    <a:pt x="11396406" y="199303"/>
                    <a:pt x="11229479" y="242236"/>
                  </a:cubicBezTo>
                  <a:cubicBezTo>
                    <a:pt x="11029100" y="293795"/>
                    <a:pt x="10837226" y="380963"/>
                    <a:pt x="10651620" y="465240"/>
                  </a:cubicBezTo>
                  <a:cubicBezTo>
                    <a:pt x="10568319" y="503086"/>
                    <a:pt x="10482209" y="542193"/>
                    <a:pt x="10396508" y="577557"/>
                  </a:cubicBezTo>
                  <a:cubicBezTo>
                    <a:pt x="10076325" y="709609"/>
                    <a:pt x="9785402" y="770325"/>
                    <a:pt x="9506972" y="763082"/>
                  </a:cubicBezTo>
                  <a:cubicBezTo>
                    <a:pt x="9189923" y="754821"/>
                    <a:pt x="8876292" y="667857"/>
                    <a:pt x="8607181" y="586998"/>
                  </a:cubicBezTo>
                  <a:cubicBezTo>
                    <a:pt x="8558959" y="572511"/>
                    <a:pt x="8509840" y="557291"/>
                    <a:pt x="8462350" y="542560"/>
                  </a:cubicBezTo>
                  <a:cubicBezTo>
                    <a:pt x="8098218" y="429674"/>
                    <a:pt x="7721674" y="312963"/>
                    <a:pt x="7335404" y="396467"/>
                  </a:cubicBezTo>
                  <a:cubicBezTo>
                    <a:pt x="7049731" y="458241"/>
                    <a:pt x="6791403" y="590823"/>
                    <a:pt x="6541622" y="719010"/>
                  </a:cubicBezTo>
                  <a:cubicBezTo>
                    <a:pt x="6446519" y="767802"/>
                    <a:pt x="6348162" y="818304"/>
                    <a:pt x="6248949" y="864655"/>
                  </a:cubicBezTo>
                  <a:cubicBezTo>
                    <a:pt x="6017154" y="972901"/>
                    <a:pt x="5819380" y="1038704"/>
                    <a:pt x="5626449" y="1071666"/>
                  </a:cubicBezTo>
                  <a:cubicBezTo>
                    <a:pt x="5423344" y="1106379"/>
                    <a:pt x="5233424" y="1089083"/>
                    <a:pt x="5032353" y="1070812"/>
                  </a:cubicBezTo>
                  <a:cubicBezTo>
                    <a:pt x="5011233" y="1068899"/>
                    <a:pt x="4989991" y="1066946"/>
                    <a:pt x="4968667" y="1065074"/>
                  </a:cubicBezTo>
                  <a:cubicBezTo>
                    <a:pt x="4765480" y="1047209"/>
                    <a:pt x="4574421" y="1070934"/>
                    <a:pt x="4372170" y="1096083"/>
                  </a:cubicBezTo>
                  <a:cubicBezTo>
                    <a:pt x="4333022" y="1100966"/>
                    <a:pt x="4292573" y="1105971"/>
                    <a:pt x="4252407" y="1110611"/>
                  </a:cubicBezTo>
                  <a:cubicBezTo>
                    <a:pt x="4203411" y="1116267"/>
                    <a:pt x="4142207" y="1120988"/>
                    <a:pt x="4074451" y="112098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42" name="Freeform: Shape 41">
              <a:extLst>
                <a:ext uri="{FF2B5EF4-FFF2-40B4-BE49-F238E27FC236}">
                  <a16:creationId xmlns:a16="http://schemas.microsoft.com/office/drawing/2014/main" id="{B7B67807-3459-7CB2-A3E9-895E45ADFD62}"/>
                </a:ext>
              </a:extLst>
            </p:cNvPr>
            <p:cNvSpPr/>
            <p:nvPr/>
          </p:nvSpPr>
          <p:spPr>
            <a:xfrm>
              <a:off x="321" y="2246949"/>
              <a:ext cx="12192050" cy="1136836"/>
            </a:xfrm>
            <a:custGeom>
              <a:avLst/>
              <a:gdLst>
                <a:gd name="connsiteX0" fmla="*/ 4011075 w 12192050"/>
                <a:gd name="connsiteY0" fmla="*/ 1136837 h 1136836"/>
                <a:gd name="connsiteX1" fmla="*/ 3842763 w 12192050"/>
                <a:gd name="connsiteY1" fmla="*/ 1124710 h 1136836"/>
                <a:gd name="connsiteX2" fmla="*/ 3503495 w 12192050"/>
                <a:gd name="connsiteY2" fmla="*/ 983053 h 1136836"/>
                <a:gd name="connsiteX3" fmla="*/ 3259330 w 12192050"/>
                <a:gd name="connsiteY3" fmla="*/ 539608 h 1136836"/>
                <a:gd name="connsiteX4" fmla="*/ 3118690 w 12192050"/>
                <a:gd name="connsiteY4" fmla="*/ 211693 h 1136836"/>
                <a:gd name="connsiteX5" fmla="*/ 2875461 w 12192050"/>
                <a:gd name="connsiteY5" fmla="*/ 32272 h 1136836"/>
                <a:gd name="connsiteX6" fmla="*/ 2570417 w 12192050"/>
                <a:gd name="connsiteY6" fmla="*/ 26453 h 1136836"/>
                <a:gd name="connsiteX7" fmla="*/ 1976036 w 12192050"/>
                <a:gd name="connsiteY7" fmla="*/ 248766 h 1136836"/>
                <a:gd name="connsiteX8" fmla="*/ 1853017 w 12192050"/>
                <a:gd name="connsiteY8" fmla="*/ 308668 h 1136836"/>
                <a:gd name="connsiteX9" fmla="*/ 957744 w 12192050"/>
                <a:gd name="connsiteY9" fmla="*/ 679677 h 1136836"/>
                <a:gd name="connsiteX10" fmla="*/ 4237 w 12192050"/>
                <a:gd name="connsiteY10" fmla="*/ 680206 h 1136836"/>
                <a:gd name="connsiteX11" fmla="*/ 289 w 12192050"/>
                <a:gd name="connsiteY11" fmla="*/ 672515 h 1136836"/>
                <a:gd name="connsiteX12" fmla="*/ 7980 w 12192050"/>
                <a:gd name="connsiteY12" fmla="*/ 668568 h 1136836"/>
                <a:gd name="connsiteX13" fmla="*/ 1847646 w 12192050"/>
                <a:gd name="connsiteY13" fmla="*/ 297721 h 1136836"/>
                <a:gd name="connsiteX14" fmla="*/ 1970705 w 12192050"/>
                <a:gd name="connsiteY14" fmla="*/ 237778 h 1136836"/>
                <a:gd name="connsiteX15" fmla="*/ 2568260 w 12192050"/>
                <a:gd name="connsiteY15" fmla="*/ 14448 h 1136836"/>
                <a:gd name="connsiteX16" fmla="*/ 2878798 w 12192050"/>
                <a:gd name="connsiteY16" fmla="*/ 20552 h 1136836"/>
                <a:gd name="connsiteX17" fmla="*/ 3128742 w 12192050"/>
                <a:gd name="connsiteY17" fmla="*/ 204857 h 1136836"/>
                <a:gd name="connsiteX18" fmla="*/ 3270887 w 12192050"/>
                <a:gd name="connsiteY18" fmla="*/ 535864 h 1136836"/>
                <a:gd name="connsiteX19" fmla="*/ 3511268 w 12192050"/>
                <a:gd name="connsiteY19" fmla="*/ 973734 h 1136836"/>
                <a:gd name="connsiteX20" fmla="*/ 4212268 w 12192050"/>
                <a:gd name="connsiteY20" fmla="*/ 1109612 h 1136836"/>
                <a:gd name="connsiteX21" fmla="*/ 4233225 w 12192050"/>
                <a:gd name="connsiteY21" fmla="*/ 1106519 h 1136836"/>
                <a:gd name="connsiteX22" fmla="*/ 4889176 w 12192050"/>
                <a:gd name="connsiteY22" fmla="*/ 1071238 h 1136836"/>
                <a:gd name="connsiteX23" fmla="*/ 4965600 w 12192050"/>
                <a:gd name="connsiteY23" fmla="*/ 1081004 h 1136836"/>
                <a:gd name="connsiteX24" fmla="*/ 5529418 w 12192050"/>
                <a:gd name="connsiteY24" fmla="*/ 1100700 h 1136836"/>
                <a:gd name="connsiteX25" fmla="*/ 6124857 w 12192050"/>
                <a:gd name="connsiteY25" fmla="*/ 905449 h 1136836"/>
                <a:gd name="connsiteX26" fmla="*/ 6479182 w 12192050"/>
                <a:gd name="connsiteY26" fmla="*/ 713739 h 1136836"/>
                <a:gd name="connsiteX27" fmla="*/ 7176722 w 12192050"/>
                <a:gd name="connsiteY27" fmla="*/ 385295 h 1136836"/>
                <a:gd name="connsiteX28" fmla="*/ 8334311 w 12192050"/>
                <a:gd name="connsiteY28" fmla="*/ 519871 h 1136836"/>
                <a:gd name="connsiteX29" fmla="*/ 8471451 w 12192050"/>
                <a:gd name="connsiteY29" fmla="*/ 564798 h 1136836"/>
                <a:gd name="connsiteX30" fmla="*/ 9367456 w 12192050"/>
                <a:gd name="connsiteY30" fmla="*/ 753090 h 1136836"/>
                <a:gd name="connsiteX31" fmla="*/ 10276525 w 12192050"/>
                <a:gd name="connsiteY31" fmla="*/ 560972 h 1136836"/>
                <a:gd name="connsiteX32" fmla="*/ 10535585 w 12192050"/>
                <a:gd name="connsiteY32" fmla="*/ 449592 h 1136836"/>
                <a:gd name="connsiteX33" fmla="*/ 11185106 w 12192050"/>
                <a:gd name="connsiteY33" fmla="*/ 210554 h 1136836"/>
                <a:gd name="connsiteX34" fmla="*/ 11707661 w 12192050"/>
                <a:gd name="connsiteY34" fmla="*/ 200950 h 1136836"/>
                <a:gd name="connsiteX35" fmla="*/ 12189318 w 12192050"/>
                <a:gd name="connsiteY35" fmla="*/ 406415 h 1136836"/>
                <a:gd name="connsiteX36" fmla="*/ 12191028 w 12192050"/>
                <a:gd name="connsiteY36" fmla="*/ 414880 h 1136836"/>
                <a:gd name="connsiteX37" fmla="*/ 12182563 w 12192050"/>
                <a:gd name="connsiteY37" fmla="*/ 416589 h 1136836"/>
                <a:gd name="connsiteX38" fmla="*/ 11705260 w 12192050"/>
                <a:gd name="connsiteY38" fmla="*/ 212914 h 1136836"/>
                <a:gd name="connsiteX39" fmla="*/ 11187833 w 12192050"/>
                <a:gd name="connsiteY39" fmla="*/ 222437 h 1136836"/>
                <a:gd name="connsiteX40" fmla="*/ 10540509 w 12192050"/>
                <a:gd name="connsiteY40" fmla="*/ 460742 h 1136836"/>
                <a:gd name="connsiteX41" fmla="*/ 10281083 w 12192050"/>
                <a:gd name="connsiteY41" fmla="*/ 572245 h 1136836"/>
                <a:gd name="connsiteX42" fmla="*/ 9367049 w 12192050"/>
                <a:gd name="connsiteY42" fmla="*/ 765217 h 1136836"/>
                <a:gd name="connsiteX43" fmla="*/ 8467706 w 12192050"/>
                <a:gd name="connsiteY43" fmla="*/ 576355 h 1136836"/>
                <a:gd name="connsiteX44" fmla="*/ 8330445 w 12192050"/>
                <a:gd name="connsiteY44" fmla="*/ 531387 h 1136836"/>
                <a:gd name="connsiteX45" fmla="*/ 7180181 w 12192050"/>
                <a:gd name="connsiteY45" fmla="*/ 396934 h 1136836"/>
                <a:gd name="connsiteX46" fmla="*/ 6485204 w 12192050"/>
                <a:gd name="connsiteY46" fmla="*/ 724278 h 1136836"/>
                <a:gd name="connsiteX47" fmla="*/ 6130228 w 12192050"/>
                <a:gd name="connsiteY47" fmla="*/ 916355 h 1136836"/>
                <a:gd name="connsiteX48" fmla="*/ 5531209 w 12192050"/>
                <a:gd name="connsiteY48" fmla="*/ 1112705 h 1136836"/>
                <a:gd name="connsiteX49" fmla="*/ 4964053 w 12192050"/>
                <a:gd name="connsiteY49" fmla="*/ 1093050 h 1136836"/>
                <a:gd name="connsiteX50" fmla="*/ 4887670 w 12192050"/>
                <a:gd name="connsiteY50" fmla="*/ 1083283 h 1136836"/>
                <a:gd name="connsiteX51" fmla="*/ 4235015 w 12192050"/>
                <a:gd name="connsiteY51" fmla="*/ 1118524 h 1136836"/>
                <a:gd name="connsiteX52" fmla="*/ 4214058 w 12192050"/>
                <a:gd name="connsiteY52" fmla="*/ 1121617 h 1136836"/>
                <a:gd name="connsiteX53" fmla="*/ 4010993 w 12192050"/>
                <a:gd name="connsiteY53" fmla="*/ 1136796 h 1136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192050" h="1136836">
                  <a:moveTo>
                    <a:pt x="4011075" y="1136837"/>
                  </a:moveTo>
                  <a:cubicBezTo>
                    <a:pt x="3952394" y="1136837"/>
                    <a:pt x="3895788" y="1132808"/>
                    <a:pt x="3842763" y="1124710"/>
                  </a:cubicBezTo>
                  <a:cubicBezTo>
                    <a:pt x="3704769" y="1103630"/>
                    <a:pt x="3590622" y="1055977"/>
                    <a:pt x="3503495" y="983053"/>
                  </a:cubicBezTo>
                  <a:cubicBezTo>
                    <a:pt x="3365094" y="867197"/>
                    <a:pt x="3311337" y="700635"/>
                    <a:pt x="3259330" y="539608"/>
                  </a:cubicBezTo>
                  <a:cubicBezTo>
                    <a:pt x="3222868" y="426722"/>
                    <a:pt x="3185225" y="310011"/>
                    <a:pt x="3118690" y="211693"/>
                  </a:cubicBezTo>
                  <a:cubicBezTo>
                    <a:pt x="3057527" y="121311"/>
                    <a:pt x="2975731" y="60962"/>
                    <a:pt x="2875461" y="32272"/>
                  </a:cubicBezTo>
                  <a:cubicBezTo>
                    <a:pt x="2789230" y="7612"/>
                    <a:pt x="2686599" y="5658"/>
                    <a:pt x="2570417" y="26453"/>
                  </a:cubicBezTo>
                  <a:cubicBezTo>
                    <a:pt x="2356202" y="64828"/>
                    <a:pt x="2136453" y="171121"/>
                    <a:pt x="1976036" y="248766"/>
                  </a:cubicBezTo>
                  <a:cubicBezTo>
                    <a:pt x="1935179" y="268543"/>
                    <a:pt x="1894159" y="288565"/>
                    <a:pt x="1853017" y="308668"/>
                  </a:cubicBezTo>
                  <a:cubicBezTo>
                    <a:pt x="1563926" y="449877"/>
                    <a:pt x="1264985" y="595929"/>
                    <a:pt x="957744" y="679677"/>
                  </a:cubicBezTo>
                  <a:cubicBezTo>
                    <a:pt x="610418" y="774332"/>
                    <a:pt x="298537" y="774536"/>
                    <a:pt x="4237" y="680206"/>
                  </a:cubicBezTo>
                  <a:cubicBezTo>
                    <a:pt x="1022" y="679189"/>
                    <a:pt x="-728" y="675730"/>
                    <a:pt x="289" y="672515"/>
                  </a:cubicBezTo>
                  <a:cubicBezTo>
                    <a:pt x="1307" y="669300"/>
                    <a:pt x="4766" y="667551"/>
                    <a:pt x="7980" y="668568"/>
                  </a:cubicBezTo>
                  <a:cubicBezTo>
                    <a:pt x="660391" y="877655"/>
                    <a:pt x="1263968" y="582825"/>
                    <a:pt x="1847646" y="297721"/>
                  </a:cubicBezTo>
                  <a:cubicBezTo>
                    <a:pt x="1888828" y="277618"/>
                    <a:pt x="1929848" y="257556"/>
                    <a:pt x="1970705" y="237778"/>
                  </a:cubicBezTo>
                  <a:cubicBezTo>
                    <a:pt x="2131773" y="159849"/>
                    <a:pt x="2352377" y="53108"/>
                    <a:pt x="2568260" y="14448"/>
                  </a:cubicBezTo>
                  <a:cubicBezTo>
                    <a:pt x="2686273" y="-6672"/>
                    <a:pt x="2790735" y="-4637"/>
                    <a:pt x="2878798" y="20552"/>
                  </a:cubicBezTo>
                  <a:cubicBezTo>
                    <a:pt x="2981876" y="50015"/>
                    <a:pt x="3065951" y="112033"/>
                    <a:pt x="3128742" y="204857"/>
                  </a:cubicBezTo>
                  <a:cubicBezTo>
                    <a:pt x="3196213" y="304598"/>
                    <a:pt x="3234181" y="422164"/>
                    <a:pt x="3270887" y="535864"/>
                  </a:cubicBezTo>
                  <a:cubicBezTo>
                    <a:pt x="3322365" y="695263"/>
                    <a:pt x="3375553" y="860116"/>
                    <a:pt x="3511268" y="973734"/>
                  </a:cubicBezTo>
                  <a:cubicBezTo>
                    <a:pt x="3601894" y="1049588"/>
                    <a:pt x="3813504" y="1168131"/>
                    <a:pt x="4212268" y="1109612"/>
                  </a:cubicBezTo>
                  <a:lnTo>
                    <a:pt x="4233225" y="1106519"/>
                  </a:lnTo>
                  <a:cubicBezTo>
                    <a:pt x="4454724" y="1073964"/>
                    <a:pt x="4663974" y="1043159"/>
                    <a:pt x="4889176" y="1071238"/>
                  </a:cubicBezTo>
                  <a:cubicBezTo>
                    <a:pt x="4914813" y="1074453"/>
                    <a:pt x="4940287" y="1077749"/>
                    <a:pt x="4965600" y="1081004"/>
                  </a:cubicBezTo>
                  <a:cubicBezTo>
                    <a:pt x="5155926" y="1105665"/>
                    <a:pt x="5335714" y="1128983"/>
                    <a:pt x="5529418" y="1100700"/>
                  </a:cubicBezTo>
                  <a:cubicBezTo>
                    <a:pt x="5717629" y="1073231"/>
                    <a:pt x="5912392" y="1009382"/>
                    <a:pt x="6124857" y="905449"/>
                  </a:cubicBezTo>
                  <a:cubicBezTo>
                    <a:pt x="6245963" y="846239"/>
                    <a:pt x="6364546" y="778890"/>
                    <a:pt x="6479182" y="713739"/>
                  </a:cubicBezTo>
                  <a:cubicBezTo>
                    <a:pt x="6698687" y="589051"/>
                    <a:pt x="6925679" y="460091"/>
                    <a:pt x="7176722" y="385295"/>
                  </a:cubicBezTo>
                  <a:cubicBezTo>
                    <a:pt x="7571985" y="267526"/>
                    <a:pt x="7959517" y="395794"/>
                    <a:pt x="8334311" y="519871"/>
                  </a:cubicBezTo>
                  <a:cubicBezTo>
                    <a:pt x="8379318" y="534765"/>
                    <a:pt x="8425873" y="550188"/>
                    <a:pt x="8471451" y="564798"/>
                  </a:cubicBezTo>
                  <a:cubicBezTo>
                    <a:pt x="8739625" y="650907"/>
                    <a:pt x="9052117" y="743608"/>
                    <a:pt x="9367456" y="753090"/>
                  </a:cubicBezTo>
                  <a:cubicBezTo>
                    <a:pt x="9643323" y="761391"/>
                    <a:pt x="9932212" y="700350"/>
                    <a:pt x="10276525" y="560972"/>
                  </a:cubicBezTo>
                  <a:cubicBezTo>
                    <a:pt x="10363286" y="525853"/>
                    <a:pt x="10450860" y="487112"/>
                    <a:pt x="10535585" y="449592"/>
                  </a:cubicBezTo>
                  <a:cubicBezTo>
                    <a:pt x="10743940" y="357379"/>
                    <a:pt x="10959375" y="262032"/>
                    <a:pt x="11185106" y="210554"/>
                  </a:cubicBezTo>
                  <a:cubicBezTo>
                    <a:pt x="11362778" y="170023"/>
                    <a:pt x="11538577" y="166808"/>
                    <a:pt x="11707661" y="200950"/>
                  </a:cubicBezTo>
                  <a:cubicBezTo>
                    <a:pt x="11871578" y="234035"/>
                    <a:pt x="12033622" y="303174"/>
                    <a:pt x="12189318" y="406415"/>
                  </a:cubicBezTo>
                  <a:cubicBezTo>
                    <a:pt x="12192127" y="408287"/>
                    <a:pt x="12192900" y="412072"/>
                    <a:pt x="12191028" y="414880"/>
                  </a:cubicBezTo>
                  <a:cubicBezTo>
                    <a:pt x="12189155" y="417688"/>
                    <a:pt x="12185371" y="418461"/>
                    <a:pt x="12182563" y="416589"/>
                  </a:cubicBezTo>
                  <a:cubicBezTo>
                    <a:pt x="12028210" y="314243"/>
                    <a:pt x="11867631" y="245714"/>
                    <a:pt x="11705260" y="212914"/>
                  </a:cubicBezTo>
                  <a:cubicBezTo>
                    <a:pt x="11537885" y="179138"/>
                    <a:pt x="11363795" y="182312"/>
                    <a:pt x="11187833" y="222437"/>
                  </a:cubicBezTo>
                  <a:cubicBezTo>
                    <a:pt x="10963241" y="273671"/>
                    <a:pt x="10748335" y="368773"/>
                    <a:pt x="10540509" y="460742"/>
                  </a:cubicBezTo>
                  <a:cubicBezTo>
                    <a:pt x="10455702" y="498262"/>
                    <a:pt x="10368047" y="537044"/>
                    <a:pt x="10281083" y="572245"/>
                  </a:cubicBezTo>
                  <a:cubicBezTo>
                    <a:pt x="9935141" y="712273"/>
                    <a:pt x="9644666" y="773600"/>
                    <a:pt x="9367049" y="765217"/>
                  </a:cubicBezTo>
                  <a:cubicBezTo>
                    <a:pt x="9050123" y="755694"/>
                    <a:pt x="8736655" y="662708"/>
                    <a:pt x="8467706" y="576355"/>
                  </a:cubicBezTo>
                  <a:cubicBezTo>
                    <a:pt x="8422088" y="561705"/>
                    <a:pt x="8375493" y="546282"/>
                    <a:pt x="8330445" y="531387"/>
                  </a:cubicBezTo>
                  <a:cubicBezTo>
                    <a:pt x="7957441" y="407921"/>
                    <a:pt x="7571782" y="280263"/>
                    <a:pt x="7180181" y="396934"/>
                  </a:cubicBezTo>
                  <a:cubicBezTo>
                    <a:pt x="6930481" y="471323"/>
                    <a:pt x="6704099" y="599917"/>
                    <a:pt x="6485204" y="724278"/>
                  </a:cubicBezTo>
                  <a:cubicBezTo>
                    <a:pt x="6370406" y="789511"/>
                    <a:pt x="6251660" y="856942"/>
                    <a:pt x="6130228" y="916355"/>
                  </a:cubicBezTo>
                  <a:cubicBezTo>
                    <a:pt x="5916624" y="1020817"/>
                    <a:pt x="5720681" y="1085033"/>
                    <a:pt x="5531209" y="1112705"/>
                  </a:cubicBezTo>
                  <a:cubicBezTo>
                    <a:pt x="5335836" y="1141232"/>
                    <a:pt x="5155235" y="1117832"/>
                    <a:pt x="4964053" y="1093050"/>
                  </a:cubicBezTo>
                  <a:cubicBezTo>
                    <a:pt x="4938782" y="1089753"/>
                    <a:pt x="4913307" y="1086457"/>
                    <a:pt x="4887670" y="1083283"/>
                  </a:cubicBezTo>
                  <a:cubicBezTo>
                    <a:pt x="4664096" y="1055407"/>
                    <a:pt x="4455660" y="1086050"/>
                    <a:pt x="4235015" y="1118524"/>
                  </a:cubicBezTo>
                  <a:lnTo>
                    <a:pt x="4214058" y="1121617"/>
                  </a:lnTo>
                  <a:cubicBezTo>
                    <a:pt x="4145122" y="1131750"/>
                    <a:pt x="4076715" y="1136796"/>
                    <a:pt x="4010993" y="113679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43" name="Freeform: Shape 42">
              <a:extLst>
                <a:ext uri="{FF2B5EF4-FFF2-40B4-BE49-F238E27FC236}">
                  <a16:creationId xmlns:a16="http://schemas.microsoft.com/office/drawing/2014/main" id="{57A6FC38-9EF3-EFEF-1CCF-634CB625AD7B}"/>
                </a:ext>
              </a:extLst>
            </p:cNvPr>
            <p:cNvSpPr/>
            <p:nvPr/>
          </p:nvSpPr>
          <p:spPr>
            <a:xfrm>
              <a:off x="505" y="2255708"/>
              <a:ext cx="12191956" cy="1159696"/>
            </a:xfrm>
            <a:custGeom>
              <a:avLst/>
              <a:gdLst>
                <a:gd name="connsiteX0" fmla="*/ 5300899 w 12191956"/>
                <a:gd name="connsiteY0" fmla="*/ 1159534 h 1159696"/>
                <a:gd name="connsiteX1" fmla="*/ 4893468 w 12191956"/>
                <a:gd name="connsiteY1" fmla="*/ 1113549 h 1159696"/>
                <a:gd name="connsiteX2" fmla="*/ 4806993 w 12191956"/>
                <a:gd name="connsiteY2" fmla="*/ 1099022 h 1159696"/>
                <a:gd name="connsiteX3" fmla="*/ 4165570 w 12191956"/>
                <a:gd name="connsiteY3" fmla="*/ 1132147 h 1159696"/>
                <a:gd name="connsiteX4" fmla="*/ 3950094 w 12191956"/>
                <a:gd name="connsiteY4" fmla="*/ 1151558 h 1159696"/>
                <a:gd name="connsiteX5" fmla="*/ 3499568 w 12191956"/>
                <a:gd name="connsiteY5" fmla="*/ 1008070 h 1159696"/>
                <a:gd name="connsiteX6" fmla="*/ 3299230 w 12191956"/>
                <a:gd name="connsiteY6" fmla="*/ 549527 h 1159696"/>
                <a:gd name="connsiteX7" fmla="*/ 3203679 w 12191956"/>
                <a:gd name="connsiteY7" fmla="*/ 227310 h 1159696"/>
                <a:gd name="connsiteX8" fmla="*/ 2981245 w 12191956"/>
                <a:gd name="connsiteY8" fmla="*/ 35192 h 1159696"/>
                <a:gd name="connsiteX9" fmla="*/ 2679700 w 12191956"/>
                <a:gd name="connsiteY9" fmla="*/ 25222 h 1159696"/>
                <a:gd name="connsiteX10" fmla="*/ 2087233 w 12191956"/>
                <a:gd name="connsiteY10" fmla="*/ 242937 h 1159696"/>
                <a:gd name="connsiteX11" fmla="*/ 2078442 w 12191956"/>
                <a:gd name="connsiteY11" fmla="*/ 247128 h 1159696"/>
                <a:gd name="connsiteX12" fmla="*/ 1914892 w 12191956"/>
                <a:gd name="connsiteY12" fmla="*/ 326034 h 1159696"/>
                <a:gd name="connsiteX13" fmla="*/ 988813 w 12191956"/>
                <a:gd name="connsiteY13" fmla="*/ 706851 h 1159696"/>
                <a:gd name="connsiteX14" fmla="*/ 4215 w 12191956"/>
                <a:gd name="connsiteY14" fmla="*/ 704776 h 1159696"/>
                <a:gd name="connsiteX15" fmla="*/ 309 w 12191956"/>
                <a:gd name="connsiteY15" fmla="*/ 697085 h 1159696"/>
                <a:gd name="connsiteX16" fmla="*/ 8000 w 12191956"/>
                <a:gd name="connsiteY16" fmla="*/ 693178 h 1159696"/>
                <a:gd name="connsiteX17" fmla="*/ 1909561 w 12191956"/>
                <a:gd name="connsiteY17" fmla="*/ 315047 h 1159696"/>
                <a:gd name="connsiteX18" fmla="*/ 2073152 w 12191956"/>
                <a:gd name="connsiteY18" fmla="*/ 236100 h 1159696"/>
                <a:gd name="connsiteX19" fmla="*/ 2081942 w 12191956"/>
                <a:gd name="connsiteY19" fmla="*/ 231908 h 1159696"/>
                <a:gd name="connsiteX20" fmla="*/ 2677625 w 12191956"/>
                <a:gd name="connsiteY20" fmla="*/ 13177 h 1159696"/>
                <a:gd name="connsiteX21" fmla="*/ 3214504 w 12191956"/>
                <a:gd name="connsiteY21" fmla="*/ 221572 h 1159696"/>
                <a:gd name="connsiteX22" fmla="*/ 3311234 w 12191956"/>
                <a:gd name="connsiteY22" fmla="*/ 547167 h 1159696"/>
                <a:gd name="connsiteX23" fmla="*/ 3507747 w 12191956"/>
                <a:gd name="connsiteY23" fmla="*/ 998995 h 1159696"/>
                <a:gd name="connsiteX24" fmla="*/ 4163453 w 12191956"/>
                <a:gd name="connsiteY24" fmla="*/ 1120142 h 1159696"/>
                <a:gd name="connsiteX25" fmla="*/ 4808987 w 12191956"/>
                <a:gd name="connsiteY25" fmla="*/ 1087017 h 1159696"/>
                <a:gd name="connsiteX26" fmla="*/ 4895584 w 12191956"/>
                <a:gd name="connsiteY26" fmla="*/ 1101545 h 1159696"/>
                <a:gd name="connsiteX27" fmla="*/ 5435271 w 12191956"/>
                <a:gd name="connsiteY27" fmla="*/ 1139635 h 1159696"/>
                <a:gd name="connsiteX28" fmla="*/ 6026844 w 12191956"/>
                <a:gd name="connsiteY28" fmla="*/ 946011 h 1159696"/>
                <a:gd name="connsiteX29" fmla="*/ 6414131 w 12191956"/>
                <a:gd name="connsiteY29" fmla="*/ 716292 h 1159696"/>
                <a:gd name="connsiteX30" fmla="*/ 7021493 w 12191956"/>
                <a:gd name="connsiteY30" fmla="*/ 387116 h 1159696"/>
                <a:gd name="connsiteX31" fmla="*/ 8203580 w 12191956"/>
                <a:gd name="connsiteY31" fmla="*/ 509972 h 1159696"/>
                <a:gd name="connsiteX32" fmla="*/ 8333516 w 12191956"/>
                <a:gd name="connsiteY32" fmla="*/ 555265 h 1159696"/>
                <a:gd name="connsiteX33" fmla="*/ 9229644 w 12191956"/>
                <a:gd name="connsiteY33" fmla="*/ 755318 h 1159696"/>
                <a:gd name="connsiteX34" fmla="*/ 10161869 w 12191956"/>
                <a:gd name="connsiteY34" fmla="*/ 555998 h 1159696"/>
                <a:gd name="connsiteX35" fmla="*/ 10427806 w 12191956"/>
                <a:gd name="connsiteY35" fmla="*/ 444373 h 1159696"/>
                <a:gd name="connsiteX36" fmla="*/ 11113992 w 12191956"/>
                <a:gd name="connsiteY36" fmla="*/ 197440 h 1159696"/>
                <a:gd name="connsiteX37" fmla="*/ 12189338 w 12191956"/>
                <a:gd name="connsiteY37" fmla="*/ 419794 h 1159696"/>
                <a:gd name="connsiteX38" fmla="*/ 12190844 w 12191956"/>
                <a:gd name="connsiteY38" fmla="*/ 428299 h 1159696"/>
                <a:gd name="connsiteX39" fmla="*/ 12182339 w 12191956"/>
                <a:gd name="connsiteY39" fmla="*/ 429805 h 1159696"/>
                <a:gd name="connsiteX40" fmla="*/ 11116678 w 12191956"/>
                <a:gd name="connsiteY40" fmla="*/ 209364 h 1159696"/>
                <a:gd name="connsiteX41" fmla="*/ 10432608 w 12191956"/>
                <a:gd name="connsiteY41" fmla="*/ 455605 h 1159696"/>
                <a:gd name="connsiteX42" fmla="*/ 10166345 w 12191956"/>
                <a:gd name="connsiteY42" fmla="*/ 567392 h 1159696"/>
                <a:gd name="connsiteX43" fmla="*/ 9229238 w 12191956"/>
                <a:gd name="connsiteY43" fmla="*/ 767608 h 1159696"/>
                <a:gd name="connsiteX44" fmla="*/ 8329528 w 12191956"/>
                <a:gd name="connsiteY44" fmla="*/ 566904 h 1159696"/>
                <a:gd name="connsiteX45" fmla="*/ 8199470 w 12191956"/>
                <a:gd name="connsiteY45" fmla="*/ 521611 h 1159696"/>
                <a:gd name="connsiteX46" fmla="*/ 7025766 w 12191956"/>
                <a:gd name="connsiteY46" fmla="*/ 398633 h 1159696"/>
                <a:gd name="connsiteX47" fmla="*/ 6420602 w 12191956"/>
                <a:gd name="connsiteY47" fmla="*/ 726710 h 1159696"/>
                <a:gd name="connsiteX48" fmla="*/ 6032419 w 12191956"/>
                <a:gd name="connsiteY48" fmla="*/ 956958 h 1159696"/>
                <a:gd name="connsiteX49" fmla="*/ 5436655 w 12191956"/>
                <a:gd name="connsiteY49" fmla="*/ 1151884 h 1159696"/>
                <a:gd name="connsiteX50" fmla="*/ 5300899 w 12191956"/>
                <a:gd name="connsiteY50" fmla="*/ 1159697 h 115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2191956" h="1159696">
                  <a:moveTo>
                    <a:pt x="5300899" y="1159534"/>
                  </a:moveTo>
                  <a:cubicBezTo>
                    <a:pt x="5163393" y="1159534"/>
                    <a:pt x="5031340" y="1137030"/>
                    <a:pt x="4893468" y="1113549"/>
                  </a:cubicBezTo>
                  <a:cubicBezTo>
                    <a:pt x="4865226" y="1108748"/>
                    <a:pt x="4836048" y="1103783"/>
                    <a:pt x="4806993" y="1099022"/>
                  </a:cubicBezTo>
                  <a:cubicBezTo>
                    <a:pt x="4586226" y="1063048"/>
                    <a:pt x="4385889" y="1092755"/>
                    <a:pt x="4165570" y="1132147"/>
                  </a:cubicBezTo>
                  <a:cubicBezTo>
                    <a:pt x="4115882" y="1141018"/>
                    <a:pt x="4038319" y="1151558"/>
                    <a:pt x="3950094" y="1151558"/>
                  </a:cubicBezTo>
                  <a:cubicBezTo>
                    <a:pt x="3803228" y="1151558"/>
                    <a:pt x="3626778" y="1122421"/>
                    <a:pt x="3499568" y="1008070"/>
                  </a:cubicBezTo>
                  <a:cubicBezTo>
                    <a:pt x="3365317" y="887412"/>
                    <a:pt x="3331744" y="715641"/>
                    <a:pt x="3299230" y="549527"/>
                  </a:cubicBezTo>
                  <a:cubicBezTo>
                    <a:pt x="3277662" y="439164"/>
                    <a:pt x="3255321" y="325098"/>
                    <a:pt x="3203679" y="227310"/>
                  </a:cubicBezTo>
                  <a:cubicBezTo>
                    <a:pt x="3152934" y="131272"/>
                    <a:pt x="3078097" y="66649"/>
                    <a:pt x="2981245" y="35192"/>
                  </a:cubicBezTo>
                  <a:cubicBezTo>
                    <a:pt x="2898310" y="8294"/>
                    <a:pt x="2796859" y="4916"/>
                    <a:pt x="2679700" y="25222"/>
                  </a:cubicBezTo>
                  <a:cubicBezTo>
                    <a:pt x="2465282" y="62376"/>
                    <a:pt x="2237761" y="171030"/>
                    <a:pt x="2087233" y="242937"/>
                  </a:cubicBezTo>
                  <a:lnTo>
                    <a:pt x="2078442" y="247128"/>
                  </a:lnTo>
                  <a:cubicBezTo>
                    <a:pt x="2024197" y="273050"/>
                    <a:pt x="1968649" y="299990"/>
                    <a:pt x="1914892" y="326034"/>
                  </a:cubicBezTo>
                  <a:cubicBezTo>
                    <a:pt x="1615789" y="471109"/>
                    <a:pt x="1306513" y="621149"/>
                    <a:pt x="988813" y="706851"/>
                  </a:cubicBezTo>
                  <a:cubicBezTo>
                    <a:pt x="629645" y="803744"/>
                    <a:pt x="307591" y="803052"/>
                    <a:pt x="4215" y="704776"/>
                  </a:cubicBezTo>
                  <a:cubicBezTo>
                    <a:pt x="1000" y="703718"/>
                    <a:pt x="-749" y="700299"/>
                    <a:pt x="309" y="697085"/>
                  </a:cubicBezTo>
                  <a:cubicBezTo>
                    <a:pt x="1326" y="693870"/>
                    <a:pt x="4785" y="692120"/>
                    <a:pt x="8000" y="693178"/>
                  </a:cubicBezTo>
                  <a:cubicBezTo>
                    <a:pt x="680757" y="911136"/>
                    <a:pt x="1305455" y="608086"/>
                    <a:pt x="1909561" y="315047"/>
                  </a:cubicBezTo>
                  <a:cubicBezTo>
                    <a:pt x="1963318" y="288962"/>
                    <a:pt x="2018866" y="262022"/>
                    <a:pt x="2073152" y="236100"/>
                  </a:cubicBezTo>
                  <a:lnTo>
                    <a:pt x="2081942" y="231908"/>
                  </a:lnTo>
                  <a:cubicBezTo>
                    <a:pt x="2233121" y="159717"/>
                    <a:pt x="2461538" y="50616"/>
                    <a:pt x="2677625" y="13177"/>
                  </a:cubicBezTo>
                  <a:cubicBezTo>
                    <a:pt x="2937051" y="-31750"/>
                    <a:pt x="3117652" y="38326"/>
                    <a:pt x="3214504" y="221572"/>
                  </a:cubicBezTo>
                  <a:cubicBezTo>
                    <a:pt x="3267000" y="320947"/>
                    <a:pt x="3289504" y="435949"/>
                    <a:pt x="3311234" y="547167"/>
                  </a:cubicBezTo>
                  <a:cubicBezTo>
                    <a:pt x="3343342" y="711328"/>
                    <a:pt x="3376549" y="881023"/>
                    <a:pt x="3507747" y="998995"/>
                  </a:cubicBezTo>
                  <a:cubicBezTo>
                    <a:pt x="3707393" y="1178457"/>
                    <a:pt x="4032784" y="1143460"/>
                    <a:pt x="4163453" y="1120142"/>
                  </a:cubicBezTo>
                  <a:cubicBezTo>
                    <a:pt x="4384912" y="1080546"/>
                    <a:pt x="4586308" y="1050718"/>
                    <a:pt x="4808987" y="1087017"/>
                  </a:cubicBezTo>
                  <a:cubicBezTo>
                    <a:pt x="4838083" y="1091778"/>
                    <a:pt x="4867301" y="1096743"/>
                    <a:pt x="4895584" y="1101545"/>
                  </a:cubicBezTo>
                  <a:cubicBezTo>
                    <a:pt x="5077203" y="1132472"/>
                    <a:pt x="5248770" y="1161732"/>
                    <a:pt x="5435271" y="1139635"/>
                  </a:cubicBezTo>
                  <a:cubicBezTo>
                    <a:pt x="5625842" y="1117049"/>
                    <a:pt x="5819344" y="1053729"/>
                    <a:pt x="6026844" y="946011"/>
                  </a:cubicBezTo>
                  <a:cubicBezTo>
                    <a:pt x="6160524" y="876628"/>
                    <a:pt x="6289444" y="795117"/>
                    <a:pt x="6414131" y="716292"/>
                  </a:cubicBezTo>
                  <a:cubicBezTo>
                    <a:pt x="6605394" y="595390"/>
                    <a:pt x="6803209" y="470336"/>
                    <a:pt x="7021493" y="387116"/>
                  </a:cubicBezTo>
                  <a:cubicBezTo>
                    <a:pt x="7421070" y="234757"/>
                    <a:pt x="7818897" y="374664"/>
                    <a:pt x="8203580" y="509972"/>
                  </a:cubicBezTo>
                  <a:cubicBezTo>
                    <a:pt x="8246268" y="524989"/>
                    <a:pt x="8290421" y="540534"/>
                    <a:pt x="8333516" y="555265"/>
                  </a:cubicBezTo>
                  <a:cubicBezTo>
                    <a:pt x="8614755" y="651385"/>
                    <a:pt x="8915607" y="746040"/>
                    <a:pt x="9229644" y="755318"/>
                  </a:cubicBezTo>
                  <a:cubicBezTo>
                    <a:pt x="9506569" y="763457"/>
                    <a:pt x="9794114" y="702009"/>
                    <a:pt x="10161869" y="555998"/>
                  </a:cubicBezTo>
                  <a:cubicBezTo>
                    <a:pt x="10250907" y="520634"/>
                    <a:pt x="10340842" y="481853"/>
                    <a:pt x="10427806" y="444373"/>
                  </a:cubicBezTo>
                  <a:cubicBezTo>
                    <a:pt x="10648124" y="349393"/>
                    <a:pt x="10875931" y="251157"/>
                    <a:pt x="11113992" y="197440"/>
                  </a:cubicBezTo>
                  <a:cubicBezTo>
                    <a:pt x="11493099" y="111901"/>
                    <a:pt x="11854872" y="186697"/>
                    <a:pt x="12189338" y="419794"/>
                  </a:cubicBezTo>
                  <a:cubicBezTo>
                    <a:pt x="12192105" y="421706"/>
                    <a:pt x="12192797" y="425532"/>
                    <a:pt x="12190844" y="428299"/>
                  </a:cubicBezTo>
                  <a:cubicBezTo>
                    <a:pt x="12188932" y="431066"/>
                    <a:pt x="12185106" y="431758"/>
                    <a:pt x="12182339" y="429805"/>
                  </a:cubicBezTo>
                  <a:cubicBezTo>
                    <a:pt x="11850843" y="198783"/>
                    <a:pt x="11492286" y="124598"/>
                    <a:pt x="11116678" y="209364"/>
                  </a:cubicBezTo>
                  <a:cubicBezTo>
                    <a:pt x="10879674" y="262836"/>
                    <a:pt x="10652397" y="360828"/>
                    <a:pt x="10432608" y="455605"/>
                  </a:cubicBezTo>
                  <a:cubicBezTo>
                    <a:pt x="10345562" y="493125"/>
                    <a:pt x="10255547" y="531947"/>
                    <a:pt x="10166345" y="567392"/>
                  </a:cubicBezTo>
                  <a:cubicBezTo>
                    <a:pt x="9796964" y="714095"/>
                    <a:pt x="9507953" y="775828"/>
                    <a:pt x="9229238" y="767608"/>
                  </a:cubicBezTo>
                  <a:cubicBezTo>
                    <a:pt x="8913491" y="758289"/>
                    <a:pt x="8611621" y="663349"/>
                    <a:pt x="8329528" y="566904"/>
                  </a:cubicBezTo>
                  <a:cubicBezTo>
                    <a:pt x="8286393" y="552172"/>
                    <a:pt x="8242199" y="536627"/>
                    <a:pt x="8199470" y="521611"/>
                  </a:cubicBezTo>
                  <a:cubicBezTo>
                    <a:pt x="7816821" y="387035"/>
                    <a:pt x="7421192" y="247861"/>
                    <a:pt x="7025766" y="398633"/>
                  </a:cubicBezTo>
                  <a:cubicBezTo>
                    <a:pt x="6808621" y="481446"/>
                    <a:pt x="6611376" y="606133"/>
                    <a:pt x="6420602" y="726710"/>
                  </a:cubicBezTo>
                  <a:cubicBezTo>
                    <a:pt x="6295711" y="805657"/>
                    <a:pt x="6166547" y="887289"/>
                    <a:pt x="6032419" y="956958"/>
                  </a:cubicBezTo>
                  <a:cubicBezTo>
                    <a:pt x="5823616" y="1065368"/>
                    <a:pt x="5628732" y="1129135"/>
                    <a:pt x="5436655" y="1151884"/>
                  </a:cubicBezTo>
                  <a:cubicBezTo>
                    <a:pt x="5390589" y="1157337"/>
                    <a:pt x="5345459" y="1159697"/>
                    <a:pt x="5300899" y="1159697"/>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44" name="Freeform: Shape 43">
              <a:extLst>
                <a:ext uri="{FF2B5EF4-FFF2-40B4-BE49-F238E27FC236}">
                  <a16:creationId xmlns:a16="http://schemas.microsoft.com/office/drawing/2014/main" id="{8294A1CD-DEA3-8C14-9D27-3CBEEF803E82}"/>
                </a:ext>
              </a:extLst>
            </p:cNvPr>
            <p:cNvSpPr/>
            <p:nvPr/>
          </p:nvSpPr>
          <p:spPr>
            <a:xfrm>
              <a:off x="683" y="2267698"/>
              <a:ext cx="12191839" cy="1191046"/>
            </a:xfrm>
            <a:custGeom>
              <a:avLst/>
              <a:gdLst>
                <a:gd name="connsiteX0" fmla="*/ 5254940 w 12191839"/>
                <a:gd name="connsiteY0" fmla="*/ 1190924 h 1191046"/>
                <a:gd name="connsiteX1" fmla="*/ 4816052 w 12191839"/>
                <a:gd name="connsiteY1" fmla="*/ 1129842 h 1191046"/>
                <a:gd name="connsiteX2" fmla="*/ 4727867 w 12191839"/>
                <a:gd name="connsiteY2" fmla="*/ 1111489 h 1191046"/>
                <a:gd name="connsiteX3" fmla="*/ 4120750 w 12191839"/>
                <a:gd name="connsiteY3" fmla="*/ 1139812 h 1191046"/>
                <a:gd name="connsiteX4" fmla="*/ 3788522 w 12191839"/>
                <a:gd name="connsiteY4" fmla="*/ 1158817 h 1191046"/>
                <a:gd name="connsiteX5" fmla="*/ 3488931 w 12191839"/>
                <a:gd name="connsiteY5" fmla="*/ 1025421 h 1191046"/>
                <a:gd name="connsiteX6" fmla="*/ 3337996 w 12191839"/>
                <a:gd name="connsiteY6" fmla="*/ 556135 h 1191046"/>
                <a:gd name="connsiteX7" fmla="*/ 3287331 w 12191839"/>
                <a:gd name="connsiteY7" fmla="*/ 250277 h 1191046"/>
                <a:gd name="connsiteX8" fmla="*/ 3095865 w 12191839"/>
                <a:gd name="connsiteY8" fmla="*/ 43265 h 1191046"/>
                <a:gd name="connsiteX9" fmla="*/ 2622184 w 12191839"/>
                <a:gd name="connsiteY9" fmla="*/ 62717 h 1191046"/>
                <a:gd name="connsiteX10" fmla="*/ 2180041 w 12191839"/>
                <a:gd name="connsiteY10" fmla="*/ 242423 h 1191046"/>
                <a:gd name="connsiteX11" fmla="*/ 2170762 w 12191839"/>
                <a:gd name="connsiteY11" fmla="*/ 246818 h 1191046"/>
                <a:gd name="connsiteX12" fmla="*/ 1977912 w 12191839"/>
                <a:gd name="connsiteY12" fmla="*/ 339275 h 1191046"/>
                <a:gd name="connsiteX13" fmla="*/ 1020376 w 12191839"/>
                <a:gd name="connsiteY13" fmla="*/ 730916 h 1191046"/>
                <a:gd name="connsiteX14" fmla="*/ 4200 w 12191839"/>
                <a:gd name="connsiteY14" fmla="*/ 725911 h 1191046"/>
                <a:gd name="connsiteX15" fmla="*/ 293 w 12191839"/>
                <a:gd name="connsiteY15" fmla="*/ 718220 h 1191046"/>
                <a:gd name="connsiteX16" fmla="*/ 7984 w 12191839"/>
                <a:gd name="connsiteY16" fmla="*/ 714313 h 1191046"/>
                <a:gd name="connsiteX17" fmla="*/ 1017202 w 12191839"/>
                <a:gd name="connsiteY17" fmla="*/ 719115 h 1191046"/>
                <a:gd name="connsiteX18" fmla="*/ 1972581 w 12191839"/>
                <a:gd name="connsiteY18" fmla="*/ 328287 h 1191046"/>
                <a:gd name="connsiteX19" fmla="*/ 2165513 w 12191839"/>
                <a:gd name="connsiteY19" fmla="*/ 235789 h 1191046"/>
                <a:gd name="connsiteX20" fmla="*/ 2174832 w 12191839"/>
                <a:gd name="connsiteY20" fmla="*/ 231394 h 1191046"/>
                <a:gd name="connsiteX21" fmla="*/ 3100504 w 12191839"/>
                <a:gd name="connsiteY21" fmla="*/ 31993 h 1191046"/>
                <a:gd name="connsiteX22" fmla="*/ 3298807 w 12191839"/>
                <a:gd name="connsiteY22" fmla="*/ 246085 h 1191046"/>
                <a:gd name="connsiteX23" fmla="*/ 3350245 w 12191839"/>
                <a:gd name="connsiteY23" fmla="*/ 555321 h 1191046"/>
                <a:gd name="connsiteX24" fmla="*/ 3497639 w 12191839"/>
                <a:gd name="connsiteY24" fmla="*/ 1016875 h 1191046"/>
                <a:gd name="connsiteX25" fmla="*/ 3790150 w 12191839"/>
                <a:gd name="connsiteY25" fmla="*/ 1146771 h 1191046"/>
                <a:gd name="connsiteX26" fmla="*/ 4118227 w 12191839"/>
                <a:gd name="connsiteY26" fmla="*/ 1127930 h 1191046"/>
                <a:gd name="connsiteX27" fmla="*/ 4730390 w 12191839"/>
                <a:gd name="connsiteY27" fmla="*/ 1099566 h 1191046"/>
                <a:gd name="connsiteX28" fmla="*/ 4818657 w 12191839"/>
                <a:gd name="connsiteY28" fmla="*/ 1117960 h 1191046"/>
                <a:gd name="connsiteX29" fmla="*/ 5363878 w 12191839"/>
                <a:gd name="connsiteY29" fmla="*/ 1173222 h 1191046"/>
                <a:gd name="connsiteX30" fmla="*/ 5926842 w 12191839"/>
                <a:gd name="connsiteY30" fmla="*/ 986598 h 1191046"/>
                <a:gd name="connsiteX31" fmla="*/ 6336390 w 12191839"/>
                <a:gd name="connsiteY31" fmla="*/ 719766 h 1191046"/>
                <a:gd name="connsiteX32" fmla="*/ 6861915 w 12191839"/>
                <a:gd name="connsiteY32" fmla="*/ 393968 h 1191046"/>
                <a:gd name="connsiteX33" fmla="*/ 8077738 w 12191839"/>
                <a:gd name="connsiteY33" fmla="*/ 501686 h 1191046"/>
                <a:gd name="connsiteX34" fmla="*/ 8184601 w 12191839"/>
                <a:gd name="connsiteY34" fmla="*/ 540956 h 1191046"/>
                <a:gd name="connsiteX35" fmla="*/ 9075967 w 12191839"/>
                <a:gd name="connsiteY35" fmla="*/ 757327 h 1191046"/>
                <a:gd name="connsiteX36" fmla="*/ 10088848 w 12191839"/>
                <a:gd name="connsiteY36" fmla="*/ 535950 h 1191046"/>
                <a:gd name="connsiteX37" fmla="*/ 10319747 w 12191839"/>
                <a:gd name="connsiteY37" fmla="*/ 439871 h 1191046"/>
                <a:gd name="connsiteX38" fmla="*/ 11079468 w 12191839"/>
                <a:gd name="connsiteY38" fmla="*/ 176335 h 1191046"/>
                <a:gd name="connsiteX39" fmla="*/ 12189323 w 12191839"/>
                <a:gd name="connsiteY39" fmla="*/ 432180 h 1191046"/>
                <a:gd name="connsiteX40" fmla="*/ 12190666 w 12191839"/>
                <a:gd name="connsiteY40" fmla="*/ 440726 h 1191046"/>
                <a:gd name="connsiteX41" fmla="*/ 12182120 w 12191839"/>
                <a:gd name="connsiteY41" fmla="*/ 442069 h 1191046"/>
                <a:gd name="connsiteX42" fmla="*/ 11081869 w 12191839"/>
                <a:gd name="connsiteY42" fmla="*/ 188340 h 1191046"/>
                <a:gd name="connsiteX43" fmla="*/ 10324508 w 12191839"/>
                <a:gd name="connsiteY43" fmla="*/ 451184 h 1191046"/>
                <a:gd name="connsiteX44" fmla="*/ 10093405 w 12191839"/>
                <a:gd name="connsiteY44" fmla="*/ 547345 h 1191046"/>
                <a:gd name="connsiteX45" fmla="*/ 9147142 w 12191839"/>
                <a:gd name="connsiteY45" fmla="*/ 771285 h 1191046"/>
                <a:gd name="connsiteX46" fmla="*/ 9075398 w 12191839"/>
                <a:gd name="connsiteY46" fmla="*/ 769576 h 1191046"/>
                <a:gd name="connsiteX47" fmla="*/ 8180450 w 12191839"/>
                <a:gd name="connsiteY47" fmla="*/ 552513 h 1191046"/>
                <a:gd name="connsiteX48" fmla="*/ 8073505 w 12191839"/>
                <a:gd name="connsiteY48" fmla="*/ 513202 h 1191046"/>
                <a:gd name="connsiteX49" fmla="*/ 6867043 w 12191839"/>
                <a:gd name="connsiteY49" fmla="*/ 405078 h 1191046"/>
                <a:gd name="connsiteX50" fmla="*/ 6343430 w 12191839"/>
                <a:gd name="connsiteY50" fmla="*/ 729777 h 1191046"/>
                <a:gd name="connsiteX51" fmla="*/ 5932703 w 12191839"/>
                <a:gd name="connsiteY51" fmla="*/ 997342 h 1191046"/>
                <a:gd name="connsiteX52" fmla="*/ 5365139 w 12191839"/>
                <a:gd name="connsiteY52" fmla="*/ 1185431 h 1191046"/>
                <a:gd name="connsiteX53" fmla="*/ 5255021 w 12191839"/>
                <a:gd name="connsiteY53" fmla="*/ 1191047 h 11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191839" h="1191046">
                  <a:moveTo>
                    <a:pt x="5254940" y="1190924"/>
                  </a:moveTo>
                  <a:cubicBezTo>
                    <a:pt x="5105307" y="1190924"/>
                    <a:pt x="4964016" y="1161095"/>
                    <a:pt x="4816052" y="1129842"/>
                  </a:cubicBezTo>
                  <a:cubicBezTo>
                    <a:pt x="4787281" y="1123779"/>
                    <a:pt x="4757493" y="1117471"/>
                    <a:pt x="4727867" y="1111489"/>
                  </a:cubicBezTo>
                  <a:cubicBezTo>
                    <a:pt x="4521711" y="1069696"/>
                    <a:pt x="4336063" y="1092566"/>
                    <a:pt x="4120750" y="1139812"/>
                  </a:cubicBezTo>
                  <a:cubicBezTo>
                    <a:pt x="4040134" y="1157474"/>
                    <a:pt x="3917075" y="1175135"/>
                    <a:pt x="3788522" y="1158817"/>
                  </a:cubicBezTo>
                  <a:cubicBezTo>
                    <a:pt x="3662410" y="1142824"/>
                    <a:pt x="3561651" y="1097938"/>
                    <a:pt x="3488931" y="1025421"/>
                  </a:cubicBezTo>
                  <a:cubicBezTo>
                    <a:pt x="3363796" y="900612"/>
                    <a:pt x="3350652" y="725504"/>
                    <a:pt x="3337996" y="556135"/>
                  </a:cubicBezTo>
                  <a:cubicBezTo>
                    <a:pt x="3330182" y="451672"/>
                    <a:pt x="3322084" y="343629"/>
                    <a:pt x="3287331" y="250277"/>
                  </a:cubicBezTo>
                  <a:cubicBezTo>
                    <a:pt x="3249689" y="149273"/>
                    <a:pt x="3185270" y="79605"/>
                    <a:pt x="3095865" y="43265"/>
                  </a:cubicBezTo>
                  <a:cubicBezTo>
                    <a:pt x="2981229" y="-3371"/>
                    <a:pt x="2821830" y="3181"/>
                    <a:pt x="2622184" y="62717"/>
                  </a:cubicBezTo>
                  <a:cubicBezTo>
                    <a:pt x="2453791" y="112893"/>
                    <a:pt x="2289060" y="190822"/>
                    <a:pt x="2180041" y="242423"/>
                  </a:cubicBezTo>
                  <a:lnTo>
                    <a:pt x="2170762" y="246818"/>
                  </a:lnTo>
                  <a:cubicBezTo>
                    <a:pt x="2106832" y="277053"/>
                    <a:pt x="2041314" y="308673"/>
                    <a:pt x="1977912" y="339275"/>
                  </a:cubicBezTo>
                  <a:cubicBezTo>
                    <a:pt x="1668636" y="488582"/>
                    <a:pt x="1348820" y="643017"/>
                    <a:pt x="1020376" y="730916"/>
                  </a:cubicBezTo>
                  <a:cubicBezTo>
                    <a:pt x="648919" y="830333"/>
                    <a:pt x="316528" y="828705"/>
                    <a:pt x="4200" y="725911"/>
                  </a:cubicBezTo>
                  <a:cubicBezTo>
                    <a:pt x="985" y="724853"/>
                    <a:pt x="-724" y="721394"/>
                    <a:pt x="293" y="718220"/>
                  </a:cubicBezTo>
                  <a:cubicBezTo>
                    <a:pt x="1351" y="715005"/>
                    <a:pt x="4810" y="713296"/>
                    <a:pt x="7984" y="714313"/>
                  </a:cubicBezTo>
                  <a:cubicBezTo>
                    <a:pt x="317993" y="816334"/>
                    <a:pt x="648105" y="817921"/>
                    <a:pt x="1017202" y="719115"/>
                  </a:cubicBezTo>
                  <a:cubicBezTo>
                    <a:pt x="1344506" y="631500"/>
                    <a:pt x="1663793" y="477351"/>
                    <a:pt x="1972581" y="328287"/>
                  </a:cubicBezTo>
                  <a:cubicBezTo>
                    <a:pt x="2035983" y="297685"/>
                    <a:pt x="2101541" y="266025"/>
                    <a:pt x="2165513" y="235789"/>
                  </a:cubicBezTo>
                  <a:lnTo>
                    <a:pt x="2174832" y="231394"/>
                  </a:lnTo>
                  <a:cubicBezTo>
                    <a:pt x="2403574" y="123188"/>
                    <a:pt x="2829399" y="-78248"/>
                    <a:pt x="3100504" y="31993"/>
                  </a:cubicBezTo>
                  <a:cubicBezTo>
                    <a:pt x="3193205" y="69676"/>
                    <a:pt x="3259903" y="141704"/>
                    <a:pt x="3298807" y="246085"/>
                  </a:cubicBezTo>
                  <a:cubicBezTo>
                    <a:pt x="3334170" y="341066"/>
                    <a:pt x="3342350" y="449963"/>
                    <a:pt x="3350245" y="555321"/>
                  </a:cubicBezTo>
                  <a:cubicBezTo>
                    <a:pt x="3362779" y="722452"/>
                    <a:pt x="3375719" y="895321"/>
                    <a:pt x="3497639" y="1016875"/>
                  </a:cubicBezTo>
                  <a:cubicBezTo>
                    <a:pt x="3568366" y="1087398"/>
                    <a:pt x="3666805" y="1131104"/>
                    <a:pt x="3790150" y="1146771"/>
                  </a:cubicBezTo>
                  <a:cubicBezTo>
                    <a:pt x="3916953" y="1162886"/>
                    <a:pt x="4038547" y="1145428"/>
                    <a:pt x="4118227" y="1127930"/>
                  </a:cubicBezTo>
                  <a:cubicBezTo>
                    <a:pt x="4335046" y="1080358"/>
                    <a:pt x="4522158" y="1057366"/>
                    <a:pt x="4730390" y="1099566"/>
                  </a:cubicBezTo>
                  <a:cubicBezTo>
                    <a:pt x="4760097" y="1105589"/>
                    <a:pt x="4789845" y="1111855"/>
                    <a:pt x="4818657" y="1117960"/>
                  </a:cubicBezTo>
                  <a:cubicBezTo>
                    <a:pt x="5001374" y="1156538"/>
                    <a:pt x="5173999" y="1193000"/>
                    <a:pt x="5363878" y="1173222"/>
                  </a:cubicBezTo>
                  <a:cubicBezTo>
                    <a:pt x="5546717" y="1154177"/>
                    <a:pt x="5736108" y="1091386"/>
                    <a:pt x="5926842" y="986598"/>
                  </a:cubicBezTo>
                  <a:cubicBezTo>
                    <a:pt x="6070046" y="907896"/>
                    <a:pt x="6205436" y="812264"/>
                    <a:pt x="6336390" y="719766"/>
                  </a:cubicBezTo>
                  <a:cubicBezTo>
                    <a:pt x="6501975" y="602811"/>
                    <a:pt x="6673216" y="481868"/>
                    <a:pt x="6861915" y="393968"/>
                  </a:cubicBezTo>
                  <a:cubicBezTo>
                    <a:pt x="7271299" y="203315"/>
                    <a:pt x="7681294" y="354983"/>
                    <a:pt x="8077738" y="501686"/>
                  </a:cubicBezTo>
                  <a:cubicBezTo>
                    <a:pt x="8112816" y="514667"/>
                    <a:pt x="8149115" y="528096"/>
                    <a:pt x="8184601" y="540956"/>
                  </a:cubicBezTo>
                  <a:cubicBezTo>
                    <a:pt x="8463559" y="642203"/>
                    <a:pt x="8762215" y="742311"/>
                    <a:pt x="9075967" y="757327"/>
                  </a:cubicBezTo>
                  <a:cubicBezTo>
                    <a:pt x="9438717" y="774622"/>
                    <a:pt x="9791536" y="655144"/>
                    <a:pt x="10088848" y="535950"/>
                  </a:cubicBezTo>
                  <a:cubicBezTo>
                    <a:pt x="10165923" y="505063"/>
                    <a:pt x="10244137" y="471898"/>
                    <a:pt x="10319747" y="439871"/>
                  </a:cubicBezTo>
                  <a:cubicBezTo>
                    <a:pt x="10563587" y="336548"/>
                    <a:pt x="10815728" y="229726"/>
                    <a:pt x="11079468" y="176335"/>
                  </a:cubicBezTo>
                  <a:cubicBezTo>
                    <a:pt x="11473754" y="96493"/>
                    <a:pt x="11847165" y="182561"/>
                    <a:pt x="12189323" y="432180"/>
                  </a:cubicBezTo>
                  <a:cubicBezTo>
                    <a:pt x="12192049" y="434174"/>
                    <a:pt x="12192660" y="437999"/>
                    <a:pt x="12190666" y="440726"/>
                  </a:cubicBezTo>
                  <a:cubicBezTo>
                    <a:pt x="12188672" y="443452"/>
                    <a:pt x="12184846" y="444022"/>
                    <a:pt x="12182120" y="442069"/>
                  </a:cubicBezTo>
                  <a:cubicBezTo>
                    <a:pt x="11842852" y="194607"/>
                    <a:pt x="11472656" y="109230"/>
                    <a:pt x="11081869" y="188340"/>
                  </a:cubicBezTo>
                  <a:cubicBezTo>
                    <a:pt x="10819351" y="241487"/>
                    <a:pt x="10567779" y="348065"/>
                    <a:pt x="10324508" y="451184"/>
                  </a:cubicBezTo>
                  <a:cubicBezTo>
                    <a:pt x="10248857" y="483251"/>
                    <a:pt x="10170602" y="516376"/>
                    <a:pt x="10093405" y="547345"/>
                  </a:cubicBezTo>
                  <a:cubicBezTo>
                    <a:pt x="9814487" y="659172"/>
                    <a:pt x="9486735" y="771244"/>
                    <a:pt x="9147142" y="771285"/>
                  </a:cubicBezTo>
                  <a:cubicBezTo>
                    <a:pt x="9123255" y="771285"/>
                    <a:pt x="9099367" y="770715"/>
                    <a:pt x="9075398" y="769576"/>
                  </a:cubicBezTo>
                  <a:cubicBezTo>
                    <a:pt x="8759936" y="754478"/>
                    <a:pt x="8460304" y="654086"/>
                    <a:pt x="8180450" y="552513"/>
                  </a:cubicBezTo>
                  <a:cubicBezTo>
                    <a:pt x="8144924" y="539613"/>
                    <a:pt x="8108624" y="526184"/>
                    <a:pt x="8073505" y="513202"/>
                  </a:cubicBezTo>
                  <a:cubicBezTo>
                    <a:pt x="7679382" y="367395"/>
                    <a:pt x="7271828" y="216582"/>
                    <a:pt x="6867043" y="405078"/>
                  </a:cubicBezTo>
                  <a:cubicBezTo>
                    <a:pt x="6679361" y="492489"/>
                    <a:pt x="6508567" y="613107"/>
                    <a:pt x="6343430" y="729777"/>
                  </a:cubicBezTo>
                  <a:cubicBezTo>
                    <a:pt x="6212191" y="822479"/>
                    <a:pt x="6076516" y="918314"/>
                    <a:pt x="5932703" y="997342"/>
                  </a:cubicBezTo>
                  <a:cubicBezTo>
                    <a:pt x="5740544" y="1102943"/>
                    <a:pt x="5549607" y="1166223"/>
                    <a:pt x="5365139" y="1185431"/>
                  </a:cubicBezTo>
                  <a:cubicBezTo>
                    <a:pt x="5327823" y="1189337"/>
                    <a:pt x="5291158" y="1191047"/>
                    <a:pt x="5255021" y="1191047"/>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45" name="Freeform: Shape 44">
              <a:extLst>
                <a:ext uri="{FF2B5EF4-FFF2-40B4-BE49-F238E27FC236}">
                  <a16:creationId xmlns:a16="http://schemas.microsoft.com/office/drawing/2014/main" id="{1BF5F66C-7659-7811-74A0-2526F7D636D1}"/>
                </a:ext>
              </a:extLst>
            </p:cNvPr>
            <p:cNvSpPr/>
            <p:nvPr/>
          </p:nvSpPr>
          <p:spPr>
            <a:xfrm>
              <a:off x="806" y="2283091"/>
              <a:ext cx="12191649" cy="1221922"/>
            </a:xfrm>
            <a:custGeom>
              <a:avLst/>
              <a:gdLst>
                <a:gd name="connsiteX0" fmla="*/ 5206065 w 12191649"/>
                <a:gd name="connsiteY0" fmla="*/ 1221841 h 1221922"/>
                <a:gd name="connsiteX1" fmla="*/ 4749516 w 12191649"/>
                <a:gd name="connsiteY1" fmla="*/ 1145702 h 1221922"/>
                <a:gd name="connsiteX2" fmla="*/ 4651524 w 12191649"/>
                <a:gd name="connsiteY2" fmla="*/ 1121123 h 1221922"/>
                <a:gd name="connsiteX3" fmla="*/ 4078305 w 12191649"/>
                <a:gd name="connsiteY3" fmla="*/ 1145336 h 1221922"/>
                <a:gd name="connsiteX4" fmla="*/ 3768784 w 12191649"/>
                <a:gd name="connsiteY4" fmla="*/ 1173985 h 1221922"/>
                <a:gd name="connsiteX5" fmla="*/ 3487994 w 12191649"/>
                <a:gd name="connsiteY5" fmla="*/ 1051617 h 1221922"/>
                <a:gd name="connsiteX6" fmla="*/ 3376247 w 12191649"/>
                <a:gd name="connsiteY6" fmla="*/ 563896 h 1221922"/>
                <a:gd name="connsiteX7" fmla="*/ 3359685 w 12191649"/>
                <a:gd name="connsiteY7" fmla="*/ 260317 h 1221922"/>
                <a:gd name="connsiteX8" fmla="*/ 3193367 w 12191649"/>
                <a:gd name="connsiteY8" fmla="*/ 47812 h 1221922"/>
                <a:gd name="connsiteX9" fmla="*/ 2267532 w 12191649"/>
                <a:gd name="connsiteY9" fmla="*/ 240621 h 1221922"/>
                <a:gd name="connsiteX10" fmla="*/ 2256545 w 12191649"/>
                <a:gd name="connsiteY10" fmla="*/ 245749 h 1221922"/>
                <a:gd name="connsiteX11" fmla="*/ 2030366 w 12191649"/>
                <a:gd name="connsiteY11" fmla="*/ 353344 h 1221922"/>
                <a:gd name="connsiteX12" fmla="*/ 1046420 w 12191649"/>
                <a:gd name="connsiteY12" fmla="*/ 752881 h 1221922"/>
                <a:gd name="connsiteX13" fmla="*/ 4158 w 12191649"/>
                <a:gd name="connsiteY13" fmla="*/ 742951 h 1221922"/>
                <a:gd name="connsiteX14" fmla="*/ 333 w 12191649"/>
                <a:gd name="connsiteY14" fmla="*/ 735219 h 1221922"/>
                <a:gd name="connsiteX15" fmla="*/ 8065 w 12191649"/>
                <a:gd name="connsiteY15" fmla="*/ 731394 h 1221922"/>
                <a:gd name="connsiteX16" fmla="*/ 1043327 w 12191649"/>
                <a:gd name="connsiteY16" fmla="*/ 741120 h 1221922"/>
                <a:gd name="connsiteX17" fmla="*/ 2025117 w 12191649"/>
                <a:gd name="connsiteY17" fmla="*/ 342357 h 1221922"/>
                <a:gd name="connsiteX18" fmla="*/ 2251417 w 12191649"/>
                <a:gd name="connsiteY18" fmla="*/ 234720 h 1221922"/>
                <a:gd name="connsiteX19" fmla="*/ 2262405 w 12191649"/>
                <a:gd name="connsiteY19" fmla="*/ 229593 h 1221922"/>
                <a:gd name="connsiteX20" fmla="*/ 3198536 w 12191649"/>
                <a:gd name="connsiteY20" fmla="*/ 36784 h 1221922"/>
                <a:gd name="connsiteX21" fmla="*/ 3371486 w 12191649"/>
                <a:gd name="connsiteY21" fmla="*/ 257184 h 1221922"/>
                <a:gd name="connsiteX22" fmla="*/ 3388456 w 12191649"/>
                <a:gd name="connsiteY22" fmla="*/ 564385 h 1221922"/>
                <a:gd name="connsiteX23" fmla="*/ 3496703 w 12191649"/>
                <a:gd name="connsiteY23" fmla="*/ 1043112 h 1221922"/>
                <a:gd name="connsiteX24" fmla="*/ 3770005 w 12191649"/>
                <a:gd name="connsiteY24" fmla="*/ 1161899 h 1221922"/>
                <a:gd name="connsiteX25" fmla="*/ 4075090 w 12191649"/>
                <a:gd name="connsiteY25" fmla="*/ 1133616 h 1221922"/>
                <a:gd name="connsiteX26" fmla="*/ 4654373 w 12191649"/>
                <a:gd name="connsiteY26" fmla="*/ 1109321 h 1221922"/>
                <a:gd name="connsiteX27" fmla="*/ 4752487 w 12191649"/>
                <a:gd name="connsiteY27" fmla="*/ 1133942 h 1221922"/>
                <a:gd name="connsiteX28" fmla="*/ 5273373 w 12191649"/>
                <a:gd name="connsiteY28" fmla="*/ 1207395 h 1221922"/>
                <a:gd name="connsiteX29" fmla="*/ 5813386 w 12191649"/>
                <a:gd name="connsiteY29" fmla="*/ 1036275 h 1221922"/>
                <a:gd name="connsiteX30" fmla="*/ 6267697 w 12191649"/>
                <a:gd name="connsiteY30" fmla="*/ 716256 h 1221922"/>
                <a:gd name="connsiteX31" fmla="*/ 6727338 w 12191649"/>
                <a:gd name="connsiteY31" fmla="*/ 393021 h 1221922"/>
                <a:gd name="connsiteX32" fmla="*/ 7338322 w 12191649"/>
                <a:gd name="connsiteY32" fmla="*/ 300238 h 1221922"/>
                <a:gd name="connsiteX33" fmla="*/ 7943934 w 12191649"/>
                <a:gd name="connsiteY33" fmla="*/ 489589 h 1221922"/>
                <a:gd name="connsiteX34" fmla="*/ 8042862 w 12191649"/>
                <a:gd name="connsiteY34" fmla="*/ 528004 h 1221922"/>
                <a:gd name="connsiteX35" fmla="*/ 8960354 w 12191649"/>
                <a:gd name="connsiteY35" fmla="*/ 762403 h 1221922"/>
                <a:gd name="connsiteX36" fmla="*/ 9990814 w 12191649"/>
                <a:gd name="connsiteY36" fmla="*/ 529632 h 1221922"/>
                <a:gd name="connsiteX37" fmla="*/ 10214918 w 12191649"/>
                <a:gd name="connsiteY37" fmla="*/ 437459 h 1221922"/>
                <a:gd name="connsiteX38" fmla="*/ 11015170 w 12191649"/>
                <a:gd name="connsiteY38" fmla="*/ 163180 h 1221922"/>
                <a:gd name="connsiteX39" fmla="*/ 11633438 w 12191649"/>
                <a:gd name="connsiteY39" fmla="*/ 172336 h 1221922"/>
                <a:gd name="connsiteX40" fmla="*/ 12189240 w 12191649"/>
                <a:gd name="connsiteY40" fmla="*/ 444947 h 1221922"/>
                <a:gd name="connsiteX41" fmla="*/ 12190380 w 12191649"/>
                <a:gd name="connsiteY41" fmla="*/ 453493 h 1221922"/>
                <a:gd name="connsiteX42" fmla="*/ 12181834 w 12191649"/>
                <a:gd name="connsiteY42" fmla="*/ 454632 h 1221922"/>
                <a:gd name="connsiteX43" fmla="*/ 11630549 w 12191649"/>
                <a:gd name="connsiteY43" fmla="*/ 184138 h 1221922"/>
                <a:gd name="connsiteX44" fmla="*/ 11017612 w 12191649"/>
                <a:gd name="connsiteY44" fmla="*/ 175103 h 1221922"/>
                <a:gd name="connsiteX45" fmla="*/ 10219638 w 12191649"/>
                <a:gd name="connsiteY45" fmla="*/ 448650 h 1221922"/>
                <a:gd name="connsiteX46" fmla="*/ 9995372 w 12191649"/>
                <a:gd name="connsiteY46" fmla="*/ 540904 h 1221922"/>
                <a:gd name="connsiteX47" fmla="*/ 9021761 w 12191649"/>
                <a:gd name="connsiteY47" fmla="*/ 775832 h 1221922"/>
                <a:gd name="connsiteX48" fmla="*/ 8959866 w 12191649"/>
                <a:gd name="connsiteY48" fmla="*/ 774530 h 1221922"/>
                <a:gd name="connsiteX49" fmla="*/ 8038508 w 12191649"/>
                <a:gd name="connsiteY49" fmla="*/ 539317 h 1221922"/>
                <a:gd name="connsiteX50" fmla="*/ 7939498 w 12191649"/>
                <a:gd name="connsiteY50" fmla="*/ 500902 h 1221922"/>
                <a:gd name="connsiteX51" fmla="*/ 7336369 w 12191649"/>
                <a:gd name="connsiteY51" fmla="*/ 312243 h 1221922"/>
                <a:gd name="connsiteX52" fmla="*/ 6733321 w 12191649"/>
                <a:gd name="connsiteY52" fmla="*/ 403602 h 1221922"/>
                <a:gd name="connsiteX53" fmla="*/ 6275225 w 12191649"/>
                <a:gd name="connsiteY53" fmla="*/ 725819 h 1221922"/>
                <a:gd name="connsiteX54" fmla="*/ 5819409 w 12191649"/>
                <a:gd name="connsiteY54" fmla="*/ 1046856 h 1221922"/>
                <a:gd name="connsiteX55" fmla="*/ 5274269 w 12191649"/>
                <a:gd name="connsiteY55" fmla="*/ 1219562 h 1221922"/>
                <a:gd name="connsiteX56" fmla="*/ 5206065 w 12191649"/>
                <a:gd name="connsiteY56" fmla="*/ 1221923 h 122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2191649" h="1221922">
                  <a:moveTo>
                    <a:pt x="5206065" y="1221841"/>
                  </a:moveTo>
                  <a:cubicBezTo>
                    <a:pt x="5048049" y="1221841"/>
                    <a:pt x="4902527" y="1184728"/>
                    <a:pt x="4749516" y="1145702"/>
                  </a:cubicBezTo>
                  <a:cubicBezTo>
                    <a:pt x="4717571" y="1137563"/>
                    <a:pt x="4684527" y="1129139"/>
                    <a:pt x="4651524" y="1121123"/>
                  </a:cubicBezTo>
                  <a:cubicBezTo>
                    <a:pt x="4470760" y="1077173"/>
                    <a:pt x="4304687" y="1084213"/>
                    <a:pt x="4078305" y="1145336"/>
                  </a:cubicBezTo>
                  <a:cubicBezTo>
                    <a:pt x="3973802" y="1173578"/>
                    <a:pt x="3863887" y="1183751"/>
                    <a:pt x="3768784" y="1173985"/>
                  </a:cubicBezTo>
                  <a:cubicBezTo>
                    <a:pt x="3650079" y="1161817"/>
                    <a:pt x="3555628" y="1120635"/>
                    <a:pt x="3487994" y="1051617"/>
                  </a:cubicBezTo>
                  <a:cubicBezTo>
                    <a:pt x="3362818" y="923878"/>
                    <a:pt x="3369655" y="740876"/>
                    <a:pt x="3376247" y="563896"/>
                  </a:cubicBezTo>
                  <a:cubicBezTo>
                    <a:pt x="3380154" y="459638"/>
                    <a:pt x="3384142" y="351839"/>
                    <a:pt x="3359685" y="260317"/>
                  </a:cubicBezTo>
                  <a:cubicBezTo>
                    <a:pt x="3332338" y="158012"/>
                    <a:pt x="3276384" y="86512"/>
                    <a:pt x="3193367" y="47812"/>
                  </a:cubicBezTo>
                  <a:cubicBezTo>
                    <a:pt x="2936464" y="-71951"/>
                    <a:pt x="2484677" y="139170"/>
                    <a:pt x="2267532" y="240621"/>
                  </a:cubicBezTo>
                  <a:lnTo>
                    <a:pt x="2256545" y="245749"/>
                  </a:lnTo>
                  <a:cubicBezTo>
                    <a:pt x="2181667" y="280705"/>
                    <a:pt x="2104755" y="317615"/>
                    <a:pt x="2030366" y="353344"/>
                  </a:cubicBezTo>
                  <a:cubicBezTo>
                    <a:pt x="1712463" y="505948"/>
                    <a:pt x="1383694" y="663760"/>
                    <a:pt x="1046420" y="752881"/>
                  </a:cubicBezTo>
                  <a:cubicBezTo>
                    <a:pt x="664911" y="853721"/>
                    <a:pt x="323974" y="850465"/>
                    <a:pt x="4158" y="742951"/>
                  </a:cubicBezTo>
                  <a:cubicBezTo>
                    <a:pt x="943" y="741893"/>
                    <a:pt x="-766" y="738434"/>
                    <a:pt x="333" y="735219"/>
                  </a:cubicBezTo>
                  <a:cubicBezTo>
                    <a:pt x="1391" y="732045"/>
                    <a:pt x="4850" y="730295"/>
                    <a:pt x="8065" y="731394"/>
                  </a:cubicBezTo>
                  <a:cubicBezTo>
                    <a:pt x="325561" y="838135"/>
                    <a:pt x="664178" y="841309"/>
                    <a:pt x="1043327" y="741120"/>
                  </a:cubicBezTo>
                  <a:cubicBezTo>
                    <a:pt x="1379502" y="652244"/>
                    <a:pt x="1707701" y="494716"/>
                    <a:pt x="2025117" y="342357"/>
                  </a:cubicBezTo>
                  <a:cubicBezTo>
                    <a:pt x="2099506" y="306627"/>
                    <a:pt x="2176459" y="269718"/>
                    <a:pt x="2251417" y="234720"/>
                  </a:cubicBezTo>
                  <a:lnTo>
                    <a:pt x="2262405" y="229593"/>
                  </a:lnTo>
                  <a:cubicBezTo>
                    <a:pt x="2481218" y="127369"/>
                    <a:pt x="2936464" y="-85381"/>
                    <a:pt x="3198536" y="36784"/>
                  </a:cubicBezTo>
                  <a:cubicBezTo>
                    <a:pt x="3284970" y="77071"/>
                    <a:pt x="3343163" y="151216"/>
                    <a:pt x="3371486" y="257184"/>
                  </a:cubicBezTo>
                  <a:cubicBezTo>
                    <a:pt x="3396432" y="350496"/>
                    <a:pt x="3392362" y="459231"/>
                    <a:pt x="3388456" y="564385"/>
                  </a:cubicBezTo>
                  <a:cubicBezTo>
                    <a:pt x="3381945" y="738760"/>
                    <a:pt x="3375230" y="919116"/>
                    <a:pt x="3496703" y="1043112"/>
                  </a:cubicBezTo>
                  <a:cubicBezTo>
                    <a:pt x="3562261" y="1110054"/>
                    <a:pt x="3654230" y="1150016"/>
                    <a:pt x="3770005" y="1161899"/>
                  </a:cubicBezTo>
                  <a:cubicBezTo>
                    <a:pt x="3863643" y="1171502"/>
                    <a:pt x="3972011" y="1161451"/>
                    <a:pt x="4075090" y="1133616"/>
                  </a:cubicBezTo>
                  <a:cubicBezTo>
                    <a:pt x="4303588" y="1071883"/>
                    <a:pt x="4471452" y="1064843"/>
                    <a:pt x="4654373" y="1109321"/>
                  </a:cubicBezTo>
                  <a:cubicBezTo>
                    <a:pt x="4687417" y="1117338"/>
                    <a:pt x="4720501" y="1125803"/>
                    <a:pt x="4752487" y="1133942"/>
                  </a:cubicBezTo>
                  <a:cubicBezTo>
                    <a:pt x="4926251" y="1178257"/>
                    <a:pt x="5090371" y="1220132"/>
                    <a:pt x="5273373" y="1207395"/>
                  </a:cubicBezTo>
                  <a:cubicBezTo>
                    <a:pt x="5452916" y="1194902"/>
                    <a:pt x="5634576" y="1137319"/>
                    <a:pt x="5813386" y="1036275"/>
                  </a:cubicBezTo>
                  <a:cubicBezTo>
                    <a:pt x="5975309" y="944754"/>
                    <a:pt x="6123924" y="828572"/>
                    <a:pt x="6267697" y="716256"/>
                  </a:cubicBezTo>
                  <a:cubicBezTo>
                    <a:pt x="6412894" y="602800"/>
                    <a:pt x="6563015" y="485478"/>
                    <a:pt x="6727338" y="393021"/>
                  </a:cubicBezTo>
                  <a:cubicBezTo>
                    <a:pt x="6905010" y="293076"/>
                    <a:pt x="7104859" y="262718"/>
                    <a:pt x="7338322" y="300238"/>
                  </a:cubicBezTo>
                  <a:cubicBezTo>
                    <a:pt x="7543584" y="333241"/>
                    <a:pt x="7747136" y="412717"/>
                    <a:pt x="7943934" y="489589"/>
                  </a:cubicBezTo>
                  <a:cubicBezTo>
                    <a:pt x="7976490" y="502285"/>
                    <a:pt x="8010184" y="515470"/>
                    <a:pt x="8042862" y="528004"/>
                  </a:cubicBezTo>
                  <a:cubicBezTo>
                    <a:pt x="8345179" y="643942"/>
                    <a:pt x="8642817" y="749096"/>
                    <a:pt x="8960354" y="762403"/>
                  </a:cubicBezTo>
                  <a:cubicBezTo>
                    <a:pt x="9315616" y="777338"/>
                    <a:pt x="9665586" y="659324"/>
                    <a:pt x="9990814" y="529632"/>
                  </a:cubicBezTo>
                  <a:cubicBezTo>
                    <a:pt x="10065610" y="499803"/>
                    <a:pt x="10141505" y="468102"/>
                    <a:pt x="10214918" y="437459"/>
                  </a:cubicBezTo>
                  <a:cubicBezTo>
                    <a:pt x="10471820" y="330149"/>
                    <a:pt x="10737473" y="219175"/>
                    <a:pt x="11015170" y="163180"/>
                  </a:cubicBezTo>
                  <a:cubicBezTo>
                    <a:pt x="11226943" y="120492"/>
                    <a:pt x="11434972" y="123544"/>
                    <a:pt x="11633438" y="172336"/>
                  </a:cubicBezTo>
                  <a:cubicBezTo>
                    <a:pt x="11827265" y="219948"/>
                    <a:pt x="12014255" y="311673"/>
                    <a:pt x="12189240" y="444947"/>
                  </a:cubicBezTo>
                  <a:cubicBezTo>
                    <a:pt x="12191926" y="446982"/>
                    <a:pt x="12192455" y="450807"/>
                    <a:pt x="12190380" y="453493"/>
                  </a:cubicBezTo>
                  <a:cubicBezTo>
                    <a:pt x="12188345" y="456179"/>
                    <a:pt x="12184520" y="456708"/>
                    <a:pt x="12181834" y="454632"/>
                  </a:cubicBezTo>
                  <a:cubicBezTo>
                    <a:pt x="12008192" y="322376"/>
                    <a:pt x="11822707" y="231384"/>
                    <a:pt x="11630549" y="184138"/>
                  </a:cubicBezTo>
                  <a:cubicBezTo>
                    <a:pt x="11433832" y="135793"/>
                    <a:pt x="11227594" y="132781"/>
                    <a:pt x="11017612" y="175103"/>
                  </a:cubicBezTo>
                  <a:cubicBezTo>
                    <a:pt x="10741094" y="230854"/>
                    <a:pt x="10476012" y="341584"/>
                    <a:pt x="10219638" y="448650"/>
                  </a:cubicBezTo>
                  <a:cubicBezTo>
                    <a:pt x="10146226" y="479334"/>
                    <a:pt x="10070250" y="511034"/>
                    <a:pt x="9995372" y="540904"/>
                  </a:cubicBezTo>
                  <a:cubicBezTo>
                    <a:pt x="9687764" y="663597"/>
                    <a:pt x="9357978" y="775832"/>
                    <a:pt x="9021761" y="775832"/>
                  </a:cubicBezTo>
                  <a:cubicBezTo>
                    <a:pt x="9001130" y="775832"/>
                    <a:pt x="8980539" y="775425"/>
                    <a:pt x="8959866" y="774530"/>
                  </a:cubicBezTo>
                  <a:cubicBezTo>
                    <a:pt x="8640497" y="761141"/>
                    <a:pt x="8341802" y="655621"/>
                    <a:pt x="8038508" y="539317"/>
                  </a:cubicBezTo>
                  <a:cubicBezTo>
                    <a:pt x="8005789" y="526783"/>
                    <a:pt x="7972094" y="513598"/>
                    <a:pt x="7939498" y="500902"/>
                  </a:cubicBezTo>
                  <a:cubicBezTo>
                    <a:pt x="7743271" y="424274"/>
                    <a:pt x="7540369" y="345043"/>
                    <a:pt x="7336369" y="312243"/>
                  </a:cubicBezTo>
                  <a:cubicBezTo>
                    <a:pt x="7105754" y="275171"/>
                    <a:pt x="6908509" y="305040"/>
                    <a:pt x="6733321" y="403602"/>
                  </a:cubicBezTo>
                  <a:cubicBezTo>
                    <a:pt x="6569811" y="495611"/>
                    <a:pt x="6420056" y="612648"/>
                    <a:pt x="6275225" y="725819"/>
                  </a:cubicBezTo>
                  <a:cubicBezTo>
                    <a:pt x="6131127" y="838420"/>
                    <a:pt x="5982145" y="954887"/>
                    <a:pt x="5819409" y="1046856"/>
                  </a:cubicBezTo>
                  <a:cubicBezTo>
                    <a:pt x="5639011" y="1148836"/>
                    <a:pt x="5455602" y="1206947"/>
                    <a:pt x="5274269" y="1219562"/>
                  </a:cubicBezTo>
                  <a:cubicBezTo>
                    <a:pt x="5251235" y="1221149"/>
                    <a:pt x="5228528" y="1221923"/>
                    <a:pt x="5206065" y="122192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46" name="Freeform: Shape 45">
              <a:extLst>
                <a:ext uri="{FF2B5EF4-FFF2-40B4-BE49-F238E27FC236}">
                  <a16:creationId xmlns:a16="http://schemas.microsoft.com/office/drawing/2014/main" id="{59FDAE2F-0376-974A-29A8-AAFDC038D3D0}"/>
                </a:ext>
              </a:extLst>
            </p:cNvPr>
            <p:cNvSpPr/>
            <p:nvPr/>
          </p:nvSpPr>
          <p:spPr>
            <a:xfrm>
              <a:off x="1050" y="2305482"/>
              <a:ext cx="12191432" cy="1248771"/>
            </a:xfrm>
            <a:custGeom>
              <a:avLst/>
              <a:gdLst>
                <a:gd name="connsiteX0" fmla="*/ 5159999 w 12191432"/>
                <a:gd name="connsiteY0" fmla="*/ 1248690 h 1248771"/>
                <a:gd name="connsiteX1" fmla="*/ 4683104 w 12191432"/>
                <a:gd name="connsiteY1" fmla="*/ 1155704 h 1248771"/>
                <a:gd name="connsiteX2" fmla="*/ 4579130 w 12191432"/>
                <a:gd name="connsiteY2" fmla="*/ 1124939 h 1248771"/>
                <a:gd name="connsiteX3" fmla="*/ 4038750 w 12191432"/>
                <a:gd name="connsiteY3" fmla="*/ 1145653 h 1248771"/>
                <a:gd name="connsiteX4" fmla="*/ 3477292 w 12191432"/>
                <a:gd name="connsiteY4" fmla="*/ 1063491 h 1248771"/>
                <a:gd name="connsiteX5" fmla="*/ 3412059 w 12191432"/>
                <a:gd name="connsiteY5" fmla="*/ 567550 h 1248771"/>
                <a:gd name="connsiteX6" fmla="*/ 3427563 w 12191432"/>
                <a:gd name="connsiteY6" fmla="*/ 280778 h 1248771"/>
                <a:gd name="connsiteX7" fmla="*/ 3284930 w 12191432"/>
                <a:gd name="connsiteY7" fmla="*/ 53622 h 1248771"/>
                <a:gd name="connsiteX8" fmla="*/ 2334638 w 12191432"/>
                <a:gd name="connsiteY8" fmla="*/ 240694 h 1248771"/>
                <a:gd name="connsiteX9" fmla="*/ 2084531 w 12191432"/>
                <a:gd name="connsiteY9" fmla="*/ 359155 h 1248771"/>
                <a:gd name="connsiteX10" fmla="*/ 1073237 w 12191432"/>
                <a:gd name="connsiteY10" fmla="*/ 768051 h 1248771"/>
                <a:gd name="connsiteX11" fmla="*/ 4118 w 12191432"/>
                <a:gd name="connsiteY11" fmla="*/ 752505 h 1248771"/>
                <a:gd name="connsiteX12" fmla="*/ 333 w 12191432"/>
                <a:gd name="connsiteY12" fmla="*/ 744733 h 1248771"/>
                <a:gd name="connsiteX13" fmla="*/ 8106 w 12191432"/>
                <a:gd name="connsiteY13" fmla="*/ 740948 h 1248771"/>
                <a:gd name="connsiteX14" fmla="*/ 1070145 w 12191432"/>
                <a:gd name="connsiteY14" fmla="*/ 756209 h 1248771"/>
                <a:gd name="connsiteX15" fmla="*/ 2079281 w 12191432"/>
                <a:gd name="connsiteY15" fmla="*/ 348127 h 1248771"/>
                <a:gd name="connsiteX16" fmla="*/ 2329551 w 12191432"/>
                <a:gd name="connsiteY16" fmla="*/ 229625 h 1248771"/>
                <a:gd name="connsiteX17" fmla="*/ 3290790 w 12191432"/>
                <a:gd name="connsiteY17" fmla="*/ 42879 h 1248771"/>
                <a:gd name="connsiteX18" fmla="*/ 3439690 w 12191432"/>
                <a:gd name="connsiteY18" fmla="*/ 278987 h 1248771"/>
                <a:gd name="connsiteX19" fmla="*/ 3424186 w 12191432"/>
                <a:gd name="connsiteY19" fmla="*/ 569219 h 1248771"/>
                <a:gd name="connsiteX20" fmla="*/ 3486448 w 12191432"/>
                <a:gd name="connsiteY20" fmla="*/ 1055352 h 1248771"/>
                <a:gd name="connsiteX21" fmla="*/ 4034966 w 12191432"/>
                <a:gd name="connsiteY21" fmla="*/ 1134014 h 1248771"/>
                <a:gd name="connsiteX22" fmla="*/ 4582507 w 12191432"/>
                <a:gd name="connsiteY22" fmla="*/ 1113179 h 1248771"/>
                <a:gd name="connsiteX23" fmla="*/ 4686644 w 12191432"/>
                <a:gd name="connsiteY23" fmla="*/ 1143984 h 1248771"/>
                <a:gd name="connsiteX24" fmla="*/ 5188526 w 12191432"/>
                <a:gd name="connsiteY24" fmla="*/ 1235994 h 1248771"/>
                <a:gd name="connsiteX25" fmla="*/ 5724103 w 12191432"/>
                <a:gd name="connsiteY25" fmla="*/ 1072322 h 1248771"/>
                <a:gd name="connsiteX26" fmla="*/ 6178170 w 12191432"/>
                <a:gd name="connsiteY26" fmla="*/ 721334 h 1248771"/>
                <a:gd name="connsiteX27" fmla="*/ 6585723 w 12191432"/>
                <a:gd name="connsiteY27" fmla="*/ 398709 h 1248771"/>
                <a:gd name="connsiteX28" fmla="*/ 7212496 w 12191432"/>
                <a:gd name="connsiteY28" fmla="*/ 281551 h 1248771"/>
                <a:gd name="connsiteX29" fmla="*/ 7837153 w 12191432"/>
                <a:gd name="connsiteY29" fmla="*/ 483598 h 1248771"/>
                <a:gd name="connsiteX30" fmla="*/ 7937545 w 12191432"/>
                <a:gd name="connsiteY30" fmla="*/ 524373 h 1248771"/>
                <a:gd name="connsiteX31" fmla="*/ 8855241 w 12191432"/>
                <a:gd name="connsiteY31" fmla="*/ 765812 h 1248771"/>
                <a:gd name="connsiteX32" fmla="*/ 9900473 w 12191432"/>
                <a:gd name="connsiteY32" fmla="*/ 521850 h 1248771"/>
                <a:gd name="connsiteX33" fmla="*/ 10120263 w 12191432"/>
                <a:gd name="connsiteY33" fmla="*/ 431672 h 1248771"/>
                <a:gd name="connsiteX34" fmla="*/ 10988719 w 12191432"/>
                <a:gd name="connsiteY34" fmla="*/ 141237 h 1248771"/>
                <a:gd name="connsiteX35" fmla="*/ 11623834 w 12191432"/>
                <a:gd name="connsiteY35" fmla="*/ 163578 h 1248771"/>
                <a:gd name="connsiteX36" fmla="*/ 12189119 w 12191432"/>
                <a:gd name="connsiteY36" fmla="*/ 455356 h 1248771"/>
                <a:gd name="connsiteX37" fmla="*/ 12190095 w 12191432"/>
                <a:gd name="connsiteY37" fmla="*/ 463942 h 1248771"/>
                <a:gd name="connsiteX38" fmla="*/ 12181508 w 12191432"/>
                <a:gd name="connsiteY38" fmla="*/ 464919 h 1248771"/>
                <a:gd name="connsiteX39" fmla="*/ 11620661 w 12191432"/>
                <a:gd name="connsiteY39" fmla="*/ 175379 h 1248771"/>
                <a:gd name="connsiteX40" fmla="*/ 10990876 w 12191432"/>
                <a:gd name="connsiteY40" fmla="*/ 153242 h 1248771"/>
                <a:gd name="connsiteX41" fmla="*/ 10124943 w 12191432"/>
                <a:gd name="connsiteY41" fmla="*/ 442944 h 1248771"/>
                <a:gd name="connsiteX42" fmla="*/ 9904990 w 12191432"/>
                <a:gd name="connsiteY42" fmla="*/ 533204 h 1248771"/>
                <a:gd name="connsiteX43" fmla="*/ 8854793 w 12191432"/>
                <a:gd name="connsiteY43" fmla="*/ 778021 h 1248771"/>
                <a:gd name="connsiteX44" fmla="*/ 7932947 w 12191432"/>
                <a:gd name="connsiteY44" fmla="*/ 535727 h 1248771"/>
                <a:gd name="connsiteX45" fmla="*/ 7832473 w 12191432"/>
                <a:gd name="connsiteY45" fmla="*/ 494951 h 1248771"/>
                <a:gd name="connsiteX46" fmla="*/ 7210502 w 12191432"/>
                <a:gd name="connsiteY46" fmla="*/ 293678 h 1248771"/>
                <a:gd name="connsiteX47" fmla="*/ 6592193 w 12191432"/>
                <a:gd name="connsiteY47" fmla="*/ 409087 h 1248771"/>
                <a:gd name="connsiteX48" fmla="*/ 6186105 w 12191432"/>
                <a:gd name="connsiteY48" fmla="*/ 730612 h 1248771"/>
                <a:gd name="connsiteX49" fmla="*/ 5730207 w 12191432"/>
                <a:gd name="connsiteY49" fmla="*/ 1082943 h 1248771"/>
                <a:gd name="connsiteX50" fmla="*/ 5188811 w 12191432"/>
                <a:gd name="connsiteY50" fmla="*/ 1248324 h 1248771"/>
                <a:gd name="connsiteX51" fmla="*/ 5159918 w 12191432"/>
                <a:gd name="connsiteY51" fmla="*/ 1248772 h 1248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432" h="1248771">
                  <a:moveTo>
                    <a:pt x="5159999" y="1248690"/>
                  </a:moveTo>
                  <a:cubicBezTo>
                    <a:pt x="4992095" y="1248690"/>
                    <a:pt x="4841770" y="1203479"/>
                    <a:pt x="4683104" y="1155704"/>
                  </a:cubicBezTo>
                  <a:cubicBezTo>
                    <a:pt x="4649205" y="1145490"/>
                    <a:pt x="4614126" y="1134950"/>
                    <a:pt x="4579130" y="1124939"/>
                  </a:cubicBezTo>
                  <a:cubicBezTo>
                    <a:pt x="4397592" y="1073095"/>
                    <a:pt x="4241042" y="1079077"/>
                    <a:pt x="4038750" y="1145653"/>
                  </a:cubicBezTo>
                  <a:cubicBezTo>
                    <a:pt x="3864457" y="1202991"/>
                    <a:pt x="3612885" y="1215891"/>
                    <a:pt x="3477292" y="1063491"/>
                  </a:cubicBezTo>
                  <a:cubicBezTo>
                    <a:pt x="3361069" y="932862"/>
                    <a:pt x="3386991" y="747134"/>
                    <a:pt x="3412059" y="567550"/>
                  </a:cubicBezTo>
                  <a:cubicBezTo>
                    <a:pt x="3426505" y="464105"/>
                    <a:pt x="3440138" y="366398"/>
                    <a:pt x="3427563" y="280778"/>
                  </a:cubicBezTo>
                  <a:cubicBezTo>
                    <a:pt x="3411692" y="172612"/>
                    <a:pt x="3363714" y="96188"/>
                    <a:pt x="3284930" y="53622"/>
                  </a:cubicBezTo>
                  <a:cubicBezTo>
                    <a:pt x="3032707" y="-82704"/>
                    <a:pt x="2525575" y="152265"/>
                    <a:pt x="2334638" y="240694"/>
                  </a:cubicBezTo>
                  <a:cubicBezTo>
                    <a:pt x="2251906" y="279028"/>
                    <a:pt x="2166814" y="319763"/>
                    <a:pt x="2084531" y="359155"/>
                  </a:cubicBezTo>
                  <a:cubicBezTo>
                    <a:pt x="1757756" y="515583"/>
                    <a:pt x="1419871" y="677302"/>
                    <a:pt x="1073237" y="768051"/>
                  </a:cubicBezTo>
                  <a:cubicBezTo>
                    <a:pt x="680986" y="870722"/>
                    <a:pt x="331300" y="865635"/>
                    <a:pt x="4118" y="752505"/>
                  </a:cubicBezTo>
                  <a:cubicBezTo>
                    <a:pt x="944" y="751407"/>
                    <a:pt x="-765" y="747948"/>
                    <a:pt x="333" y="744733"/>
                  </a:cubicBezTo>
                  <a:cubicBezTo>
                    <a:pt x="1432" y="741559"/>
                    <a:pt x="4891" y="739849"/>
                    <a:pt x="8106" y="740948"/>
                  </a:cubicBezTo>
                  <a:cubicBezTo>
                    <a:pt x="332927" y="853264"/>
                    <a:pt x="680294" y="858270"/>
                    <a:pt x="1070145" y="756209"/>
                  </a:cubicBezTo>
                  <a:cubicBezTo>
                    <a:pt x="1415680" y="665786"/>
                    <a:pt x="1753035" y="504270"/>
                    <a:pt x="2079281" y="348127"/>
                  </a:cubicBezTo>
                  <a:cubicBezTo>
                    <a:pt x="2161606" y="308735"/>
                    <a:pt x="2246738" y="267959"/>
                    <a:pt x="2329551" y="229625"/>
                  </a:cubicBezTo>
                  <a:cubicBezTo>
                    <a:pt x="2521994" y="140464"/>
                    <a:pt x="3033195" y="-96377"/>
                    <a:pt x="3290790" y="42879"/>
                  </a:cubicBezTo>
                  <a:cubicBezTo>
                    <a:pt x="3373114" y="87398"/>
                    <a:pt x="3423209" y="166834"/>
                    <a:pt x="3439690" y="278987"/>
                  </a:cubicBezTo>
                  <a:cubicBezTo>
                    <a:pt x="3452509" y="366358"/>
                    <a:pt x="3438754" y="464919"/>
                    <a:pt x="3424186" y="569219"/>
                  </a:cubicBezTo>
                  <a:cubicBezTo>
                    <a:pt x="3399484" y="746076"/>
                    <a:pt x="3373969" y="928915"/>
                    <a:pt x="3486448" y="1055352"/>
                  </a:cubicBezTo>
                  <a:cubicBezTo>
                    <a:pt x="3618094" y="1203316"/>
                    <a:pt x="3864213" y="1190213"/>
                    <a:pt x="4034966" y="1134014"/>
                  </a:cubicBezTo>
                  <a:cubicBezTo>
                    <a:pt x="4239780" y="1066624"/>
                    <a:pt x="4398406" y="1060602"/>
                    <a:pt x="4582507" y="1113179"/>
                  </a:cubicBezTo>
                  <a:cubicBezTo>
                    <a:pt x="4617626" y="1123189"/>
                    <a:pt x="4652705" y="1133770"/>
                    <a:pt x="4686644" y="1143984"/>
                  </a:cubicBezTo>
                  <a:cubicBezTo>
                    <a:pt x="4853368" y="1194160"/>
                    <a:pt x="5010896" y="1241528"/>
                    <a:pt x="5188526" y="1235994"/>
                  </a:cubicBezTo>
                  <a:cubicBezTo>
                    <a:pt x="5370104" y="1230337"/>
                    <a:pt x="5550298" y="1175278"/>
                    <a:pt x="5724103" y="1072322"/>
                  </a:cubicBezTo>
                  <a:cubicBezTo>
                    <a:pt x="5889525" y="974330"/>
                    <a:pt x="6036269" y="845695"/>
                    <a:pt x="6178170" y="721334"/>
                  </a:cubicBezTo>
                  <a:cubicBezTo>
                    <a:pt x="6306479" y="608855"/>
                    <a:pt x="6439183" y="492551"/>
                    <a:pt x="6585723" y="398709"/>
                  </a:cubicBezTo>
                  <a:cubicBezTo>
                    <a:pt x="6767586" y="282243"/>
                    <a:pt x="6972603" y="243909"/>
                    <a:pt x="7212496" y="281551"/>
                  </a:cubicBezTo>
                  <a:cubicBezTo>
                    <a:pt x="7423577" y="314635"/>
                    <a:pt x="7633844" y="400541"/>
                    <a:pt x="7837153" y="483598"/>
                  </a:cubicBezTo>
                  <a:cubicBezTo>
                    <a:pt x="7870196" y="497108"/>
                    <a:pt x="7904339" y="511026"/>
                    <a:pt x="7937545" y="524373"/>
                  </a:cubicBezTo>
                  <a:cubicBezTo>
                    <a:pt x="8227044" y="640474"/>
                    <a:pt x="8536320" y="754744"/>
                    <a:pt x="8855241" y="765812"/>
                  </a:cubicBezTo>
                  <a:cubicBezTo>
                    <a:pt x="9223769" y="778550"/>
                    <a:pt x="9587942" y="646578"/>
                    <a:pt x="9900473" y="521850"/>
                  </a:cubicBezTo>
                  <a:cubicBezTo>
                    <a:pt x="9973763" y="492591"/>
                    <a:pt x="10048234" y="461623"/>
                    <a:pt x="10120263" y="431672"/>
                  </a:cubicBezTo>
                  <a:cubicBezTo>
                    <a:pt x="10398896" y="315734"/>
                    <a:pt x="10687052" y="195889"/>
                    <a:pt x="10988719" y="141237"/>
                  </a:cubicBezTo>
                  <a:cubicBezTo>
                    <a:pt x="11207044" y="101682"/>
                    <a:pt x="11420729" y="109211"/>
                    <a:pt x="11623834" y="163578"/>
                  </a:cubicBezTo>
                  <a:cubicBezTo>
                    <a:pt x="11822016" y="216643"/>
                    <a:pt x="12012180" y="314798"/>
                    <a:pt x="12189119" y="455356"/>
                  </a:cubicBezTo>
                  <a:cubicBezTo>
                    <a:pt x="12191763" y="457472"/>
                    <a:pt x="12192211" y="461297"/>
                    <a:pt x="12190095" y="463942"/>
                  </a:cubicBezTo>
                  <a:cubicBezTo>
                    <a:pt x="12187979" y="466588"/>
                    <a:pt x="12184154" y="467035"/>
                    <a:pt x="12181508" y="464919"/>
                  </a:cubicBezTo>
                  <a:cubicBezTo>
                    <a:pt x="12005913" y="325378"/>
                    <a:pt x="11817213" y="227956"/>
                    <a:pt x="11620661" y="175379"/>
                  </a:cubicBezTo>
                  <a:cubicBezTo>
                    <a:pt x="11419305" y="121460"/>
                    <a:pt x="11207410" y="114012"/>
                    <a:pt x="10990876" y="153242"/>
                  </a:cubicBezTo>
                  <a:cubicBezTo>
                    <a:pt x="10690512" y="207650"/>
                    <a:pt x="10403006" y="327250"/>
                    <a:pt x="10124943" y="442944"/>
                  </a:cubicBezTo>
                  <a:cubicBezTo>
                    <a:pt x="10052874" y="472936"/>
                    <a:pt x="9978362" y="503904"/>
                    <a:pt x="9904990" y="533204"/>
                  </a:cubicBezTo>
                  <a:cubicBezTo>
                    <a:pt x="9591319" y="658380"/>
                    <a:pt x="9225519" y="790880"/>
                    <a:pt x="8854793" y="778021"/>
                  </a:cubicBezTo>
                  <a:cubicBezTo>
                    <a:pt x="8533920" y="766911"/>
                    <a:pt x="8223463" y="652235"/>
                    <a:pt x="7932947" y="535727"/>
                  </a:cubicBezTo>
                  <a:cubicBezTo>
                    <a:pt x="7899700" y="522379"/>
                    <a:pt x="7865516" y="508421"/>
                    <a:pt x="7832473" y="494951"/>
                  </a:cubicBezTo>
                  <a:cubicBezTo>
                    <a:pt x="7629775" y="412179"/>
                    <a:pt x="7420199" y="326559"/>
                    <a:pt x="7210502" y="293678"/>
                  </a:cubicBezTo>
                  <a:cubicBezTo>
                    <a:pt x="6973702" y="256524"/>
                    <a:pt x="6771451" y="294288"/>
                    <a:pt x="6592193" y="409087"/>
                  </a:cubicBezTo>
                  <a:cubicBezTo>
                    <a:pt x="6446426" y="502439"/>
                    <a:pt x="6314088" y="618418"/>
                    <a:pt x="6186105" y="730612"/>
                  </a:cubicBezTo>
                  <a:cubicBezTo>
                    <a:pt x="6043797" y="855380"/>
                    <a:pt x="5896606" y="984381"/>
                    <a:pt x="5730207" y="1082943"/>
                  </a:cubicBezTo>
                  <a:cubicBezTo>
                    <a:pt x="5554611" y="1186957"/>
                    <a:pt x="5372464" y="1242586"/>
                    <a:pt x="5188811" y="1248324"/>
                  </a:cubicBezTo>
                  <a:cubicBezTo>
                    <a:pt x="5179125" y="1248609"/>
                    <a:pt x="5169481" y="1248772"/>
                    <a:pt x="5159918" y="1248772"/>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47" name="Freeform: Shape 46">
              <a:extLst>
                <a:ext uri="{FF2B5EF4-FFF2-40B4-BE49-F238E27FC236}">
                  <a16:creationId xmlns:a16="http://schemas.microsoft.com/office/drawing/2014/main" id="{2802EDAF-C930-4910-E5D9-E483D4AD84B8}"/>
                </a:ext>
              </a:extLst>
            </p:cNvPr>
            <p:cNvSpPr/>
            <p:nvPr/>
          </p:nvSpPr>
          <p:spPr>
            <a:xfrm>
              <a:off x="1350" y="2331841"/>
              <a:ext cx="12191037" cy="1275600"/>
            </a:xfrm>
            <a:custGeom>
              <a:avLst/>
              <a:gdLst>
                <a:gd name="connsiteX0" fmla="*/ 5123074 w 12191037"/>
                <a:gd name="connsiteY0" fmla="*/ 1275600 h 1275600"/>
                <a:gd name="connsiteX1" fmla="*/ 4618669 w 12191037"/>
                <a:gd name="connsiteY1" fmla="*/ 1163080 h 1275600"/>
                <a:gd name="connsiteX2" fmla="*/ 4512172 w 12191037"/>
                <a:gd name="connsiteY2" fmla="*/ 1126741 h 1275600"/>
                <a:gd name="connsiteX3" fmla="*/ 4003046 w 12191037"/>
                <a:gd name="connsiteY3" fmla="*/ 1144524 h 1275600"/>
                <a:gd name="connsiteX4" fmla="*/ 3756154 w 12191037"/>
                <a:gd name="connsiteY4" fmla="*/ 1193845 h 1275600"/>
                <a:gd name="connsiteX5" fmla="*/ 3467021 w 12191037"/>
                <a:gd name="connsiteY5" fmla="*/ 1075059 h 1275600"/>
                <a:gd name="connsiteX6" fmla="*/ 3443663 w 12191037"/>
                <a:gd name="connsiteY6" fmla="*/ 574275 h 1275600"/>
                <a:gd name="connsiteX7" fmla="*/ 3483950 w 12191037"/>
                <a:gd name="connsiteY7" fmla="*/ 289497 h 1275600"/>
                <a:gd name="connsiteX8" fmla="*/ 3358612 w 12191037"/>
                <a:gd name="connsiteY8" fmla="*/ 57092 h 1275600"/>
                <a:gd name="connsiteX9" fmla="*/ 2368602 w 12191037"/>
                <a:gd name="connsiteY9" fmla="*/ 251936 h 1275600"/>
                <a:gd name="connsiteX10" fmla="*/ 2131680 w 12191037"/>
                <a:gd name="connsiteY10" fmla="*/ 363967 h 1275600"/>
                <a:gd name="connsiteX11" fmla="*/ 1096458 w 12191037"/>
                <a:gd name="connsiteY11" fmla="*/ 780555 h 1275600"/>
                <a:gd name="connsiteX12" fmla="*/ 4062 w 12191037"/>
                <a:gd name="connsiteY12" fmla="*/ 757806 h 1275600"/>
                <a:gd name="connsiteX13" fmla="*/ 359 w 12191037"/>
                <a:gd name="connsiteY13" fmla="*/ 749993 h 1275600"/>
                <a:gd name="connsiteX14" fmla="*/ 8172 w 12191037"/>
                <a:gd name="connsiteY14" fmla="*/ 746290 h 1275600"/>
                <a:gd name="connsiteX15" fmla="*/ 1093366 w 12191037"/>
                <a:gd name="connsiteY15" fmla="*/ 768713 h 1275600"/>
                <a:gd name="connsiteX16" fmla="*/ 2126389 w 12191037"/>
                <a:gd name="connsiteY16" fmla="*/ 352939 h 1275600"/>
                <a:gd name="connsiteX17" fmla="*/ 2363434 w 12191037"/>
                <a:gd name="connsiteY17" fmla="*/ 240827 h 1275600"/>
                <a:gd name="connsiteX18" fmla="*/ 2839638 w 12191037"/>
                <a:gd name="connsiteY18" fmla="*/ 53918 h 1275600"/>
                <a:gd name="connsiteX19" fmla="*/ 3364797 w 12191037"/>
                <a:gd name="connsiteY19" fmla="*/ 46512 h 1275600"/>
                <a:gd name="connsiteX20" fmla="*/ 3496118 w 12191037"/>
                <a:gd name="connsiteY20" fmla="*/ 288561 h 1275600"/>
                <a:gd name="connsiteX21" fmla="*/ 3455545 w 12191037"/>
                <a:gd name="connsiteY21" fmla="*/ 577002 h 1275600"/>
                <a:gd name="connsiteX22" fmla="*/ 3476462 w 12191037"/>
                <a:gd name="connsiteY22" fmla="*/ 1067327 h 1275600"/>
                <a:gd name="connsiteX23" fmla="*/ 3722296 w 12191037"/>
                <a:gd name="connsiteY23" fmla="*/ 1180213 h 1275600"/>
                <a:gd name="connsiteX24" fmla="*/ 3998529 w 12191037"/>
                <a:gd name="connsiteY24" fmla="*/ 1133130 h 1275600"/>
                <a:gd name="connsiteX25" fmla="*/ 4515997 w 12191037"/>
                <a:gd name="connsiteY25" fmla="*/ 1115102 h 1275600"/>
                <a:gd name="connsiteX26" fmla="*/ 4622657 w 12191037"/>
                <a:gd name="connsiteY26" fmla="*/ 1151483 h 1275600"/>
                <a:gd name="connsiteX27" fmla="*/ 5131498 w 12191037"/>
                <a:gd name="connsiteY27" fmla="*/ 1263310 h 1275600"/>
                <a:gd name="connsiteX28" fmla="*/ 5642496 w 12191037"/>
                <a:gd name="connsiteY28" fmla="*/ 1108632 h 1275600"/>
                <a:gd name="connsiteX29" fmla="*/ 6098719 w 12191037"/>
                <a:gd name="connsiteY29" fmla="*/ 725577 h 1275600"/>
                <a:gd name="connsiteX30" fmla="*/ 6472007 w 12191037"/>
                <a:gd name="connsiteY30" fmla="*/ 397540 h 1275600"/>
                <a:gd name="connsiteX31" fmla="*/ 7730884 w 12191037"/>
                <a:gd name="connsiteY31" fmla="*/ 476650 h 1275600"/>
                <a:gd name="connsiteX32" fmla="*/ 7818011 w 12191037"/>
                <a:gd name="connsiteY32" fmla="*/ 513682 h 1275600"/>
                <a:gd name="connsiteX33" fmla="*/ 8732329 w 12191037"/>
                <a:gd name="connsiteY33" fmla="*/ 771642 h 1275600"/>
                <a:gd name="connsiteX34" fmla="*/ 9819964 w 12191037"/>
                <a:gd name="connsiteY34" fmla="*/ 517466 h 1275600"/>
                <a:gd name="connsiteX35" fmla="*/ 10033935 w 12191037"/>
                <a:gd name="connsiteY35" fmla="*/ 429485 h 1275600"/>
                <a:gd name="connsiteX36" fmla="*/ 10932627 w 12191037"/>
                <a:gd name="connsiteY36" fmla="*/ 128144 h 1275600"/>
                <a:gd name="connsiteX37" fmla="*/ 11599606 w 12191037"/>
                <a:gd name="connsiteY37" fmla="*/ 153008 h 1275600"/>
                <a:gd name="connsiteX38" fmla="*/ 12188818 w 12191037"/>
                <a:gd name="connsiteY38" fmla="*/ 467941 h 1275600"/>
                <a:gd name="connsiteX39" fmla="*/ 12189632 w 12191037"/>
                <a:gd name="connsiteY39" fmla="*/ 476528 h 1275600"/>
                <a:gd name="connsiteX40" fmla="*/ 12181045 w 12191037"/>
                <a:gd name="connsiteY40" fmla="*/ 477342 h 1275600"/>
                <a:gd name="connsiteX41" fmla="*/ 11596391 w 12191037"/>
                <a:gd name="connsiteY41" fmla="*/ 164769 h 1275600"/>
                <a:gd name="connsiteX42" fmla="*/ 10934865 w 12191037"/>
                <a:gd name="connsiteY42" fmla="*/ 140149 h 1275600"/>
                <a:gd name="connsiteX43" fmla="*/ 10038655 w 12191037"/>
                <a:gd name="connsiteY43" fmla="*/ 440757 h 1275600"/>
                <a:gd name="connsiteX44" fmla="*/ 9824563 w 12191037"/>
                <a:gd name="connsiteY44" fmla="*/ 528820 h 1275600"/>
                <a:gd name="connsiteX45" fmla="*/ 8809933 w 12191037"/>
                <a:gd name="connsiteY45" fmla="*/ 785967 h 1275600"/>
                <a:gd name="connsiteX46" fmla="*/ 8731678 w 12191037"/>
                <a:gd name="connsiteY46" fmla="*/ 783851 h 1275600"/>
                <a:gd name="connsiteX47" fmla="*/ 7813290 w 12191037"/>
                <a:gd name="connsiteY47" fmla="*/ 524954 h 1275600"/>
                <a:gd name="connsiteX48" fmla="*/ 7726083 w 12191037"/>
                <a:gd name="connsiteY48" fmla="*/ 487922 h 1275600"/>
                <a:gd name="connsiteX49" fmla="*/ 7098577 w 12191037"/>
                <a:gd name="connsiteY49" fmla="*/ 276800 h 1275600"/>
                <a:gd name="connsiteX50" fmla="*/ 6479129 w 12191037"/>
                <a:gd name="connsiteY50" fmla="*/ 407551 h 1275600"/>
                <a:gd name="connsiteX51" fmla="*/ 6107224 w 12191037"/>
                <a:gd name="connsiteY51" fmla="*/ 734407 h 1275600"/>
                <a:gd name="connsiteX52" fmla="*/ 5648925 w 12191037"/>
                <a:gd name="connsiteY52" fmla="*/ 1119090 h 1275600"/>
                <a:gd name="connsiteX53" fmla="*/ 5131620 w 12191037"/>
                <a:gd name="connsiteY53" fmla="*/ 1275600 h 1275600"/>
                <a:gd name="connsiteX54" fmla="*/ 5123074 w 12191037"/>
                <a:gd name="connsiteY54" fmla="*/ 1275600 h 127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2191037" h="1275600">
                  <a:moveTo>
                    <a:pt x="5123074" y="1275600"/>
                  </a:moveTo>
                  <a:cubicBezTo>
                    <a:pt x="4943124" y="1275600"/>
                    <a:pt x="4785434" y="1220907"/>
                    <a:pt x="4618669" y="1163080"/>
                  </a:cubicBezTo>
                  <a:cubicBezTo>
                    <a:pt x="4583916" y="1151035"/>
                    <a:pt x="4548023" y="1138583"/>
                    <a:pt x="4512172" y="1126741"/>
                  </a:cubicBezTo>
                  <a:cubicBezTo>
                    <a:pt x="4331367" y="1067124"/>
                    <a:pt x="4183850" y="1072292"/>
                    <a:pt x="4003046" y="1144524"/>
                  </a:cubicBezTo>
                  <a:cubicBezTo>
                    <a:pt x="3926459" y="1175126"/>
                    <a:pt x="3839740" y="1193845"/>
                    <a:pt x="3756154" y="1193845"/>
                  </a:cubicBezTo>
                  <a:cubicBezTo>
                    <a:pt x="3643431" y="1193845"/>
                    <a:pt x="3536324" y="1159866"/>
                    <a:pt x="3467021" y="1075059"/>
                  </a:cubicBezTo>
                  <a:cubicBezTo>
                    <a:pt x="3358693" y="942558"/>
                    <a:pt x="3401870" y="755324"/>
                    <a:pt x="3443663" y="574275"/>
                  </a:cubicBezTo>
                  <a:cubicBezTo>
                    <a:pt x="3467509" y="470871"/>
                    <a:pt x="3490054" y="373246"/>
                    <a:pt x="3483950" y="289497"/>
                  </a:cubicBezTo>
                  <a:cubicBezTo>
                    <a:pt x="3475933" y="179500"/>
                    <a:pt x="3433774" y="101327"/>
                    <a:pt x="3358612" y="57092"/>
                  </a:cubicBezTo>
                  <a:cubicBezTo>
                    <a:pt x="3107284" y="-90791"/>
                    <a:pt x="2551278" y="167170"/>
                    <a:pt x="2368602" y="251936"/>
                  </a:cubicBezTo>
                  <a:cubicBezTo>
                    <a:pt x="2290265" y="288276"/>
                    <a:pt x="2209650" y="326773"/>
                    <a:pt x="2131680" y="363967"/>
                  </a:cubicBezTo>
                  <a:cubicBezTo>
                    <a:pt x="1797254" y="523611"/>
                    <a:pt x="1451434" y="688708"/>
                    <a:pt x="1096458" y="780555"/>
                  </a:cubicBezTo>
                  <a:cubicBezTo>
                    <a:pt x="694481" y="884569"/>
                    <a:pt x="337185" y="877122"/>
                    <a:pt x="4062" y="757806"/>
                  </a:cubicBezTo>
                  <a:cubicBezTo>
                    <a:pt x="888" y="756667"/>
                    <a:pt x="-781" y="753167"/>
                    <a:pt x="359" y="749993"/>
                  </a:cubicBezTo>
                  <a:cubicBezTo>
                    <a:pt x="1498" y="746819"/>
                    <a:pt x="4998" y="745150"/>
                    <a:pt x="8172" y="746290"/>
                  </a:cubicBezTo>
                  <a:cubicBezTo>
                    <a:pt x="338894" y="864751"/>
                    <a:pt x="693870" y="872076"/>
                    <a:pt x="1093366" y="768713"/>
                  </a:cubicBezTo>
                  <a:cubicBezTo>
                    <a:pt x="1447202" y="677150"/>
                    <a:pt x="1792452" y="512339"/>
                    <a:pt x="2126389" y="352939"/>
                  </a:cubicBezTo>
                  <a:cubicBezTo>
                    <a:pt x="2204401" y="315704"/>
                    <a:pt x="2285016" y="277207"/>
                    <a:pt x="2363434" y="240827"/>
                  </a:cubicBezTo>
                  <a:cubicBezTo>
                    <a:pt x="2454467" y="198586"/>
                    <a:pt x="2643858" y="110727"/>
                    <a:pt x="2839638" y="53918"/>
                  </a:cubicBezTo>
                  <a:cubicBezTo>
                    <a:pt x="3078635" y="-15385"/>
                    <a:pt x="3255289" y="-17908"/>
                    <a:pt x="3364797" y="46512"/>
                  </a:cubicBezTo>
                  <a:cubicBezTo>
                    <a:pt x="3443622" y="92903"/>
                    <a:pt x="3487816" y="174332"/>
                    <a:pt x="3496118" y="288561"/>
                  </a:cubicBezTo>
                  <a:cubicBezTo>
                    <a:pt x="3502344" y="374141"/>
                    <a:pt x="3479596" y="472662"/>
                    <a:pt x="3455545" y="577002"/>
                  </a:cubicBezTo>
                  <a:cubicBezTo>
                    <a:pt x="3414444" y="755202"/>
                    <a:pt x="3371919" y="939465"/>
                    <a:pt x="3476462" y="1067327"/>
                  </a:cubicBezTo>
                  <a:cubicBezTo>
                    <a:pt x="3531440" y="1134554"/>
                    <a:pt x="3616451" y="1173620"/>
                    <a:pt x="3722296" y="1180213"/>
                  </a:cubicBezTo>
                  <a:cubicBezTo>
                    <a:pt x="3809341" y="1185666"/>
                    <a:pt x="3910019" y="1168493"/>
                    <a:pt x="3998529" y="1133130"/>
                  </a:cubicBezTo>
                  <a:cubicBezTo>
                    <a:pt x="4182264" y="1059717"/>
                    <a:pt x="4332181" y="1054508"/>
                    <a:pt x="4515997" y="1115102"/>
                  </a:cubicBezTo>
                  <a:cubicBezTo>
                    <a:pt x="4551930" y="1126944"/>
                    <a:pt x="4587904" y="1139437"/>
                    <a:pt x="4622657" y="1151483"/>
                  </a:cubicBezTo>
                  <a:cubicBezTo>
                    <a:pt x="4791050" y="1209879"/>
                    <a:pt x="4950287" y="1265060"/>
                    <a:pt x="5131498" y="1263310"/>
                  </a:cubicBezTo>
                  <a:cubicBezTo>
                    <a:pt x="5307541" y="1261601"/>
                    <a:pt x="5479474" y="1209553"/>
                    <a:pt x="5642496" y="1108632"/>
                  </a:cubicBezTo>
                  <a:cubicBezTo>
                    <a:pt x="5812394" y="1003437"/>
                    <a:pt x="5957958" y="862187"/>
                    <a:pt x="6098719" y="725577"/>
                  </a:cubicBezTo>
                  <a:cubicBezTo>
                    <a:pt x="6215878" y="611877"/>
                    <a:pt x="6337025" y="494270"/>
                    <a:pt x="6472007" y="397540"/>
                  </a:cubicBezTo>
                  <a:cubicBezTo>
                    <a:pt x="6872683" y="110361"/>
                    <a:pt x="7328622" y="304961"/>
                    <a:pt x="7730884" y="476650"/>
                  </a:cubicBezTo>
                  <a:cubicBezTo>
                    <a:pt x="7760184" y="489143"/>
                    <a:pt x="7789240" y="501555"/>
                    <a:pt x="7818011" y="513682"/>
                  </a:cubicBezTo>
                  <a:cubicBezTo>
                    <a:pt x="8105271" y="634544"/>
                    <a:pt x="8412473" y="754022"/>
                    <a:pt x="8732329" y="771642"/>
                  </a:cubicBezTo>
                  <a:cubicBezTo>
                    <a:pt x="9101345" y="791908"/>
                    <a:pt x="9457379" y="662989"/>
                    <a:pt x="9819964" y="517466"/>
                  </a:cubicBezTo>
                  <a:cubicBezTo>
                    <a:pt x="9891302" y="488858"/>
                    <a:pt x="9963819" y="458663"/>
                    <a:pt x="10033935" y="429485"/>
                  </a:cubicBezTo>
                  <a:cubicBezTo>
                    <a:pt x="10322376" y="309437"/>
                    <a:pt x="10620583" y="185320"/>
                    <a:pt x="10932627" y="128144"/>
                  </a:cubicBezTo>
                  <a:cubicBezTo>
                    <a:pt x="11162631" y="85985"/>
                    <a:pt x="11387019" y="94368"/>
                    <a:pt x="11599606" y="153008"/>
                  </a:cubicBezTo>
                  <a:cubicBezTo>
                    <a:pt x="11807797" y="210428"/>
                    <a:pt x="12006019" y="316396"/>
                    <a:pt x="12188818" y="467941"/>
                  </a:cubicBezTo>
                  <a:cubicBezTo>
                    <a:pt x="12191422" y="470098"/>
                    <a:pt x="12191789" y="473923"/>
                    <a:pt x="12189632" y="476528"/>
                  </a:cubicBezTo>
                  <a:cubicBezTo>
                    <a:pt x="12187475" y="479132"/>
                    <a:pt x="12183609" y="479498"/>
                    <a:pt x="12181045" y="477342"/>
                  </a:cubicBezTo>
                  <a:cubicBezTo>
                    <a:pt x="11999590" y="326895"/>
                    <a:pt x="11802874" y="221741"/>
                    <a:pt x="11596391" y="164769"/>
                  </a:cubicBezTo>
                  <a:cubicBezTo>
                    <a:pt x="11385595" y="106617"/>
                    <a:pt x="11162997" y="98356"/>
                    <a:pt x="10934865" y="140149"/>
                  </a:cubicBezTo>
                  <a:cubicBezTo>
                    <a:pt x="10624124" y="197121"/>
                    <a:pt x="10326486" y="320954"/>
                    <a:pt x="10038655" y="440757"/>
                  </a:cubicBezTo>
                  <a:cubicBezTo>
                    <a:pt x="9968498" y="469976"/>
                    <a:pt x="9895941" y="500171"/>
                    <a:pt x="9824563" y="528820"/>
                  </a:cubicBezTo>
                  <a:cubicBezTo>
                    <a:pt x="9486271" y="664576"/>
                    <a:pt x="9153555" y="785967"/>
                    <a:pt x="8809933" y="785967"/>
                  </a:cubicBezTo>
                  <a:cubicBezTo>
                    <a:pt x="8783889" y="785967"/>
                    <a:pt x="8757844" y="785275"/>
                    <a:pt x="8731678" y="783851"/>
                  </a:cubicBezTo>
                  <a:cubicBezTo>
                    <a:pt x="8409868" y="766149"/>
                    <a:pt x="8101528" y="646264"/>
                    <a:pt x="7813290" y="524954"/>
                  </a:cubicBezTo>
                  <a:cubicBezTo>
                    <a:pt x="7784479" y="512827"/>
                    <a:pt x="7755423" y="500415"/>
                    <a:pt x="7726083" y="487922"/>
                  </a:cubicBezTo>
                  <a:cubicBezTo>
                    <a:pt x="7521879" y="400755"/>
                    <a:pt x="7310757" y="310658"/>
                    <a:pt x="7098577" y="276800"/>
                  </a:cubicBezTo>
                  <a:cubicBezTo>
                    <a:pt x="6858115" y="238385"/>
                    <a:pt x="6655457" y="281155"/>
                    <a:pt x="6479129" y="407551"/>
                  </a:cubicBezTo>
                  <a:cubicBezTo>
                    <a:pt x="6344879" y="503752"/>
                    <a:pt x="6224058" y="621033"/>
                    <a:pt x="6107224" y="734407"/>
                  </a:cubicBezTo>
                  <a:cubicBezTo>
                    <a:pt x="5966015" y="871466"/>
                    <a:pt x="5819963" y="1013204"/>
                    <a:pt x="5648925" y="1119090"/>
                  </a:cubicBezTo>
                  <a:cubicBezTo>
                    <a:pt x="5483951" y="1221192"/>
                    <a:pt x="5309902" y="1273850"/>
                    <a:pt x="5131620" y="1275600"/>
                  </a:cubicBezTo>
                  <a:cubicBezTo>
                    <a:pt x="5128771" y="1275600"/>
                    <a:pt x="5125882" y="1275600"/>
                    <a:pt x="5123074" y="1275600"/>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48" name="Freeform: Shape 47">
              <a:extLst>
                <a:ext uri="{FF2B5EF4-FFF2-40B4-BE49-F238E27FC236}">
                  <a16:creationId xmlns:a16="http://schemas.microsoft.com/office/drawing/2014/main" id="{1B15D7D5-3E48-DD07-AA38-D96B05B47FCC}"/>
                </a:ext>
              </a:extLst>
            </p:cNvPr>
            <p:cNvSpPr/>
            <p:nvPr/>
          </p:nvSpPr>
          <p:spPr>
            <a:xfrm>
              <a:off x="1563" y="2368096"/>
              <a:ext cx="12190710" cy="1297375"/>
            </a:xfrm>
            <a:custGeom>
              <a:avLst/>
              <a:gdLst>
                <a:gd name="connsiteX0" fmla="*/ 5091934 w 12190710"/>
                <a:gd name="connsiteY0" fmla="*/ 1297131 h 1297375"/>
                <a:gd name="connsiteX1" fmla="*/ 5061901 w 12190710"/>
                <a:gd name="connsiteY1" fmla="*/ 1296602 h 1297375"/>
                <a:gd name="connsiteX2" fmla="*/ 4574628 w 12190710"/>
                <a:gd name="connsiteY2" fmla="*/ 1168049 h 1297375"/>
                <a:gd name="connsiteX3" fmla="*/ 4438709 w 12190710"/>
                <a:gd name="connsiteY3" fmla="*/ 1116082 h 1297375"/>
                <a:gd name="connsiteX4" fmla="*/ 3977521 w 12190710"/>
                <a:gd name="connsiteY4" fmla="*/ 1133581 h 1297375"/>
                <a:gd name="connsiteX5" fmla="*/ 3711584 w 12190710"/>
                <a:gd name="connsiteY5" fmla="*/ 1195436 h 1297375"/>
                <a:gd name="connsiteX6" fmla="*/ 3464407 w 12190710"/>
                <a:gd name="connsiteY6" fmla="*/ 1089671 h 1297375"/>
                <a:gd name="connsiteX7" fmla="*/ 3438892 w 12190710"/>
                <a:gd name="connsiteY7" fmla="*/ 726964 h 1297375"/>
                <a:gd name="connsiteX8" fmla="*/ 3470756 w 12190710"/>
                <a:gd name="connsiteY8" fmla="*/ 610375 h 1297375"/>
                <a:gd name="connsiteX9" fmla="*/ 3529477 w 12190710"/>
                <a:gd name="connsiteY9" fmla="*/ 308098 h 1297375"/>
                <a:gd name="connsiteX10" fmla="*/ 3421190 w 12190710"/>
                <a:gd name="connsiteY10" fmla="*/ 62101 h 1297375"/>
                <a:gd name="connsiteX11" fmla="*/ 2904251 w 12190710"/>
                <a:gd name="connsiteY11" fmla="*/ 61368 h 1297375"/>
                <a:gd name="connsiteX12" fmla="*/ 2424710 w 12190710"/>
                <a:gd name="connsiteY12" fmla="*/ 242498 h 1297375"/>
                <a:gd name="connsiteX13" fmla="*/ 2163290 w 12190710"/>
                <a:gd name="connsiteY13" fmla="*/ 365436 h 1297375"/>
                <a:gd name="connsiteX14" fmla="*/ 1111343 w 12190710"/>
                <a:gd name="connsiteY14" fmla="*/ 785808 h 1297375"/>
                <a:gd name="connsiteX15" fmla="*/ 3971 w 12190710"/>
                <a:gd name="connsiteY15" fmla="*/ 752764 h 1297375"/>
                <a:gd name="connsiteX16" fmla="*/ 390 w 12190710"/>
                <a:gd name="connsiteY16" fmla="*/ 744910 h 1297375"/>
                <a:gd name="connsiteX17" fmla="*/ 8244 w 12190710"/>
                <a:gd name="connsiteY17" fmla="*/ 741329 h 1297375"/>
                <a:gd name="connsiteX18" fmla="*/ 1108332 w 12190710"/>
                <a:gd name="connsiteY18" fmla="*/ 773965 h 1297375"/>
                <a:gd name="connsiteX19" fmla="*/ 2158040 w 12190710"/>
                <a:gd name="connsiteY19" fmla="*/ 354408 h 1297375"/>
                <a:gd name="connsiteX20" fmla="*/ 2419623 w 12190710"/>
                <a:gd name="connsiteY20" fmla="*/ 231430 h 1297375"/>
                <a:gd name="connsiteX21" fmla="*/ 2900995 w 12190710"/>
                <a:gd name="connsiteY21" fmla="*/ 49608 h 1297375"/>
                <a:gd name="connsiteX22" fmla="*/ 3427823 w 12190710"/>
                <a:gd name="connsiteY22" fmla="*/ 51887 h 1297375"/>
                <a:gd name="connsiteX23" fmla="*/ 3541686 w 12190710"/>
                <a:gd name="connsiteY23" fmla="*/ 308301 h 1297375"/>
                <a:gd name="connsiteX24" fmla="*/ 3482476 w 12190710"/>
                <a:gd name="connsiteY24" fmla="*/ 613834 h 1297375"/>
                <a:gd name="connsiteX25" fmla="*/ 3450734 w 12190710"/>
                <a:gd name="connsiteY25" fmla="*/ 729975 h 1297375"/>
                <a:gd name="connsiteX26" fmla="*/ 3473645 w 12190710"/>
                <a:gd name="connsiteY26" fmla="*/ 1081858 h 1297375"/>
                <a:gd name="connsiteX27" fmla="*/ 3711747 w 12190710"/>
                <a:gd name="connsiteY27" fmla="*/ 1183350 h 1297375"/>
                <a:gd name="connsiteX28" fmla="*/ 3972109 w 12190710"/>
                <a:gd name="connsiteY28" fmla="*/ 1122715 h 1297375"/>
                <a:gd name="connsiteX29" fmla="*/ 4442779 w 12190710"/>
                <a:gd name="connsiteY29" fmla="*/ 1104728 h 1297375"/>
                <a:gd name="connsiteX30" fmla="*/ 4578982 w 12190710"/>
                <a:gd name="connsiteY30" fmla="*/ 1156817 h 1297375"/>
                <a:gd name="connsiteX31" fmla="*/ 5062227 w 12190710"/>
                <a:gd name="connsiteY31" fmla="*/ 1284556 h 1297375"/>
                <a:gd name="connsiteX32" fmla="*/ 5556296 w 12190710"/>
                <a:gd name="connsiteY32" fmla="*/ 1149736 h 1297375"/>
                <a:gd name="connsiteX33" fmla="*/ 6027942 w 12190710"/>
                <a:gd name="connsiteY33" fmla="*/ 726964 h 1297375"/>
                <a:gd name="connsiteX34" fmla="*/ 6352845 w 12190710"/>
                <a:gd name="connsiteY34" fmla="*/ 409386 h 1297375"/>
                <a:gd name="connsiteX35" fmla="*/ 7649039 w 12190710"/>
                <a:gd name="connsiteY35" fmla="*/ 472787 h 1297375"/>
                <a:gd name="connsiteX36" fmla="*/ 7713905 w 12190710"/>
                <a:gd name="connsiteY36" fmla="*/ 501517 h 1297375"/>
                <a:gd name="connsiteX37" fmla="*/ 8656099 w 12190710"/>
                <a:gd name="connsiteY37" fmla="*/ 778076 h 1297375"/>
                <a:gd name="connsiteX38" fmla="*/ 9751629 w 12190710"/>
                <a:gd name="connsiteY38" fmla="*/ 511569 h 1297375"/>
                <a:gd name="connsiteX39" fmla="*/ 9961490 w 12190710"/>
                <a:gd name="connsiteY39" fmla="*/ 424605 h 1297375"/>
                <a:gd name="connsiteX40" fmla="*/ 10918578 w 12190710"/>
                <a:gd name="connsiteY40" fmla="*/ 106946 h 1297375"/>
                <a:gd name="connsiteX41" fmla="*/ 11596341 w 12190710"/>
                <a:gd name="connsiteY41" fmla="*/ 144588 h 1297375"/>
                <a:gd name="connsiteX42" fmla="*/ 12188605 w 12190710"/>
                <a:gd name="connsiteY42" fmla="*/ 477874 h 1297375"/>
                <a:gd name="connsiteX43" fmla="*/ 12189215 w 12190710"/>
                <a:gd name="connsiteY43" fmla="*/ 486501 h 1297375"/>
                <a:gd name="connsiteX44" fmla="*/ 12180589 w 12190710"/>
                <a:gd name="connsiteY44" fmla="*/ 487112 h 1297375"/>
                <a:gd name="connsiteX45" fmla="*/ 11592841 w 12190710"/>
                <a:gd name="connsiteY45" fmla="*/ 156308 h 1297375"/>
                <a:gd name="connsiteX46" fmla="*/ 10920613 w 12190710"/>
                <a:gd name="connsiteY46" fmla="*/ 118991 h 1297375"/>
                <a:gd name="connsiteX47" fmla="*/ 9966210 w 12190710"/>
                <a:gd name="connsiteY47" fmla="*/ 435878 h 1297375"/>
                <a:gd name="connsiteX48" fmla="*/ 9756228 w 12190710"/>
                <a:gd name="connsiteY48" fmla="*/ 522923 h 1297375"/>
                <a:gd name="connsiteX49" fmla="*/ 8720722 w 12190710"/>
                <a:gd name="connsiteY49" fmla="*/ 791871 h 1297375"/>
                <a:gd name="connsiteX50" fmla="*/ 8655489 w 12190710"/>
                <a:gd name="connsiteY50" fmla="*/ 790325 h 1297375"/>
                <a:gd name="connsiteX51" fmla="*/ 7708941 w 12190710"/>
                <a:gd name="connsiteY51" fmla="*/ 512749 h 1297375"/>
                <a:gd name="connsiteX52" fmla="*/ 7644034 w 12190710"/>
                <a:gd name="connsiteY52" fmla="*/ 484019 h 1297375"/>
                <a:gd name="connsiteX53" fmla="*/ 6994838 w 12190710"/>
                <a:gd name="connsiteY53" fmla="*/ 259265 h 1297375"/>
                <a:gd name="connsiteX54" fmla="*/ 6360496 w 12190710"/>
                <a:gd name="connsiteY54" fmla="*/ 418908 h 1297375"/>
                <a:gd name="connsiteX55" fmla="*/ 6036773 w 12190710"/>
                <a:gd name="connsiteY55" fmla="*/ 735387 h 1297375"/>
                <a:gd name="connsiteX56" fmla="*/ 5562644 w 12190710"/>
                <a:gd name="connsiteY56" fmla="*/ 1160195 h 1297375"/>
                <a:gd name="connsiteX57" fmla="*/ 5091730 w 12190710"/>
                <a:gd name="connsiteY57" fmla="*/ 1297375 h 1297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2190710" h="1297375">
                  <a:moveTo>
                    <a:pt x="5091934" y="1297131"/>
                  </a:moveTo>
                  <a:cubicBezTo>
                    <a:pt x="5081923" y="1297131"/>
                    <a:pt x="5071912" y="1296968"/>
                    <a:pt x="5061901" y="1296602"/>
                  </a:cubicBezTo>
                  <a:cubicBezTo>
                    <a:pt x="4885695" y="1290376"/>
                    <a:pt x="4734597" y="1230962"/>
                    <a:pt x="4574628" y="1168049"/>
                  </a:cubicBezTo>
                  <a:cubicBezTo>
                    <a:pt x="4530394" y="1150672"/>
                    <a:pt x="4484694" y="1132685"/>
                    <a:pt x="4438709" y="1116082"/>
                  </a:cubicBezTo>
                  <a:cubicBezTo>
                    <a:pt x="4265067" y="1053332"/>
                    <a:pt x="4131427" y="1058378"/>
                    <a:pt x="3977521" y="1133581"/>
                  </a:cubicBezTo>
                  <a:cubicBezTo>
                    <a:pt x="3893895" y="1174438"/>
                    <a:pt x="3796839" y="1196982"/>
                    <a:pt x="3711584" y="1195436"/>
                  </a:cubicBezTo>
                  <a:cubicBezTo>
                    <a:pt x="3607407" y="1193564"/>
                    <a:pt x="3521949" y="1156980"/>
                    <a:pt x="3464407" y="1089671"/>
                  </a:cubicBezTo>
                  <a:cubicBezTo>
                    <a:pt x="3375694" y="985901"/>
                    <a:pt x="3413743" y="830042"/>
                    <a:pt x="3438892" y="726964"/>
                  </a:cubicBezTo>
                  <a:cubicBezTo>
                    <a:pt x="3448374" y="688182"/>
                    <a:pt x="3459727" y="648627"/>
                    <a:pt x="3470756" y="610375"/>
                  </a:cubicBezTo>
                  <a:cubicBezTo>
                    <a:pt x="3499038" y="512098"/>
                    <a:pt x="3528297" y="410484"/>
                    <a:pt x="3529477" y="308098"/>
                  </a:cubicBezTo>
                  <a:cubicBezTo>
                    <a:pt x="3530820" y="192363"/>
                    <a:pt x="3494399" y="109591"/>
                    <a:pt x="3421190" y="62101"/>
                  </a:cubicBezTo>
                  <a:cubicBezTo>
                    <a:pt x="3318844" y="-4353"/>
                    <a:pt x="3144917" y="-4597"/>
                    <a:pt x="2904251" y="61368"/>
                  </a:cubicBezTo>
                  <a:cubicBezTo>
                    <a:pt x="2761943" y="100353"/>
                    <a:pt x="2605107" y="159604"/>
                    <a:pt x="2424710" y="242498"/>
                  </a:cubicBezTo>
                  <a:cubicBezTo>
                    <a:pt x="2338356" y="282175"/>
                    <a:pt x="2249358" y="324497"/>
                    <a:pt x="2163290" y="365436"/>
                  </a:cubicBezTo>
                  <a:cubicBezTo>
                    <a:pt x="1823371" y="527073"/>
                    <a:pt x="1471854" y="694205"/>
                    <a:pt x="1111343" y="785808"/>
                  </a:cubicBezTo>
                  <a:cubicBezTo>
                    <a:pt x="703058" y="889578"/>
                    <a:pt x="340838" y="878753"/>
                    <a:pt x="3971" y="752764"/>
                  </a:cubicBezTo>
                  <a:cubicBezTo>
                    <a:pt x="797" y="751584"/>
                    <a:pt x="-790" y="748084"/>
                    <a:pt x="390" y="744910"/>
                  </a:cubicBezTo>
                  <a:cubicBezTo>
                    <a:pt x="1570" y="741736"/>
                    <a:pt x="5110" y="740149"/>
                    <a:pt x="8244" y="741329"/>
                  </a:cubicBezTo>
                  <a:cubicBezTo>
                    <a:pt x="342669" y="866423"/>
                    <a:pt x="702488" y="877125"/>
                    <a:pt x="1108332" y="773965"/>
                  </a:cubicBezTo>
                  <a:cubicBezTo>
                    <a:pt x="1467662" y="682648"/>
                    <a:pt x="1818609" y="515760"/>
                    <a:pt x="2158040" y="354408"/>
                  </a:cubicBezTo>
                  <a:cubicBezTo>
                    <a:pt x="2244149" y="313469"/>
                    <a:pt x="2333188" y="271147"/>
                    <a:pt x="2419623" y="231430"/>
                  </a:cubicBezTo>
                  <a:cubicBezTo>
                    <a:pt x="2600590" y="148251"/>
                    <a:pt x="2758077" y="88796"/>
                    <a:pt x="2900995" y="49608"/>
                  </a:cubicBezTo>
                  <a:cubicBezTo>
                    <a:pt x="3145161" y="-17294"/>
                    <a:pt x="3322425" y="-16520"/>
                    <a:pt x="3427823" y="51887"/>
                  </a:cubicBezTo>
                  <a:cubicBezTo>
                    <a:pt x="3504735" y="101818"/>
                    <a:pt x="3543069" y="188090"/>
                    <a:pt x="3541686" y="308301"/>
                  </a:cubicBezTo>
                  <a:cubicBezTo>
                    <a:pt x="3540465" y="412356"/>
                    <a:pt x="3511002" y="514784"/>
                    <a:pt x="3482476" y="613834"/>
                  </a:cubicBezTo>
                  <a:cubicBezTo>
                    <a:pt x="3471488" y="651964"/>
                    <a:pt x="3460134" y="691397"/>
                    <a:pt x="3450734" y="729975"/>
                  </a:cubicBezTo>
                  <a:cubicBezTo>
                    <a:pt x="3426155" y="830653"/>
                    <a:pt x="3389001" y="982849"/>
                    <a:pt x="3473645" y="1081858"/>
                  </a:cubicBezTo>
                  <a:cubicBezTo>
                    <a:pt x="3528826" y="1146440"/>
                    <a:pt x="3611151" y="1181518"/>
                    <a:pt x="3711747" y="1183350"/>
                  </a:cubicBezTo>
                  <a:cubicBezTo>
                    <a:pt x="3795170" y="1184896"/>
                    <a:pt x="3890151" y="1162758"/>
                    <a:pt x="3972109" y="1122715"/>
                  </a:cubicBezTo>
                  <a:cubicBezTo>
                    <a:pt x="4129311" y="1045925"/>
                    <a:pt x="4265677" y="1040716"/>
                    <a:pt x="4442779" y="1104728"/>
                  </a:cubicBezTo>
                  <a:cubicBezTo>
                    <a:pt x="4488885" y="1121413"/>
                    <a:pt x="4534707" y="1139400"/>
                    <a:pt x="4578982" y="1156817"/>
                  </a:cubicBezTo>
                  <a:cubicBezTo>
                    <a:pt x="4737975" y="1219324"/>
                    <a:pt x="4888137" y="1278371"/>
                    <a:pt x="5062227" y="1284556"/>
                  </a:cubicBezTo>
                  <a:cubicBezTo>
                    <a:pt x="5233387" y="1290620"/>
                    <a:pt x="5404262" y="1243984"/>
                    <a:pt x="5556296" y="1149736"/>
                  </a:cubicBezTo>
                  <a:cubicBezTo>
                    <a:pt x="5736978" y="1037705"/>
                    <a:pt x="5884902" y="879730"/>
                    <a:pt x="6027942" y="726964"/>
                  </a:cubicBezTo>
                  <a:cubicBezTo>
                    <a:pt x="6130166" y="617822"/>
                    <a:pt x="6235849" y="504936"/>
                    <a:pt x="6352845" y="409386"/>
                  </a:cubicBezTo>
                  <a:cubicBezTo>
                    <a:pt x="6758852" y="77849"/>
                    <a:pt x="7231801" y="287669"/>
                    <a:pt x="7649039" y="472787"/>
                  </a:cubicBezTo>
                  <a:cubicBezTo>
                    <a:pt x="7670810" y="482432"/>
                    <a:pt x="7692459" y="492036"/>
                    <a:pt x="7713905" y="501517"/>
                  </a:cubicBezTo>
                  <a:cubicBezTo>
                    <a:pt x="8024566" y="638291"/>
                    <a:pt x="8330383" y="762368"/>
                    <a:pt x="8656099" y="778076"/>
                  </a:cubicBezTo>
                  <a:cubicBezTo>
                    <a:pt x="9047496" y="796917"/>
                    <a:pt x="9437918" y="638698"/>
                    <a:pt x="9751629" y="511569"/>
                  </a:cubicBezTo>
                  <a:cubicBezTo>
                    <a:pt x="9821542" y="483246"/>
                    <a:pt x="9892676" y="453417"/>
                    <a:pt x="9961490" y="424605"/>
                  </a:cubicBezTo>
                  <a:cubicBezTo>
                    <a:pt x="10268283" y="296052"/>
                    <a:pt x="10585576" y="163145"/>
                    <a:pt x="10918578" y="106946"/>
                  </a:cubicBezTo>
                  <a:cubicBezTo>
                    <a:pt x="11152529" y="67473"/>
                    <a:pt x="11380580" y="80128"/>
                    <a:pt x="11596341" y="144588"/>
                  </a:cubicBezTo>
                  <a:cubicBezTo>
                    <a:pt x="11806567" y="207379"/>
                    <a:pt x="12005847" y="319533"/>
                    <a:pt x="12188605" y="477874"/>
                  </a:cubicBezTo>
                  <a:cubicBezTo>
                    <a:pt x="12191169" y="480072"/>
                    <a:pt x="12191413" y="483938"/>
                    <a:pt x="12189215" y="486501"/>
                  </a:cubicBezTo>
                  <a:cubicBezTo>
                    <a:pt x="12186977" y="489065"/>
                    <a:pt x="12183152" y="489309"/>
                    <a:pt x="12180589" y="487112"/>
                  </a:cubicBezTo>
                  <a:cubicBezTo>
                    <a:pt x="11999133" y="329910"/>
                    <a:pt x="11801399" y="218611"/>
                    <a:pt x="11592841" y="156308"/>
                  </a:cubicBezTo>
                  <a:cubicBezTo>
                    <a:pt x="11378871" y="92377"/>
                    <a:pt x="11152733" y="79844"/>
                    <a:pt x="10920613" y="118991"/>
                  </a:cubicBezTo>
                  <a:cubicBezTo>
                    <a:pt x="10588995" y="174946"/>
                    <a:pt x="10272394" y="307609"/>
                    <a:pt x="9966210" y="435878"/>
                  </a:cubicBezTo>
                  <a:cubicBezTo>
                    <a:pt x="9897396" y="464730"/>
                    <a:pt x="9826222" y="494518"/>
                    <a:pt x="9756228" y="522923"/>
                  </a:cubicBezTo>
                  <a:cubicBezTo>
                    <a:pt x="9458794" y="643459"/>
                    <a:pt x="9092586" y="791871"/>
                    <a:pt x="8720722" y="791871"/>
                  </a:cubicBezTo>
                  <a:cubicBezTo>
                    <a:pt x="8698991" y="791871"/>
                    <a:pt x="8677260" y="791383"/>
                    <a:pt x="8655489" y="790325"/>
                  </a:cubicBezTo>
                  <a:cubicBezTo>
                    <a:pt x="8327697" y="774535"/>
                    <a:pt x="8020699" y="650011"/>
                    <a:pt x="7708941" y="512749"/>
                  </a:cubicBezTo>
                  <a:cubicBezTo>
                    <a:pt x="7687454" y="503267"/>
                    <a:pt x="7665805" y="493663"/>
                    <a:pt x="7644034" y="484019"/>
                  </a:cubicBezTo>
                  <a:cubicBezTo>
                    <a:pt x="7432505" y="390178"/>
                    <a:pt x="7213813" y="293163"/>
                    <a:pt x="6994838" y="259265"/>
                  </a:cubicBezTo>
                  <a:cubicBezTo>
                    <a:pt x="6746562" y="220849"/>
                    <a:pt x="6539062" y="273060"/>
                    <a:pt x="6360496" y="418908"/>
                  </a:cubicBezTo>
                  <a:cubicBezTo>
                    <a:pt x="6244110" y="513929"/>
                    <a:pt x="6138712" y="626490"/>
                    <a:pt x="6036773" y="735387"/>
                  </a:cubicBezTo>
                  <a:cubicBezTo>
                    <a:pt x="5893163" y="888764"/>
                    <a:pt x="5744670" y="1047350"/>
                    <a:pt x="5562644" y="1160195"/>
                  </a:cubicBezTo>
                  <a:cubicBezTo>
                    <a:pt x="5417447" y="1250210"/>
                    <a:pt x="5255240" y="1297375"/>
                    <a:pt x="5091730" y="1297375"/>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49" name="Freeform: Shape 48">
              <a:extLst>
                <a:ext uri="{FF2B5EF4-FFF2-40B4-BE49-F238E27FC236}">
                  <a16:creationId xmlns:a16="http://schemas.microsoft.com/office/drawing/2014/main" id="{54E87F25-B8B1-6FEB-CBAF-A9114D65A231}"/>
                </a:ext>
              </a:extLst>
            </p:cNvPr>
            <p:cNvSpPr/>
            <p:nvPr/>
          </p:nvSpPr>
          <p:spPr>
            <a:xfrm>
              <a:off x="1983" y="2403149"/>
              <a:ext cx="12190425" cy="1325235"/>
            </a:xfrm>
            <a:custGeom>
              <a:avLst/>
              <a:gdLst>
                <a:gd name="connsiteX0" fmla="*/ 5071818 w 12190425"/>
                <a:gd name="connsiteY0" fmla="*/ 1325235 h 1325235"/>
                <a:gd name="connsiteX1" fmla="*/ 5000888 w 12190425"/>
                <a:gd name="connsiteY1" fmla="*/ 1322143 h 1325235"/>
                <a:gd name="connsiteX2" fmla="*/ 4516382 w 12190425"/>
                <a:gd name="connsiteY2" fmla="*/ 1170190 h 1325235"/>
                <a:gd name="connsiteX3" fmla="*/ 4399955 w 12190425"/>
                <a:gd name="connsiteY3" fmla="*/ 1119567 h 1325235"/>
                <a:gd name="connsiteX4" fmla="*/ 3952034 w 12190425"/>
                <a:gd name="connsiteY4" fmla="*/ 1129130 h 1325235"/>
                <a:gd name="connsiteX5" fmla="*/ 3691997 w 12190425"/>
                <a:gd name="connsiteY5" fmla="*/ 1203316 h 1325235"/>
                <a:gd name="connsiteX6" fmla="*/ 3456215 w 12190425"/>
                <a:gd name="connsiteY6" fmla="*/ 1104713 h 1325235"/>
                <a:gd name="connsiteX7" fmla="*/ 3444007 w 12190425"/>
                <a:gd name="connsiteY7" fmla="*/ 755679 h 1325235"/>
                <a:gd name="connsiteX8" fmla="*/ 3484579 w 12190425"/>
                <a:gd name="connsiteY8" fmla="*/ 633677 h 1325235"/>
                <a:gd name="connsiteX9" fmla="*/ 3561247 w 12190425"/>
                <a:gd name="connsiteY9" fmla="*/ 329691 h 1325235"/>
                <a:gd name="connsiteX10" fmla="*/ 3504967 w 12190425"/>
                <a:gd name="connsiteY10" fmla="*/ 132243 h 1325235"/>
                <a:gd name="connsiteX11" fmla="*/ 3325708 w 12190425"/>
                <a:gd name="connsiteY11" fmla="*/ 26438 h 1325235"/>
                <a:gd name="connsiteX12" fmla="*/ 2512556 w 12190425"/>
                <a:gd name="connsiteY12" fmla="*/ 218555 h 1325235"/>
                <a:gd name="connsiteX13" fmla="*/ 2461037 w 12190425"/>
                <a:gd name="connsiteY13" fmla="*/ 242239 h 1325235"/>
                <a:gd name="connsiteX14" fmla="*/ 2187734 w 12190425"/>
                <a:gd name="connsiteY14" fmla="*/ 370304 h 1325235"/>
                <a:gd name="connsiteX15" fmla="*/ 1122358 w 12190425"/>
                <a:gd name="connsiteY15" fmla="*/ 793443 h 1325235"/>
                <a:gd name="connsiteX16" fmla="*/ 3877 w 12190425"/>
                <a:gd name="connsiteY16" fmla="*/ 748069 h 1325235"/>
                <a:gd name="connsiteX17" fmla="*/ 418 w 12190425"/>
                <a:gd name="connsiteY17" fmla="*/ 740133 h 1325235"/>
                <a:gd name="connsiteX18" fmla="*/ 8353 w 12190425"/>
                <a:gd name="connsiteY18" fmla="*/ 736674 h 1325235"/>
                <a:gd name="connsiteX19" fmla="*/ 1119388 w 12190425"/>
                <a:gd name="connsiteY19" fmla="*/ 781560 h 1325235"/>
                <a:gd name="connsiteX20" fmla="*/ 2182485 w 12190425"/>
                <a:gd name="connsiteY20" fmla="*/ 359235 h 1325235"/>
                <a:gd name="connsiteX21" fmla="*/ 2455950 w 12190425"/>
                <a:gd name="connsiteY21" fmla="*/ 231130 h 1325235"/>
                <a:gd name="connsiteX22" fmla="*/ 2507428 w 12190425"/>
                <a:gd name="connsiteY22" fmla="*/ 207486 h 1325235"/>
                <a:gd name="connsiteX23" fmla="*/ 3328354 w 12190425"/>
                <a:gd name="connsiteY23" fmla="*/ 14514 h 1325235"/>
                <a:gd name="connsiteX24" fmla="*/ 3573414 w 12190425"/>
                <a:gd name="connsiteY24" fmla="*/ 330464 h 1325235"/>
                <a:gd name="connsiteX25" fmla="*/ 3496095 w 12190425"/>
                <a:gd name="connsiteY25" fmla="*/ 637665 h 1325235"/>
                <a:gd name="connsiteX26" fmla="*/ 3455686 w 12190425"/>
                <a:gd name="connsiteY26" fmla="*/ 759138 h 1325235"/>
                <a:gd name="connsiteX27" fmla="*/ 3465453 w 12190425"/>
                <a:gd name="connsiteY27" fmla="*/ 1096656 h 1325235"/>
                <a:gd name="connsiteX28" fmla="*/ 3945807 w 12190425"/>
                <a:gd name="connsiteY28" fmla="*/ 1118549 h 1325235"/>
                <a:gd name="connsiteX29" fmla="*/ 4404676 w 12190425"/>
                <a:gd name="connsiteY29" fmla="*/ 1108213 h 1325235"/>
                <a:gd name="connsiteX30" fmla="*/ 4521347 w 12190425"/>
                <a:gd name="connsiteY30" fmla="*/ 1158918 h 1325235"/>
                <a:gd name="connsiteX31" fmla="*/ 5001946 w 12190425"/>
                <a:gd name="connsiteY31" fmla="*/ 1309853 h 1325235"/>
                <a:gd name="connsiteX32" fmla="*/ 5495201 w 12190425"/>
                <a:gd name="connsiteY32" fmla="*/ 1189602 h 1325235"/>
                <a:gd name="connsiteX33" fmla="*/ 5961069 w 12190425"/>
                <a:gd name="connsiteY33" fmla="*/ 743552 h 1325235"/>
                <a:gd name="connsiteX34" fmla="*/ 6265950 w 12190425"/>
                <a:gd name="connsiteY34" fmla="*/ 419056 h 1325235"/>
                <a:gd name="connsiteX35" fmla="*/ 7580538 w 12190425"/>
                <a:gd name="connsiteY35" fmla="*/ 477533 h 1325235"/>
                <a:gd name="connsiteX36" fmla="*/ 7639585 w 12190425"/>
                <a:gd name="connsiteY36" fmla="*/ 504676 h 1325235"/>
                <a:gd name="connsiteX37" fmla="*/ 8578075 w 12190425"/>
                <a:gd name="connsiteY37" fmla="*/ 793565 h 1325235"/>
                <a:gd name="connsiteX38" fmla="*/ 9705347 w 12190425"/>
                <a:gd name="connsiteY38" fmla="*/ 512815 h 1325235"/>
                <a:gd name="connsiteX39" fmla="*/ 9897546 w 12190425"/>
                <a:gd name="connsiteY39" fmla="*/ 431793 h 1325235"/>
                <a:gd name="connsiteX40" fmla="*/ 10916734 w 12190425"/>
                <a:gd name="connsiteY40" fmla="*/ 94926 h 1325235"/>
                <a:gd name="connsiteX41" fmla="*/ 11599340 w 12190425"/>
                <a:gd name="connsiteY41" fmla="*/ 146526 h 1325235"/>
                <a:gd name="connsiteX42" fmla="*/ 12188430 w 12190425"/>
                <a:gd name="connsiteY42" fmla="*/ 496822 h 1325235"/>
                <a:gd name="connsiteX43" fmla="*/ 12188836 w 12190425"/>
                <a:gd name="connsiteY43" fmla="*/ 505450 h 1325235"/>
                <a:gd name="connsiteX44" fmla="*/ 12180210 w 12190425"/>
                <a:gd name="connsiteY44" fmla="*/ 505857 h 1325235"/>
                <a:gd name="connsiteX45" fmla="*/ 11595555 w 12190425"/>
                <a:gd name="connsiteY45" fmla="*/ 158165 h 1325235"/>
                <a:gd name="connsiteX46" fmla="*/ 10918565 w 12190425"/>
                <a:gd name="connsiteY46" fmla="*/ 107012 h 1325235"/>
                <a:gd name="connsiteX47" fmla="*/ 9902308 w 12190425"/>
                <a:gd name="connsiteY47" fmla="*/ 443065 h 1325235"/>
                <a:gd name="connsiteX48" fmla="*/ 9709987 w 12190425"/>
                <a:gd name="connsiteY48" fmla="*/ 524128 h 1325235"/>
                <a:gd name="connsiteX49" fmla="*/ 8653889 w 12190425"/>
                <a:gd name="connsiteY49" fmla="*/ 807971 h 1325235"/>
                <a:gd name="connsiteX50" fmla="*/ 8577343 w 12190425"/>
                <a:gd name="connsiteY50" fmla="*/ 805773 h 1325235"/>
                <a:gd name="connsiteX51" fmla="*/ 7634458 w 12190425"/>
                <a:gd name="connsiteY51" fmla="*/ 515786 h 1325235"/>
                <a:gd name="connsiteX52" fmla="*/ 7575410 w 12190425"/>
                <a:gd name="connsiteY52" fmla="*/ 488643 h 1325235"/>
                <a:gd name="connsiteX53" fmla="*/ 6274008 w 12190425"/>
                <a:gd name="connsiteY53" fmla="*/ 428253 h 1325235"/>
                <a:gd name="connsiteX54" fmla="*/ 5970347 w 12190425"/>
                <a:gd name="connsiteY54" fmla="*/ 751528 h 1325235"/>
                <a:gd name="connsiteX55" fmla="*/ 5501712 w 12190425"/>
                <a:gd name="connsiteY55" fmla="*/ 1199938 h 1325235"/>
                <a:gd name="connsiteX56" fmla="*/ 5071818 w 12190425"/>
                <a:gd name="connsiteY56" fmla="*/ 1325113 h 132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2190425" h="1325235">
                  <a:moveTo>
                    <a:pt x="5071818" y="1325235"/>
                  </a:moveTo>
                  <a:cubicBezTo>
                    <a:pt x="5048256" y="1325235"/>
                    <a:pt x="5024612" y="1324218"/>
                    <a:pt x="5000888" y="1322143"/>
                  </a:cubicBezTo>
                  <a:cubicBezTo>
                    <a:pt x="4825048" y="1306842"/>
                    <a:pt x="4675130" y="1240469"/>
                    <a:pt x="4516382" y="1170190"/>
                  </a:cubicBezTo>
                  <a:cubicBezTo>
                    <a:pt x="4478414" y="1153384"/>
                    <a:pt x="4439185" y="1136007"/>
                    <a:pt x="4399955" y="1119567"/>
                  </a:cubicBezTo>
                  <a:cubicBezTo>
                    <a:pt x="4220453" y="1044404"/>
                    <a:pt x="4090679" y="1047172"/>
                    <a:pt x="3952034" y="1129130"/>
                  </a:cubicBezTo>
                  <a:cubicBezTo>
                    <a:pt x="3874430" y="1174992"/>
                    <a:pt x="3780996" y="1203316"/>
                    <a:pt x="3691997" y="1203316"/>
                  </a:cubicBezTo>
                  <a:cubicBezTo>
                    <a:pt x="3601778" y="1203316"/>
                    <a:pt x="3516158" y="1174219"/>
                    <a:pt x="3456215" y="1104713"/>
                  </a:cubicBezTo>
                  <a:cubicBezTo>
                    <a:pt x="3369536" y="1004199"/>
                    <a:pt x="3414341" y="854647"/>
                    <a:pt x="3444007" y="755679"/>
                  </a:cubicBezTo>
                  <a:cubicBezTo>
                    <a:pt x="3456174" y="714984"/>
                    <a:pt x="3470621" y="673680"/>
                    <a:pt x="3484579" y="633677"/>
                  </a:cubicBezTo>
                  <a:cubicBezTo>
                    <a:pt x="3518884" y="535401"/>
                    <a:pt x="3554369" y="433787"/>
                    <a:pt x="3561247" y="329691"/>
                  </a:cubicBezTo>
                  <a:cubicBezTo>
                    <a:pt x="3566293" y="253593"/>
                    <a:pt x="3546800" y="185308"/>
                    <a:pt x="3504967" y="132243"/>
                  </a:cubicBezTo>
                  <a:cubicBezTo>
                    <a:pt x="3463784" y="79991"/>
                    <a:pt x="3401766" y="43407"/>
                    <a:pt x="3325708" y="26438"/>
                  </a:cubicBezTo>
                  <a:cubicBezTo>
                    <a:pt x="3058673" y="-33098"/>
                    <a:pt x="2755867" y="106442"/>
                    <a:pt x="2512556" y="218555"/>
                  </a:cubicBezTo>
                  <a:cubicBezTo>
                    <a:pt x="2495098" y="226613"/>
                    <a:pt x="2477884" y="234507"/>
                    <a:pt x="2461037" y="242239"/>
                  </a:cubicBezTo>
                  <a:cubicBezTo>
                    <a:pt x="2370858" y="283422"/>
                    <a:pt x="2277750" y="327575"/>
                    <a:pt x="2187734" y="370304"/>
                  </a:cubicBezTo>
                  <a:cubicBezTo>
                    <a:pt x="1843379" y="533610"/>
                    <a:pt x="1487305" y="702491"/>
                    <a:pt x="1122358" y="793443"/>
                  </a:cubicBezTo>
                  <a:cubicBezTo>
                    <a:pt x="708783" y="896521"/>
                    <a:pt x="342941" y="881668"/>
                    <a:pt x="3877" y="748069"/>
                  </a:cubicBezTo>
                  <a:cubicBezTo>
                    <a:pt x="743" y="746848"/>
                    <a:pt x="-803" y="743308"/>
                    <a:pt x="418" y="740133"/>
                  </a:cubicBezTo>
                  <a:cubicBezTo>
                    <a:pt x="1638" y="737000"/>
                    <a:pt x="5179" y="735454"/>
                    <a:pt x="8353" y="736674"/>
                  </a:cubicBezTo>
                  <a:cubicBezTo>
                    <a:pt x="344976" y="869338"/>
                    <a:pt x="708376" y="884028"/>
                    <a:pt x="1119388" y="781560"/>
                  </a:cubicBezTo>
                  <a:cubicBezTo>
                    <a:pt x="1483154" y="690893"/>
                    <a:pt x="1838699" y="522297"/>
                    <a:pt x="2182485" y="359235"/>
                  </a:cubicBezTo>
                  <a:cubicBezTo>
                    <a:pt x="2272541" y="316506"/>
                    <a:pt x="2365690" y="272353"/>
                    <a:pt x="2455950" y="231130"/>
                  </a:cubicBezTo>
                  <a:cubicBezTo>
                    <a:pt x="2472797" y="223438"/>
                    <a:pt x="2489970" y="215544"/>
                    <a:pt x="2507428" y="207486"/>
                  </a:cubicBezTo>
                  <a:cubicBezTo>
                    <a:pt x="2752408" y="94600"/>
                    <a:pt x="3057289" y="-45876"/>
                    <a:pt x="3328354" y="14514"/>
                  </a:cubicBezTo>
                  <a:cubicBezTo>
                    <a:pt x="3489991" y="50528"/>
                    <a:pt x="3583913" y="171594"/>
                    <a:pt x="3573414" y="330464"/>
                  </a:cubicBezTo>
                  <a:cubicBezTo>
                    <a:pt x="3566415" y="436188"/>
                    <a:pt x="3530685" y="538615"/>
                    <a:pt x="3496095" y="637665"/>
                  </a:cubicBezTo>
                  <a:cubicBezTo>
                    <a:pt x="3482178" y="677505"/>
                    <a:pt x="3467813" y="718728"/>
                    <a:pt x="3455686" y="759138"/>
                  </a:cubicBezTo>
                  <a:cubicBezTo>
                    <a:pt x="3418980" y="881627"/>
                    <a:pt x="3389517" y="1008593"/>
                    <a:pt x="3465453" y="1096656"/>
                  </a:cubicBezTo>
                  <a:cubicBezTo>
                    <a:pt x="3580088" y="1229645"/>
                    <a:pt x="3793896" y="1208321"/>
                    <a:pt x="3945807" y="1118549"/>
                  </a:cubicBezTo>
                  <a:cubicBezTo>
                    <a:pt x="4088237" y="1034394"/>
                    <a:pt x="4221145" y="1031382"/>
                    <a:pt x="4404676" y="1108213"/>
                  </a:cubicBezTo>
                  <a:cubicBezTo>
                    <a:pt x="4444028" y="1124694"/>
                    <a:pt x="4483338" y="1142111"/>
                    <a:pt x="4521347" y="1158918"/>
                  </a:cubicBezTo>
                  <a:cubicBezTo>
                    <a:pt x="4679118" y="1228790"/>
                    <a:pt x="4828141" y="1294755"/>
                    <a:pt x="5001946" y="1309853"/>
                  </a:cubicBezTo>
                  <a:cubicBezTo>
                    <a:pt x="5176117" y="1324991"/>
                    <a:pt x="5346707" y="1283402"/>
                    <a:pt x="5495201" y="1189602"/>
                  </a:cubicBezTo>
                  <a:cubicBezTo>
                    <a:pt x="5678406" y="1073867"/>
                    <a:pt x="5822098" y="905963"/>
                    <a:pt x="5961069" y="743552"/>
                  </a:cubicBezTo>
                  <a:cubicBezTo>
                    <a:pt x="6056497" y="632009"/>
                    <a:pt x="6155180" y="516722"/>
                    <a:pt x="6265950" y="419056"/>
                  </a:cubicBezTo>
                  <a:cubicBezTo>
                    <a:pt x="6673585" y="59685"/>
                    <a:pt x="7155404" y="281672"/>
                    <a:pt x="7580538" y="477533"/>
                  </a:cubicBezTo>
                  <a:cubicBezTo>
                    <a:pt x="7600315" y="486649"/>
                    <a:pt x="7620011" y="495724"/>
                    <a:pt x="7639585" y="504676"/>
                  </a:cubicBezTo>
                  <a:cubicBezTo>
                    <a:pt x="7948698" y="646211"/>
                    <a:pt x="8253051" y="774805"/>
                    <a:pt x="8578075" y="793565"/>
                  </a:cubicBezTo>
                  <a:cubicBezTo>
                    <a:pt x="8972485" y="816313"/>
                    <a:pt x="9361806" y="655082"/>
                    <a:pt x="9705347" y="512815"/>
                  </a:cubicBezTo>
                  <a:cubicBezTo>
                    <a:pt x="9769318" y="486323"/>
                    <a:pt x="9834511" y="458610"/>
                    <a:pt x="9897546" y="431793"/>
                  </a:cubicBezTo>
                  <a:cubicBezTo>
                    <a:pt x="10223915" y="292985"/>
                    <a:pt x="10561392" y="149456"/>
                    <a:pt x="10916734" y="94926"/>
                  </a:cubicBezTo>
                  <a:cubicBezTo>
                    <a:pt x="11152680" y="58708"/>
                    <a:pt x="11382358" y="76044"/>
                    <a:pt x="11599340" y="146526"/>
                  </a:cubicBezTo>
                  <a:cubicBezTo>
                    <a:pt x="11809281" y="214730"/>
                    <a:pt x="12007502" y="332580"/>
                    <a:pt x="12188430" y="496822"/>
                  </a:cubicBezTo>
                  <a:cubicBezTo>
                    <a:pt x="12190912" y="499101"/>
                    <a:pt x="12191115" y="502967"/>
                    <a:pt x="12188836" y="505450"/>
                  </a:cubicBezTo>
                  <a:cubicBezTo>
                    <a:pt x="12186557" y="507932"/>
                    <a:pt x="12182691" y="508135"/>
                    <a:pt x="12180210" y="505857"/>
                  </a:cubicBezTo>
                  <a:cubicBezTo>
                    <a:pt x="12000544" y="342795"/>
                    <a:pt x="11803829" y="225799"/>
                    <a:pt x="11595555" y="158165"/>
                  </a:cubicBezTo>
                  <a:cubicBezTo>
                    <a:pt x="11380405" y="88293"/>
                    <a:pt x="11152639" y="71079"/>
                    <a:pt x="10918565" y="107012"/>
                  </a:cubicBezTo>
                  <a:cubicBezTo>
                    <a:pt x="10564729" y="161339"/>
                    <a:pt x="10227984" y="304542"/>
                    <a:pt x="9902308" y="443065"/>
                  </a:cubicBezTo>
                  <a:cubicBezTo>
                    <a:pt x="9839232" y="469883"/>
                    <a:pt x="9774039" y="497636"/>
                    <a:pt x="9709987" y="524128"/>
                  </a:cubicBezTo>
                  <a:cubicBezTo>
                    <a:pt x="9387444" y="657728"/>
                    <a:pt x="9024573" y="807971"/>
                    <a:pt x="8653889" y="807971"/>
                  </a:cubicBezTo>
                  <a:cubicBezTo>
                    <a:pt x="8628415" y="807971"/>
                    <a:pt x="8602899" y="807279"/>
                    <a:pt x="8577343" y="805773"/>
                  </a:cubicBezTo>
                  <a:cubicBezTo>
                    <a:pt x="8250161" y="786891"/>
                    <a:pt x="7944629" y="657850"/>
                    <a:pt x="7634458" y="515786"/>
                  </a:cubicBezTo>
                  <a:cubicBezTo>
                    <a:pt x="7614883" y="506833"/>
                    <a:pt x="7595228" y="497758"/>
                    <a:pt x="7575410" y="488643"/>
                  </a:cubicBezTo>
                  <a:cubicBezTo>
                    <a:pt x="7153695" y="294328"/>
                    <a:pt x="6675700" y="74131"/>
                    <a:pt x="6274008" y="428253"/>
                  </a:cubicBezTo>
                  <a:cubicBezTo>
                    <a:pt x="6163889" y="525308"/>
                    <a:pt x="6065490" y="640310"/>
                    <a:pt x="5970347" y="751528"/>
                  </a:cubicBezTo>
                  <a:cubicBezTo>
                    <a:pt x="5830806" y="914590"/>
                    <a:pt x="5686505" y="1083227"/>
                    <a:pt x="5501712" y="1199938"/>
                  </a:cubicBezTo>
                  <a:cubicBezTo>
                    <a:pt x="5371165" y="1282384"/>
                    <a:pt x="5223811" y="1325113"/>
                    <a:pt x="5071818" y="1325113"/>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50" name="Freeform: Shape 49">
              <a:extLst>
                <a:ext uri="{FF2B5EF4-FFF2-40B4-BE49-F238E27FC236}">
                  <a16:creationId xmlns:a16="http://schemas.microsoft.com/office/drawing/2014/main" id="{04AC4155-49E5-D261-74A3-D8FB3C326391}"/>
                </a:ext>
              </a:extLst>
            </p:cNvPr>
            <p:cNvSpPr/>
            <p:nvPr/>
          </p:nvSpPr>
          <p:spPr>
            <a:xfrm>
              <a:off x="2495" y="2453638"/>
              <a:ext cx="12190050" cy="1344944"/>
            </a:xfrm>
            <a:custGeom>
              <a:avLst/>
              <a:gdLst>
                <a:gd name="connsiteX0" fmla="*/ 5063493 w 12190050"/>
                <a:gd name="connsiteY0" fmla="*/ 1344944 h 1344944"/>
                <a:gd name="connsiteX1" fmla="*/ 4973030 w 12190050"/>
                <a:gd name="connsiteY1" fmla="*/ 1339613 h 1344944"/>
                <a:gd name="connsiteX2" fmla="*/ 4487751 w 12190050"/>
                <a:gd name="connsiteY2" fmla="*/ 1168697 h 1344944"/>
                <a:gd name="connsiteX3" fmla="*/ 4344954 w 12190050"/>
                <a:gd name="connsiteY3" fmla="*/ 1100901 h 1344944"/>
                <a:gd name="connsiteX4" fmla="*/ 3931297 w 12190050"/>
                <a:gd name="connsiteY4" fmla="*/ 1114045 h 1344944"/>
                <a:gd name="connsiteX5" fmla="*/ 3445001 w 12190050"/>
                <a:gd name="connsiteY5" fmla="*/ 1106150 h 1344944"/>
                <a:gd name="connsiteX6" fmla="*/ 3443291 w 12190050"/>
                <a:gd name="connsiteY6" fmla="*/ 768388 h 1344944"/>
                <a:gd name="connsiteX7" fmla="*/ 3488747 w 12190050"/>
                <a:gd name="connsiteY7" fmla="*/ 647892 h 1344944"/>
                <a:gd name="connsiteX8" fmla="*/ 3577298 w 12190050"/>
                <a:gd name="connsiteY8" fmla="*/ 349481 h 1344944"/>
                <a:gd name="connsiteX9" fmla="*/ 3526023 w 12190050"/>
                <a:gd name="connsiteY9" fmla="*/ 142266 h 1344944"/>
                <a:gd name="connsiteX10" fmla="*/ 3341230 w 12190050"/>
                <a:gd name="connsiteY10" fmla="*/ 28811 h 1344944"/>
                <a:gd name="connsiteX11" fmla="*/ 2532717 w 12190050"/>
                <a:gd name="connsiteY11" fmla="*/ 210429 h 1344944"/>
                <a:gd name="connsiteX12" fmla="*/ 2488604 w 12190050"/>
                <a:gd name="connsiteY12" fmla="*/ 230451 h 1344944"/>
                <a:gd name="connsiteX13" fmla="*/ 2193571 w 12190050"/>
                <a:gd name="connsiteY13" fmla="*/ 367753 h 1344944"/>
                <a:gd name="connsiteX14" fmla="*/ 1123474 w 12190050"/>
                <a:gd name="connsiteY14" fmla="*/ 788898 h 1344944"/>
                <a:gd name="connsiteX15" fmla="*/ 3731 w 12190050"/>
                <a:gd name="connsiteY15" fmla="*/ 727694 h 1344944"/>
                <a:gd name="connsiteX16" fmla="*/ 476 w 12190050"/>
                <a:gd name="connsiteY16" fmla="*/ 719718 h 1344944"/>
                <a:gd name="connsiteX17" fmla="*/ 8452 w 12190050"/>
                <a:gd name="connsiteY17" fmla="*/ 716462 h 1344944"/>
                <a:gd name="connsiteX18" fmla="*/ 1120626 w 12190050"/>
                <a:gd name="connsiteY18" fmla="*/ 777056 h 1344944"/>
                <a:gd name="connsiteX19" fmla="*/ 2188362 w 12190050"/>
                <a:gd name="connsiteY19" fmla="*/ 356725 h 1344944"/>
                <a:gd name="connsiteX20" fmla="*/ 2483599 w 12190050"/>
                <a:gd name="connsiteY20" fmla="*/ 219341 h 1344944"/>
                <a:gd name="connsiteX21" fmla="*/ 2527671 w 12190050"/>
                <a:gd name="connsiteY21" fmla="*/ 199360 h 1344944"/>
                <a:gd name="connsiteX22" fmla="*/ 3344120 w 12190050"/>
                <a:gd name="connsiteY22" fmla="*/ 17009 h 1344944"/>
                <a:gd name="connsiteX23" fmla="*/ 3589424 w 12190050"/>
                <a:gd name="connsiteY23" fmla="*/ 350906 h 1344944"/>
                <a:gd name="connsiteX24" fmla="*/ 3500101 w 12190050"/>
                <a:gd name="connsiteY24" fmla="*/ 652450 h 1344944"/>
                <a:gd name="connsiteX25" fmla="*/ 3454849 w 12190050"/>
                <a:gd name="connsiteY25" fmla="*/ 772417 h 1344944"/>
                <a:gd name="connsiteX26" fmla="*/ 3454198 w 12190050"/>
                <a:gd name="connsiteY26" fmla="*/ 1098134 h 1344944"/>
                <a:gd name="connsiteX27" fmla="*/ 3924298 w 12190050"/>
                <a:gd name="connsiteY27" fmla="*/ 1104116 h 1344944"/>
                <a:gd name="connsiteX28" fmla="*/ 4132123 w 12190050"/>
                <a:gd name="connsiteY28" fmla="*/ 1033267 h 1344944"/>
                <a:gd name="connsiteX29" fmla="*/ 4349960 w 12190050"/>
                <a:gd name="connsiteY29" fmla="*/ 1089832 h 1344944"/>
                <a:gd name="connsiteX30" fmla="*/ 4493122 w 12190050"/>
                <a:gd name="connsiteY30" fmla="*/ 1157791 h 1344944"/>
                <a:gd name="connsiteX31" fmla="*/ 4974495 w 12190050"/>
                <a:gd name="connsiteY31" fmla="*/ 1327568 h 1344944"/>
                <a:gd name="connsiteX32" fmla="*/ 5450536 w 12190050"/>
                <a:gd name="connsiteY32" fmla="*/ 1219972 h 1344944"/>
                <a:gd name="connsiteX33" fmla="*/ 5915142 w 12190050"/>
                <a:gd name="connsiteY33" fmla="*/ 749465 h 1344944"/>
                <a:gd name="connsiteX34" fmla="*/ 6184375 w 12190050"/>
                <a:gd name="connsiteY34" fmla="*/ 437178 h 1344944"/>
                <a:gd name="connsiteX35" fmla="*/ 6845657 w 12190050"/>
                <a:gd name="connsiteY35" fmla="*/ 218324 h 1344944"/>
                <a:gd name="connsiteX36" fmla="*/ 7486551 w 12190050"/>
                <a:gd name="connsiteY36" fmla="*/ 456100 h 1344944"/>
                <a:gd name="connsiteX37" fmla="*/ 7574410 w 12190050"/>
                <a:gd name="connsiteY37" fmla="*/ 498382 h 1344944"/>
                <a:gd name="connsiteX38" fmla="*/ 8542241 w 12190050"/>
                <a:gd name="connsiteY38" fmla="*/ 805908 h 1344944"/>
                <a:gd name="connsiteX39" fmla="*/ 9651119 w 12190050"/>
                <a:gd name="connsiteY39" fmla="*/ 519909 h 1344944"/>
                <a:gd name="connsiteX40" fmla="*/ 9667804 w 12190050"/>
                <a:gd name="connsiteY40" fmla="*/ 512828 h 1344944"/>
                <a:gd name="connsiteX41" fmla="*/ 9847917 w 12190050"/>
                <a:gd name="connsiteY41" fmla="*/ 435346 h 1344944"/>
                <a:gd name="connsiteX42" fmla="*/ 10882853 w 12190050"/>
                <a:gd name="connsiteY42" fmla="*/ 84765 h 1344944"/>
                <a:gd name="connsiteX43" fmla="*/ 11509585 w 12190050"/>
                <a:gd name="connsiteY43" fmla="*/ 106293 h 1344944"/>
                <a:gd name="connsiteX44" fmla="*/ 12188162 w 12190050"/>
                <a:gd name="connsiteY44" fmla="*/ 510102 h 1344944"/>
                <a:gd name="connsiteX45" fmla="*/ 12188365 w 12190050"/>
                <a:gd name="connsiteY45" fmla="*/ 518729 h 1344944"/>
                <a:gd name="connsiteX46" fmla="*/ 12179739 w 12190050"/>
                <a:gd name="connsiteY46" fmla="*/ 518932 h 1344944"/>
                <a:gd name="connsiteX47" fmla="*/ 11506451 w 12190050"/>
                <a:gd name="connsiteY47" fmla="*/ 118053 h 1344944"/>
                <a:gd name="connsiteX48" fmla="*/ 10884847 w 12190050"/>
                <a:gd name="connsiteY48" fmla="*/ 96770 h 1344944"/>
                <a:gd name="connsiteX49" fmla="*/ 9852800 w 12190050"/>
                <a:gd name="connsiteY49" fmla="*/ 446497 h 1344944"/>
                <a:gd name="connsiteX50" fmla="*/ 9672565 w 12190050"/>
                <a:gd name="connsiteY50" fmla="*/ 524019 h 1344944"/>
                <a:gd name="connsiteX51" fmla="*/ 9655880 w 12190050"/>
                <a:gd name="connsiteY51" fmla="*/ 531100 h 1344944"/>
                <a:gd name="connsiteX52" fmla="*/ 9113345 w 12190050"/>
                <a:gd name="connsiteY52" fmla="*/ 737949 h 1344944"/>
                <a:gd name="connsiteX53" fmla="*/ 8541591 w 12190050"/>
                <a:gd name="connsiteY53" fmla="*/ 818035 h 1344944"/>
                <a:gd name="connsiteX54" fmla="*/ 7569201 w 12190050"/>
                <a:gd name="connsiteY54" fmla="*/ 509328 h 1344944"/>
                <a:gd name="connsiteX55" fmla="*/ 7481302 w 12190050"/>
                <a:gd name="connsiteY55" fmla="*/ 467006 h 1344944"/>
                <a:gd name="connsiteX56" fmla="*/ 6843745 w 12190050"/>
                <a:gd name="connsiteY56" fmla="*/ 230288 h 1344944"/>
                <a:gd name="connsiteX57" fmla="*/ 6192962 w 12190050"/>
                <a:gd name="connsiteY57" fmla="*/ 445805 h 1344944"/>
                <a:gd name="connsiteX58" fmla="*/ 5924787 w 12190050"/>
                <a:gd name="connsiteY58" fmla="*/ 756953 h 1344944"/>
                <a:gd name="connsiteX59" fmla="*/ 5457169 w 12190050"/>
                <a:gd name="connsiteY59" fmla="*/ 1230187 h 1344944"/>
                <a:gd name="connsiteX60" fmla="*/ 5063615 w 12190050"/>
                <a:gd name="connsiteY60" fmla="*/ 1344944 h 1344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2190050" h="1344944">
                  <a:moveTo>
                    <a:pt x="5063493" y="1344944"/>
                  </a:moveTo>
                  <a:cubicBezTo>
                    <a:pt x="5033583" y="1344944"/>
                    <a:pt x="5003387" y="1343194"/>
                    <a:pt x="4973030" y="1339613"/>
                  </a:cubicBezTo>
                  <a:cubicBezTo>
                    <a:pt x="4795481" y="1318819"/>
                    <a:pt x="4646011" y="1245895"/>
                    <a:pt x="4487751" y="1168697"/>
                  </a:cubicBezTo>
                  <a:cubicBezTo>
                    <a:pt x="4441278" y="1146031"/>
                    <a:pt x="4393218" y="1122591"/>
                    <a:pt x="4344954" y="1100901"/>
                  </a:cubicBezTo>
                  <a:cubicBezTo>
                    <a:pt x="4200246" y="1035872"/>
                    <a:pt x="4074500" y="1013246"/>
                    <a:pt x="3931297" y="1114045"/>
                  </a:cubicBezTo>
                  <a:cubicBezTo>
                    <a:pt x="3787646" y="1215170"/>
                    <a:pt x="3568386" y="1246790"/>
                    <a:pt x="3445001" y="1106150"/>
                  </a:cubicBezTo>
                  <a:cubicBezTo>
                    <a:pt x="3360397" y="1009705"/>
                    <a:pt x="3410248" y="864508"/>
                    <a:pt x="3443291" y="768388"/>
                  </a:cubicBezTo>
                  <a:cubicBezTo>
                    <a:pt x="3457128" y="728141"/>
                    <a:pt x="3473202" y="687366"/>
                    <a:pt x="3488747" y="647892"/>
                  </a:cubicBezTo>
                  <a:cubicBezTo>
                    <a:pt x="3526593" y="551813"/>
                    <a:pt x="3565741" y="452479"/>
                    <a:pt x="3577298" y="349481"/>
                  </a:cubicBezTo>
                  <a:cubicBezTo>
                    <a:pt x="3586169" y="270209"/>
                    <a:pt x="3568467" y="198546"/>
                    <a:pt x="3526023" y="142266"/>
                  </a:cubicBezTo>
                  <a:cubicBezTo>
                    <a:pt x="3484556" y="87248"/>
                    <a:pt x="3420665" y="48018"/>
                    <a:pt x="3341230" y="28811"/>
                  </a:cubicBezTo>
                  <a:cubicBezTo>
                    <a:pt x="3074317" y="-35771"/>
                    <a:pt x="2773993" y="100717"/>
                    <a:pt x="2532717" y="210429"/>
                  </a:cubicBezTo>
                  <a:cubicBezTo>
                    <a:pt x="2517823" y="217184"/>
                    <a:pt x="2503091" y="223899"/>
                    <a:pt x="2488604" y="230451"/>
                  </a:cubicBezTo>
                  <a:cubicBezTo>
                    <a:pt x="2391345" y="274360"/>
                    <a:pt x="2290789" y="321850"/>
                    <a:pt x="2193571" y="367753"/>
                  </a:cubicBezTo>
                  <a:cubicBezTo>
                    <a:pt x="1847507" y="531141"/>
                    <a:pt x="1489682" y="700103"/>
                    <a:pt x="1123474" y="788898"/>
                  </a:cubicBezTo>
                  <a:cubicBezTo>
                    <a:pt x="708515" y="889494"/>
                    <a:pt x="342226" y="869473"/>
                    <a:pt x="3731" y="727694"/>
                  </a:cubicBezTo>
                  <a:cubicBezTo>
                    <a:pt x="638" y="726392"/>
                    <a:pt x="-827" y="722811"/>
                    <a:pt x="476" y="719718"/>
                  </a:cubicBezTo>
                  <a:cubicBezTo>
                    <a:pt x="1778" y="716625"/>
                    <a:pt x="5359" y="715160"/>
                    <a:pt x="8452" y="716462"/>
                  </a:cubicBezTo>
                  <a:cubicBezTo>
                    <a:pt x="344464" y="857224"/>
                    <a:pt x="708271" y="877042"/>
                    <a:pt x="1120626" y="777056"/>
                  </a:cubicBezTo>
                  <a:cubicBezTo>
                    <a:pt x="1485613" y="688546"/>
                    <a:pt x="1842868" y="519868"/>
                    <a:pt x="2188362" y="356725"/>
                  </a:cubicBezTo>
                  <a:cubicBezTo>
                    <a:pt x="2285662" y="310781"/>
                    <a:pt x="2386258" y="263291"/>
                    <a:pt x="2483599" y="219341"/>
                  </a:cubicBezTo>
                  <a:cubicBezTo>
                    <a:pt x="2498086" y="212789"/>
                    <a:pt x="2512777" y="206116"/>
                    <a:pt x="2527671" y="199360"/>
                  </a:cubicBezTo>
                  <a:cubicBezTo>
                    <a:pt x="2770656" y="88916"/>
                    <a:pt x="3073096" y="-48549"/>
                    <a:pt x="3344120" y="17009"/>
                  </a:cubicBezTo>
                  <a:cubicBezTo>
                    <a:pt x="3513896" y="58070"/>
                    <a:pt x="3607900" y="186013"/>
                    <a:pt x="3589424" y="350906"/>
                  </a:cubicBezTo>
                  <a:cubicBezTo>
                    <a:pt x="3577705" y="455531"/>
                    <a:pt x="3538272" y="555638"/>
                    <a:pt x="3500101" y="652450"/>
                  </a:cubicBezTo>
                  <a:cubicBezTo>
                    <a:pt x="3484596" y="691761"/>
                    <a:pt x="3468603" y="732414"/>
                    <a:pt x="3454849" y="772417"/>
                  </a:cubicBezTo>
                  <a:cubicBezTo>
                    <a:pt x="3422741" y="865851"/>
                    <a:pt x="3374274" y="1007019"/>
                    <a:pt x="3454198" y="1098134"/>
                  </a:cubicBezTo>
                  <a:cubicBezTo>
                    <a:pt x="3572862" y="1233401"/>
                    <a:pt x="3784961" y="1202148"/>
                    <a:pt x="3924298" y="1104116"/>
                  </a:cubicBezTo>
                  <a:cubicBezTo>
                    <a:pt x="3992298" y="1056259"/>
                    <a:pt x="4060460" y="1033104"/>
                    <a:pt x="4132123" y="1033267"/>
                  </a:cubicBezTo>
                  <a:cubicBezTo>
                    <a:pt x="4195281" y="1033430"/>
                    <a:pt x="4264461" y="1051417"/>
                    <a:pt x="4349960" y="1089832"/>
                  </a:cubicBezTo>
                  <a:cubicBezTo>
                    <a:pt x="4398426" y="1111604"/>
                    <a:pt x="4446568" y="1135084"/>
                    <a:pt x="4493122" y="1157791"/>
                  </a:cubicBezTo>
                  <a:cubicBezTo>
                    <a:pt x="4650405" y="1234541"/>
                    <a:pt x="4798980" y="1307017"/>
                    <a:pt x="4974495" y="1327568"/>
                  </a:cubicBezTo>
                  <a:cubicBezTo>
                    <a:pt x="5144718" y="1347508"/>
                    <a:pt x="5309327" y="1310314"/>
                    <a:pt x="5450536" y="1219972"/>
                  </a:cubicBezTo>
                  <a:cubicBezTo>
                    <a:pt x="5636997" y="1100738"/>
                    <a:pt x="5778369" y="922172"/>
                    <a:pt x="5915142" y="749465"/>
                  </a:cubicBezTo>
                  <a:cubicBezTo>
                    <a:pt x="5999745" y="642602"/>
                    <a:pt x="6087279" y="532077"/>
                    <a:pt x="6184375" y="437178"/>
                  </a:cubicBezTo>
                  <a:cubicBezTo>
                    <a:pt x="6371813" y="253891"/>
                    <a:pt x="6600474" y="178240"/>
                    <a:pt x="6845657" y="218324"/>
                  </a:cubicBezTo>
                  <a:cubicBezTo>
                    <a:pt x="7071348" y="255234"/>
                    <a:pt x="7282429" y="357376"/>
                    <a:pt x="7486551" y="456100"/>
                  </a:cubicBezTo>
                  <a:cubicBezTo>
                    <a:pt x="7515403" y="470058"/>
                    <a:pt x="7545191" y="484464"/>
                    <a:pt x="7574410" y="498382"/>
                  </a:cubicBezTo>
                  <a:cubicBezTo>
                    <a:pt x="7892314" y="649846"/>
                    <a:pt x="8205537" y="787352"/>
                    <a:pt x="8542241" y="805908"/>
                  </a:cubicBezTo>
                  <a:cubicBezTo>
                    <a:pt x="8926476" y="827110"/>
                    <a:pt x="9294922" y="670925"/>
                    <a:pt x="9651119" y="519909"/>
                  </a:cubicBezTo>
                  <a:lnTo>
                    <a:pt x="9667804" y="512828"/>
                  </a:lnTo>
                  <a:cubicBezTo>
                    <a:pt x="9727787" y="487394"/>
                    <a:pt x="9788870" y="460943"/>
                    <a:pt x="9847917" y="435346"/>
                  </a:cubicBezTo>
                  <a:cubicBezTo>
                    <a:pt x="10178964" y="291940"/>
                    <a:pt x="10521244" y="143609"/>
                    <a:pt x="10882853" y="84765"/>
                  </a:cubicBezTo>
                  <a:cubicBezTo>
                    <a:pt x="11108706" y="48018"/>
                    <a:pt x="11319543" y="55262"/>
                    <a:pt x="11509585" y="106293"/>
                  </a:cubicBezTo>
                  <a:cubicBezTo>
                    <a:pt x="11745409" y="169613"/>
                    <a:pt x="11973703" y="305491"/>
                    <a:pt x="12188162" y="510102"/>
                  </a:cubicBezTo>
                  <a:cubicBezTo>
                    <a:pt x="12190604" y="512421"/>
                    <a:pt x="12190685" y="516287"/>
                    <a:pt x="12188365" y="518729"/>
                  </a:cubicBezTo>
                  <a:cubicBezTo>
                    <a:pt x="12186046" y="521170"/>
                    <a:pt x="12182180" y="521252"/>
                    <a:pt x="12179739" y="518932"/>
                  </a:cubicBezTo>
                  <a:cubicBezTo>
                    <a:pt x="11966785" y="315746"/>
                    <a:pt x="11740281" y="180844"/>
                    <a:pt x="11506451" y="118053"/>
                  </a:cubicBezTo>
                  <a:cubicBezTo>
                    <a:pt x="11318119" y="67470"/>
                    <a:pt x="11108991" y="60308"/>
                    <a:pt x="10884847" y="96770"/>
                  </a:cubicBezTo>
                  <a:cubicBezTo>
                    <a:pt x="10524743" y="155370"/>
                    <a:pt x="10183156" y="303375"/>
                    <a:pt x="9852800" y="446497"/>
                  </a:cubicBezTo>
                  <a:cubicBezTo>
                    <a:pt x="9793712" y="472093"/>
                    <a:pt x="9732630" y="498585"/>
                    <a:pt x="9672565" y="524019"/>
                  </a:cubicBezTo>
                  <a:lnTo>
                    <a:pt x="9655880" y="531100"/>
                  </a:lnTo>
                  <a:cubicBezTo>
                    <a:pt x="9480813" y="605326"/>
                    <a:pt x="9299765" y="682076"/>
                    <a:pt x="9113345" y="737949"/>
                  </a:cubicBezTo>
                  <a:cubicBezTo>
                    <a:pt x="8901816" y="801351"/>
                    <a:pt x="8714785" y="827558"/>
                    <a:pt x="8541591" y="818035"/>
                  </a:cubicBezTo>
                  <a:cubicBezTo>
                    <a:pt x="8202689" y="799356"/>
                    <a:pt x="7888244" y="661362"/>
                    <a:pt x="7569201" y="509328"/>
                  </a:cubicBezTo>
                  <a:cubicBezTo>
                    <a:pt x="7539982" y="495411"/>
                    <a:pt x="7510154" y="480965"/>
                    <a:pt x="7481302" y="467006"/>
                  </a:cubicBezTo>
                  <a:cubicBezTo>
                    <a:pt x="7277953" y="368648"/>
                    <a:pt x="7067685" y="266913"/>
                    <a:pt x="6843745" y="230288"/>
                  </a:cubicBezTo>
                  <a:cubicBezTo>
                    <a:pt x="6602550" y="190814"/>
                    <a:pt x="6377551" y="265366"/>
                    <a:pt x="6192962" y="445805"/>
                  </a:cubicBezTo>
                  <a:cubicBezTo>
                    <a:pt x="6096435" y="540175"/>
                    <a:pt x="6009187" y="650375"/>
                    <a:pt x="5924787" y="756953"/>
                  </a:cubicBezTo>
                  <a:cubicBezTo>
                    <a:pt x="5787403" y="930433"/>
                    <a:pt x="5645339" y="1109854"/>
                    <a:pt x="5457169" y="1230187"/>
                  </a:cubicBezTo>
                  <a:cubicBezTo>
                    <a:pt x="5338749" y="1305919"/>
                    <a:pt x="5204173" y="1344944"/>
                    <a:pt x="5063615" y="1344944"/>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sp>
          <p:nvSpPr>
            <p:cNvPr id="51" name="Freeform: Shape 50">
              <a:extLst>
                <a:ext uri="{FF2B5EF4-FFF2-40B4-BE49-F238E27FC236}">
                  <a16:creationId xmlns:a16="http://schemas.microsoft.com/office/drawing/2014/main" id="{54B0B776-B857-36EB-961D-6E1B03E32FFE}"/>
                </a:ext>
              </a:extLst>
            </p:cNvPr>
            <p:cNvSpPr/>
            <p:nvPr/>
          </p:nvSpPr>
          <p:spPr>
            <a:xfrm>
              <a:off x="2880" y="2511302"/>
              <a:ext cx="12189505" cy="1362971"/>
            </a:xfrm>
            <a:custGeom>
              <a:avLst/>
              <a:gdLst>
                <a:gd name="connsiteX0" fmla="*/ 5084960 w 12189505"/>
                <a:gd name="connsiteY0" fmla="*/ 1362849 h 1362971"/>
                <a:gd name="connsiteX1" fmla="*/ 4919375 w 12189505"/>
                <a:gd name="connsiteY1" fmla="*/ 1344048 h 1362971"/>
                <a:gd name="connsiteX2" fmla="*/ 4429375 w 12189505"/>
                <a:gd name="connsiteY2" fmla="*/ 1142897 h 1362971"/>
                <a:gd name="connsiteX3" fmla="*/ 4313397 w 12189505"/>
                <a:gd name="connsiteY3" fmla="*/ 1084460 h 1362971"/>
                <a:gd name="connsiteX4" fmla="*/ 4107809 w 12189505"/>
                <a:gd name="connsiteY4" fmla="*/ 1023093 h 1362971"/>
                <a:gd name="connsiteX5" fmla="*/ 3917564 w 12189505"/>
                <a:gd name="connsiteY5" fmla="*/ 1096342 h 1362971"/>
                <a:gd name="connsiteX6" fmla="*/ 3433505 w 12189505"/>
                <a:gd name="connsiteY6" fmla="*/ 1106394 h 1362971"/>
                <a:gd name="connsiteX7" fmla="*/ 3434197 w 12189505"/>
                <a:gd name="connsiteY7" fmla="*/ 781247 h 1362971"/>
                <a:gd name="connsiteX8" fmla="*/ 3482257 w 12189505"/>
                <a:gd name="connsiteY8" fmla="*/ 662745 h 1362971"/>
                <a:gd name="connsiteX9" fmla="*/ 3577970 w 12189505"/>
                <a:gd name="connsiteY9" fmla="*/ 357945 h 1362971"/>
                <a:gd name="connsiteX10" fmla="*/ 3521690 w 12189505"/>
                <a:gd name="connsiteY10" fmla="*/ 149713 h 1362971"/>
                <a:gd name="connsiteX11" fmla="*/ 3332828 w 12189505"/>
                <a:gd name="connsiteY11" fmla="*/ 33205 h 1362971"/>
                <a:gd name="connsiteX12" fmla="*/ 2535749 w 12189505"/>
                <a:gd name="connsiteY12" fmla="*/ 201964 h 1362971"/>
                <a:gd name="connsiteX13" fmla="*/ 2499572 w 12189505"/>
                <a:gd name="connsiteY13" fmla="*/ 218242 h 1362971"/>
                <a:gd name="connsiteX14" fmla="*/ 2194243 w 12189505"/>
                <a:gd name="connsiteY14" fmla="*/ 359817 h 1362971"/>
                <a:gd name="connsiteX15" fmla="*/ 1121664 w 12189505"/>
                <a:gd name="connsiteY15" fmla="*/ 778805 h 1362971"/>
                <a:gd name="connsiteX16" fmla="*/ 3590 w 12189505"/>
                <a:gd name="connsiteY16" fmla="*/ 699573 h 1362971"/>
                <a:gd name="connsiteX17" fmla="*/ 537 w 12189505"/>
                <a:gd name="connsiteY17" fmla="*/ 691516 h 1362971"/>
                <a:gd name="connsiteX18" fmla="*/ 8595 w 12189505"/>
                <a:gd name="connsiteY18" fmla="*/ 688464 h 1362971"/>
                <a:gd name="connsiteX19" fmla="*/ 1118897 w 12189505"/>
                <a:gd name="connsiteY19" fmla="*/ 766922 h 1362971"/>
                <a:gd name="connsiteX20" fmla="*/ 2189075 w 12189505"/>
                <a:gd name="connsiteY20" fmla="*/ 348789 h 1362971"/>
                <a:gd name="connsiteX21" fmla="*/ 2494607 w 12189505"/>
                <a:gd name="connsiteY21" fmla="*/ 207091 h 1362971"/>
                <a:gd name="connsiteX22" fmla="*/ 2530744 w 12189505"/>
                <a:gd name="connsiteY22" fmla="*/ 190814 h 1362971"/>
                <a:gd name="connsiteX23" fmla="*/ 3336124 w 12189505"/>
                <a:gd name="connsiteY23" fmla="*/ 21444 h 1362971"/>
                <a:gd name="connsiteX24" fmla="*/ 3590097 w 12189505"/>
                <a:gd name="connsiteY24" fmla="*/ 359288 h 1362971"/>
                <a:gd name="connsiteX25" fmla="*/ 3493489 w 12189505"/>
                <a:gd name="connsiteY25" fmla="*/ 667547 h 1362971"/>
                <a:gd name="connsiteX26" fmla="*/ 3445632 w 12189505"/>
                <a:gd name="connsiteY26" fmla="*/ 785560 h 1362971"/>
                <a:gd name="connsiteX27" fmla="*/ 3442417 w 12189505"/>
                <a:gd name="connsiteY27" fmla="*/ 1098174 h 1362971"/>
                <a:gd name="connsiteX28" fmla="*/ 3909710 w 12189505"/>
                <a:gd name="connsiteY28" fmla="*/ 1087023 h 1362971"/>
                <a:gd name="connsiteX29" fmla="*/ 4318768 w 12189505"/>
                <a:gd name="connsiteY29" fmla="*/ 1073554 h 1362971"/>
                <a:gd name="connsiteX30" fmla="*/ 4434910 w 12189505"/>
                <a:gd name="connsiteY30" fmla="*/ 1132072 h 1362971"/>
                <a:gd name="connsiteX31" fmla="*/ 4921979 w 12189505"/>
                <a:gd name="connsiteY31" fmla="*/ 1332206 h 1362971"/>
                <a:gd name="connsiteX32" fmla="*/ 5422030 w 12189505"/>
                <a:gd name="connsiteY32" fmla="*/ 1250451 h 1362971"/>
                <a:gd name="connsiteX33" fmla="*/ 5882933 w 12189505"/>
                <a:gd name="connsiteY33" fmla="*/ 762487 h 1362971"/>
                <a:gd name="connsiteX34" fmla="*/ 6141993 w 12189505"/>
                <a:gd name="connsiteY34" fmla="*/ 443281 h 1362971"/>
                <a:gd name="connsiteX35" fmla="*/ 6806652 w 12189505"/>
                <a:gd name="connsiteY35" fmla="*/ 209574 h 1362971"/>
                <a:gd name="connsiteX36" fmla="*/ 7458819 w 12189505"/>
                <a:gd name="connsiteY36" fmla="*/ 459314 h 1362971"/>
                <a:gd name="connsiteX37" fmla="*/ 7558845 w 12189505"/>
                <a:gd name="connsiteY37" fmla="*/ 509287 h 1362971"/>
                <a:gd name="connsiteX38" fmla="*/ 8530542 w 12189505"/>
                <a:gd name="connsiteY38" fmla="*/ 823732 h 1362971"/>
                <a:gd name="connsiteX39" fmla="*/ 9619846 w 12189505"/>
                <a:gd name="connsiteY39" fmla="*/ 530285 h 1362971"/>
                <a:gd name="connsiteX40" fmla="*/ 9648780 w 12189505"/>
                <a:gd name="connsiteY40" fmla="*/ 517589 h 1362971"/>
                <a:gd name="connsiteX41" fmla="*/ 9823562 w 12189505"/>
                <a:gd name="connsiteY41" fmla="*/ 439903 h 1362971"/>
                <a:gd name="connsiteX42" fmla="*/ 10895245 w 12189505"/>
                <a:gd name="connsiteY42" fmla="*/ 72516 h 1362971"/>
                <a:gd name="connsiteX43" fmla="*/ 11518518 w 12189505"/>
                <a:gd name="connsiteY43" fmla="*/ 104216 h 1362971"/>
                <a:gd name="connsiteX44" fmla="*/ 12187735 w 12189505"/>
                <a:gd name="connsiteY44" fmla="*/ 526786 h 1362971"/>
                <a:gd name="connsiteX45" fmla="*/ 12187735 w 12189505"/>
                <a:gd name="connsiteY45" fmla="*/ 535413 h 1362971"/>
                <a:gd name="connsiteX46" fmla="*/ 12179108 w 12189505"/>
                <a:gd name="connsiteY46" fmla="*/ 535413 h 1362971"/>
                <a:gd name="connsiteX47" fmla="*/ 11515140 w 12189505"/>
                <a:gd name="connsiteY47" fmla="*/ 115977 h 1362971"/>
                <a:gd name="connsiteX48" fmla="*/ 10897076 w 12189505"/>
                <a:gd name="connsiteY48" fmla="*/ 84642 h 1362971"/>
                <a:gd name="connsiteX49" fmla="*/ 9828567 w 12189505"/>
                <a:gd name="connsiteY49" fmla="*/ 451135 h 1362971"/>
                <a:gd name="connsiteX50" fmla="*/ 9653704 w 12189505"/>
                <a:gd name="connsiteY50" fmla="*/ 528861 h 1362971"/>
                <a:gd name="connsiteX51" fmla="*/ 9624812 w 12189505"/>
                <a:gd name="connsiteY51" fmla="*/ 541558 h 1362971"/>
                <a:gd name="connsiteX52" fmla="*/ 8590403 w 12189505"/>
                <a:gd name="connsiteY52" fmla="*/ 837446 h 1362971"/>
                <a:gd name="connsiteX53" fmla="*/ 8530014 w 12189505"/>
                <a:gd name="connsiteY53" fmla="*/ 836021 h 1362971"/>
                <a:gd name="connsiteX54" fmla="*/ 7553473 w 12189505"/>
                <a:gd name="connsiteY54" fmla="*/ 520315 h 1362971"/>
                <a:gd name="connsiteX55" fmla="*/ 7453366 w 12189505"/>
                <a:gd name="connsiteY55" fmla="*/ 470302 h 1362971"/>
                <a:gd name="connsiteX56" fmla="*/ 6804699 w 12189505"/>
                <a:gd name="connsiteY56" fmla="*/ 221701 h 1362971"/>
                <a:gd name="connsiteX57" fmla="*/ 6150743 w 12189505"/>
                <a:gd name="connsiteY57" fmla="*/ 451867 h 1362971"/>
                <a:gd name="connsiteX58" fmla="*/ 5892741 w 12189505"/>
                <a:gd name="connsiteY58" fmla="*/ 769852 h 1362971"/>
                <a:gd name="connsiteX59" fmla="*/ 5428623 w 12189505"/>
                <a:gd name="connsiteY59" fmla="*/ 1260788 h 1362971"/>
                <a:gd name="connsiteX60" fmla="*/ 5085001 w 12189505"/>
                <a:gd name="connsiteY60" fmla="*/ 1362971 h 136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2189505" h="1362971">
                  <a:moveTo>
                    <a:pt x="5084960" y="1362849"/>
                  </a:moveTo>
                  <a:cubicBezTo>
                    <a:pt x="5031732" y="1362849"/>
                    <a:pt x="4976632" y="1356582"/>
                    <a:pt x="4919375" y="1344048"/>
                  </a:cubicBezTo>
                  <a:cubicBezTo>
                    <a:pt x="4751999" y="1307464"/>
                    <a:pt x="4588002" y="1223797"/>
                    <a:pt x="4429375" y="1142897"/>
                  </a:cubicBezTo>
                  <a:cubicBezTo>
                    <a:pt x="4391163" y="1123404"/>
                    <a:pt x="4351649" y="1103260"/>
                    <a:pt x="4313397" y="1084460"/>
                  </a:cubicBezTo>
                  <a:cubicBezTo>
                    <a:pt x="4229241" y="1043114"/>
                    <a:pt x="4165799" y="1024192"/>
                    <a:pt x="4107809" y="1023093"/>
                  </a:cubicBezTo>
                  <a:cubicBezTo>
                    <a:pt x="4040623" y="1021831"/>
                    <a:pt x="3978401" y="1045759"/>
                    <a:pt x="3917564" y="1096342"/>
                  </a:cubicBezTo>
                  <a:cubicBezTo>
                    <a:pt x="3780546" y="1210205"/>
                    <a:pt x="3562059" y="1245080"/>
                    <a:pt x="3433505" y="1106394"/>
                  </a:cubicBezTo>
                  <a:cubicBezTo>
                    <a:pt x="3348047" y="1014181"/>
                    <a:pt x="3401967" y="868373"/>
                    <a:pt x="3434197" y="781247"/>
                  </a:cubicBezTo>
                  <a:cubicBezTo>
                    <a:pt x="3448847" y="741651"/>
                    <a:pt x="3465817" y="701527"/>
                    <a:pt x="3482257" y="662745"/>
                  </a:cubicBezTo>
                  <a:cubicBezTo>
                    <a:pt x="3523684" y="564957"/>
                    <a:pt x="3566494" y="463791"/>
                    <a:pt x="3577970" y="357945"/>
                  </a:cubicBezTo>
                  <a:cubicBezTo>
                    <a:pt x="3586719" y="277411"/>
                    <a:pt x="3567796" y="207336"/>
                    <a:pt x="3521690" y="149713"/>
                  </a:cubicBezTo>
                  <a:cubicBezTo>
                    <a:pt x="3478961" y="96281"/>
                    <a:pt x="3413646" y="55994"/>
                    <a:pt x="3332828" y="33205"/>
                  </a:cubicBezTo>
                  <a:cubicBezTo>
                    <a:pt x="3072791" y="-40126"/>
                    <a:pt x="2775031" y="94124"/>
                    <a:pt x="2535749" y="201964"/>
                  </a:cubicBezTo>
                  <a:cubicBezTo>
                    <a:pt x="2523541" y="207458"/>
                    <a:pt x="2511455" y="212911"/>
                    <a:pt x="2499572" y="218242"/>
                  </a:cubicBezTo>
                  <a:cubicBezTo>
                    <a:pt x="2399057" y="263331"/>
                    <a:pt x="2294921" y="312408"/>
                    <a:pt x="2194243" y="359817"/>
                  </a:cubicBezTo>
                  <a:cubicBezTo>
                    <a:pt x="1847243" y="523327"/>
                    <a:pt x="1488401" y="692371"/>
                    <a:pt x="1121664" y="778805"/>
                  </a:cubicBezTo>
                  <a:cubicBezTo>
                    <a:pt x="705850" y="876756"/>
                    <a:pt x="340131" y="850834"/>
                    <a:pt x="3590" y="699573"/>
                  </a:cubicBezTo>
                  <a:cubicBezTo>
                    <a:pt x="537" y="698190"/>
                    <a:pt x="-846" y="694568"/>
                    <a:pt x="537" y="691516"/>
                  </a:cubicBezTo>
                  <a:cubicBezTo>
                    <a:pt x="1921" y="688464"/>
                    <a:pt x="5543" y="687080"/>
                    <a:pt x="8595" y="688464"/>
                  </a:cubicBezTo>
                  <a:cubicBezTo>
                    <a:pt x="342613" y="838585"/>
                    <a:pt x="705769" y="864263"/>
                    <a:pt x="1118897" y="766922"/>
                  </a:cubicBezTo>
                  <a:cubicBezTo>
                    <a:pt x="1484413" y="680813"/>
                    <a:pt x="1842645" y="512014"/>
                    <a:pt x="2189075" y="348789"/>
                  </a:cubicBezTo>
                  <a:cubicBezTo>
                    <a:pt x="2289793" y="301339"/>
                    <a:pt x="2393970" y="252262"/>
                    <a:pt x="2494607" y="207091"/>
                  </a:cubicBezTo>
                  <a:cubicBezTo>
                    <a:pt x="2506490" y="201761"/>
                    <a:pt x="2518535" y="196348"/>
                    <a:pt x="2530744" y="190814"/>
                  </a:cubicBezTo>
                  <a:cubicBezTo>
                    <a:pt x="2771817" y="82160"/>
                    <a:pt x="3071815" y="-53108"/>
                    <a:pt x="3336124" y="21444"/>
                  </a:cubicBezTo>
                  <a:cubicBezTo>
                    <a:pt x="3512696" y="71254"/>
                    <a:pt x="3607636" y="197528"/>
                    <a:pt x="3590097" y="359288"/>
                  </a:cubicBezTo>
                  <a:cubicBezTo>
                    <a:pt x="3578417" y="466924"/>
                    <a:pt x="3535241" y="568904"/>
                    <a:pt x="3493489" y="667547"/>
                  </a:cubicBezTo>
                  <a:cubicBezTo>
                    <a:pt x="3477129" y="706207"/>
                    <a:pt x="3460201" y="746209"/>
                    <a:pt x="3445632" y="785560"/>
                  </a:cubicBezTo>
                  <a:cubicBezTo>
                    <a:pt x="3412344" y="875495"/>
                    <a:pt x="3362046" y="1011454"/>
                    <a:pt x="3442417" y="1098174"/>
                  </a:cubicBezTo>
                  <a:cubicBezTo>
                    <a:pt x="3566046" y="1231569"/>
                    <a:pt x="3777087" y="1197264"/>
                    <a:pt x="3909710" y="1087023"/>
                  </a:cubicBezTo>
                  <a:cubicBezTo>
                    <a:pt x="4044245" y="975195"/>
                    <a:pt x="4170519" y="1000792"/>
                    <a:pt x="4318768" y="1073554"/>
                  </a:cubicBezTo>
                  <a:cubicBezTo>
                    <a:pt x="4357102" y="1092354"/>
                    <a:pt x="4396657" y="1112539"/>
                    <a:pt x="4434910" y="1132072"/>
                  </a:cubicBezTo>
                  <a:cubicBezTo>
                    <a:pt x="4592844" y="1212647"/>
                    <a:pt x="4756150" y="1295948"/>
                    <a:pt x="4921979" y="1332206"/>
                  </a:cubicBezTo>
                  <a:cubicBezTo>
                    <a:pt x="5108929" y="1373063"/>
                    <a:pt x="5272479" y="1346327"/>
                    <a:pt x="5422030" y="1250451"/>
                  </a:cubicBezTo>
                  <a:cubicBezTo>
                    <a:pt x="5610852" y="1129386"/>
                    <a:pt x="5749171" y="942884"/>
                    <a:pt x="5882933" y="762487"/>
                  </a:cubicBezTo>
                  <a:cubicBezTo>
                    <a:pt x="5964119" y="653060"/>
                    <a:pt x="6048030" y="539889"/>
                    <a:pt x="6141993" y="443281"/>
                  </a:cubicBezTo>
                  <a:cubicBezTo>
                    <a:pt x="6329960" y="250065"/>
                    <a:pt x="6559801" y="169246"/>
                    <a:pt x="6806652" y="209574"/>
                  </a:cubicBezTo>
                  <a:cubicBezTo>
                    <a:pt x="7037104" y="247257"/>
                    <a:pt x="7251482" y="355056"/>
                    <a:pt x="7458819" y="459314"/>
                  </a:cubicBezTo>
                  <a:cubicBezTo>
                    <a:pt x="7491659" y="475836"/>
                    <a:pt x="7525639" y="492928"/>
                    <a:pt x="7558845" y="509287"/>
                  </a:cubicBezTo>
                  <a:cubicBezTo>
                    <a:pt x="7876138" y="665716"/>
                    <a:pt x="8189199" y="807495"/>
                    <a:pt x="8530542" y="823732"/>
                  </a:cubicBezTo>
                  <a:cubicBezTo>
                    <a:pt x="8909813" y="841759"/>
                    <a:pt x="9270771" y="683418"/>
                    <a:pt x="9619846" y="530285"/>
                  </a:cubicBezTo>
                  <a:lnTo>
                    <a:pt x="9648780" y="517589"/>
                  </a:lnTo>
                  <a:cubicBezTo>
                    <a:pt x="9706932" y="492114"/>
                    <a:pt x="9766224" y="465581"/>
                    <a:pt x="9823562" y="439903"/>
                  </a:cubicBezTo>
                  <a:cubicBezTo>
                    <a:pt x="10165923" y="286649"/>
                    <a:pt x="10519963" y="128145"/>
                    <a:pt x="10895245" y="72516"/>
                  </a:cubicBezTo>
                  <a:cubicBezTo>
                    <a:pt x="11122238" y="38861"/>
                    <a:pt x="11331936" y="49523"/>
                    <a:pt x="11518518" y="104216"/>
                  </a:cubicBezTo>
                  <a:cubicBezTo>
                    <a:pt x="11752470" y="172786"/>
                    <a:pt x="11977631" y="314972"/>
                    <a:pt x="12187735" y="526786"/>
                  </a:cubicBezTo>
                  <a:cubicBezTo>
                    <a:pt x="12190096" y="529187"/>
                    <a:pt x="12190096" y="533053"/>
                    <a:pt x="12187735" y="535413"/>
                  </a:cubicBezTo>
                  <a:cubicBezTo>
                    <a:pt x="12185335" y="537773"/>
                    <a:pt x="12181469" y="537773"/>
                    <a:pt x="12179108" y="535413"/>
                  </a:cubicBezTo>
                  <a:cubicBezTo>
                    <a:pt x="11970469" y="325105"/>
                    <a:pt x="11747058" y="183977"/>
                    <a:pt x="11515140" y="115977"/>
                  </a:cubicBezTo>
                  <a:cubicBezTo>
                    <a:pt x="11330267" y="61772"/>
                    <a:pt x="11122320" y="51232"/>
                    <a:pt x="10897076" y="84642"/>
                  </a:cubicBezTo>
                  <a:cubicBezTo>
                    <a:pt x="10523462" y="140027"/>
                    <a:pt x="10170195" y="298165"/>
                    <a:pt x="9828567" y="451135"/>
                  </a:cubicBezTo>
                  <a:cubicBezTo>
                    <a:pt x="9771189" y="476813"/>
                    <a:pt x="9711856" y="503386"/>
                    <a:pt x="9653704" y="528861"/>
                  </a:cubicBezTo>
                  <a:lnTo>
                    <a:pt x="9624812" y="541558"/>
                  </a:lnTo>
                  <a:cubicBezTo>
                    <a:pt x="9292950" y="687162"/>
                    <a:pt x="8950345" y="837446"/>
                    <a:pt x="8590403" y="837446"/>
                  </a:cubicBezTo>
                  <a:cubicBezTo>
                    <a:pt x="8570301" y="837446"/>
                    <a:pt x="8550198" y="836998"/>
                    <a:pt x="8530014" y="836021"/>
                  </a:cubicBezTo>
                  <a:cubicBezTo>
                    <a:pt x="8186310" y="819621"/>
                    <a:pt x="7871947" y="677354"/>
                    <a:pt x="7553473" y="520315"/>
                  </a:cubicBezTo>
                  <a:cubicBezTo>
                    <a:pt x="7520226" y="503915"/>
                    <a:pt x="7486246" y="486824"/>
                    <a:pt x="7453366" y="470302"/>
                  </a:cubicBezTo>
                  <a:cubicBezTo>
                    <a:pt x="7246883" y="366450"/>
                    <a:pt x="7033320" y="259099"/>
                    <a:pt x="6804699" y="221701"/>
                  </a:cubicBezTo>
                  <a:cubicBezTo>
                    <a:pt x="6561917" y="182024"/>
                    <a:pt x="6335820" y="261622"/>
                    <a:pt x="6150743" y="451867"/>
                  </a:cubicBezTo>
                  <a:cubicBezTo>
                    <a:pt x="6057349" y="547906"/>
                    <a:pt x="5973641" y="660710"/>
                    <a:pt x="5892741" y="769852"/>
                  </a:cubicBezTo>
                  <a:cubicBezTo>
                    <a:pt x="5758287" y="951105"/>
                    <a:pt x="5619316" y="1138542"/>
                    <a:pt x="5428623" y="1260788"/>
                  </a:cubicBezTo>
                  <a:cubicBezTo>
                    <a:pt x="5322085" y="1329073"/>
                    <a:pt x="5208630" y="1362971"/>
                    <a:pt x="5085001" y="136297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endParaRPr>
            </a:p>
          </p:txBody>
        </p:sp>
      </p:grpSp>
      <p:graphicFrame>
        <p:nvGraphicFramePr>
          <p:cNvPr id="5" name="Diagram 4">
            <a:extLst>
              <a:ext uri="{FF2B5EF4-FFF2-40B4-BE49-F238E27FC236}">
                <a16:creationId xmlns:a16="http://schemas.microsoft.com/office/drawing/2014/main" id="{925F15F9-97C9-39B9-8F5B-E1C2E950544A}"/>
              </a:ext>
            </a:extLst>
          </p:cNvPr>
          <p:cNvGraphicFramePr/>
          <p:nvPr/>
        </p:nvGraphicFramePr>
        <p:xfrm>
          <a:off x="914767" y="2678178"/>
          <a:ext cx="11843802" cy="17207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4" name="Freeform: Shape 53">
            <a:extLst>
              <a:ext uri="{FF2B5EF4-FFF2-40B4-BE49-F238E27FC236}">
                <a16:creationId xmlns:a16="http://schemas.microsoft.com/office/drawing/2014/main" id="{0F7B5BA1-6D6D-6882-6652-C32634642903}"/>
              </a:ext>
            </a:extLst>
          </p:cNvPr>
          <p:cNvSpPr/>
          <p:nvPr/>
        </p:nvSpPr>
        <p:spPr>
          <a:xfrm>
            <a:off x="1348803" y="4492551"/>
            <a:ext cx="3370582" cy="430560"/>
          </a:xfrm>
          <a:custGeom>
            <a:avLst/>
            <a:gdLst>
              <a:gd name="connsiteX0" fmla="*/ 0 w 5048689"/>
              <a:gd name="connsiteY0" fmla="*/ 71761 h 430560"/>
              <a:gd name="connsiteX1" fmla="*/ 71761 w 5048689"/>
              <a:gd name="connsiteY1" fmla="*/ 0 h 430560"/>
              <a:gd name="connsiteX2" fmla="*/ 4976928 w 5048689"/>
              <a:gd name="connsiteY2" fmla="*/ 0 h 430560"/>
              <a:gd name="connsiteX3" fmla="*/ 5048689 w 5048689"/>
              <a:gd name="connsiteY3" fmla="*/ 71761 h 430560"/>
              <a:gd name="connsiteX4" fmla="*/ 5048689 w 5048689"/>
              <a:gd name="connsiteY4" fmla="*/ 358799 h 430560"/>
              <a:gd name="connsiteX5" fmla="*/ 4976928 w 5048689"/>
              <a:gd name="connsiteY5" fmla="*/ 430560 h 430560"/>
              <a:gd name="connsiteX6" fmla="*/ 71761 w 5048689"/>
              <a:gd name="connsiteY6" fmla="*/ 430560 h 430560"/>
              <a:gd name="connsiteX7" fmla="*/ 0 w 5048689"/>
              <a:gd name="connsiteY7" fmla="*/ 358799 h 430560"/>
              <a:gd name="connsiteX8" fmla="*/ 0 w 5048689"/>
              <a:gd name="connsiteY8" fmla="*/ 71761 h 43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48689" h="430560">
                <a:moveTo>
                  <a:pt x="0" y="71761"/>
                </a:moveTo>
                <a:cubicBezTo>
                  <a:pt x="0" y="32128"/>
                  <a:pt x="32128" y="0"/>
                  <a:pt x="71761" y="0"/>
                </a:cubicBezTo>
                <a:lnTo>
                  <a:pt x="4976928" y="0"/>
                </a:lnTo>
                <a:cubicBezTo>
                  <a:pt x="5016561" y="0"/>
                  <a:pt x="5048689" y="32128"/>
                  <a:pt x="5048689" y="71761"/>
                </a:cubicBezTo>
                <a:lnTo>
                  <a:pt x="5048689" y="358799"/>
                </a:lnTo>
                <a:cubicBezTo>
                  <a:pt x="5048689" y="398432"/>
                  <a:pt x="5016561" y="430560"/>
                  <a:pt x="4976928" y="430560"/>
                </a:cubicBezTo>
                <a:lnTo>
                  <a:pt x="71761" y="430560"/>
                </a:lnTo>
                <a:cubicBezTo>
                  <a:pt x="32128" y="430560"/>
                  <a:pt x="0" y="398432"/>
                  <a:pt x="0" y="358799"/>
                </a:cubicBezTo>
                <a:lnTo>
                  <a:pt x="0" y="71761"/>
                </a:lnTo>
                <a:close/>
              </a:path>
            </a:pathLst>
          </a:custGeom>
          <a:no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81978" tIns="81978" rIns="81978" bIns="81978" numCol="1" spcCol="1270" anchor="ctr" anchorCtr="0">
            <a:noAutofit/>
          </a:bodyPr>
          <a:lstStyle/>
          <a:p>
            <a:pPr marL="0" marR="0" lvl="0" indent="0" algn="l" defTabSz="711200" rtl="0" eaLnBrk="1" fontAlgn="auto" latinLnBrk="0" hangingPunct="1">
              <a:lnSpc>
                <a:spcPct val="90000"/>
              </a:lnSpc>
              <a:spcBef>
                <a:spcPct val="0"/>
              </a:spcBef>
              <a:spcAft>
                <a:spcPct val="35000"/>
              </a:spcAft>
              <a:buClrTx/>
              <a:buSzTx/>
              <a:buFontTx/>
              <a:buNone/>
              <a:tabLst/>
              <a:defRPr/>
            </a:pPr>
            <a:r>
              <a:rPr kumimoji="0" lang="en-PH" sz="1600" b="0" i="0" u="none" strike="noStrike" kern="1200" cap="none" spc="0" normalizeH="0" baseline="0" noProof="0">
                <a:ln>
                  <a:noFill/>
                </a:ln>
                <a:solidFill>
                  <a:srgbClr val="000000"/>
                </a:solidFill>
                <a:effectLst/>
                <a:uLnTx/>
                <a:uFillTx/>
                <a:latin typeface="GSK Precision" pitchFamily="2" charset="0"/>
                <a:ea typeface="+mn-ea"/>
              </a:rPr>
              <a:t>Story Telling</a:t>
            </a:r>
            <a:endParaRPr kumimoji="0" lang="tr-TR" sz="1600" b="0" i="0" u="none" strike="noStrike" kern="1200" cap="none" spc="0" normalizeH="0" baseline="0" noProof="0">
              <a:ln>
                <a:noFill/>
              </a:ln>
              <a:solidFill>
                <a:srgbClr val="000000"/>
              </a:solidFill>
              <a:effectLst/>
              <a:uLnTx/>
              <a:uFillTx/>
              <a:latin typeface="GSK Precision" pitchFamily="2" charset="0"/>
              <a:ea typeface="+mn-ea"/>
            </a:endParaRPr>
          </a:p>
        </p:txBody>
      </p:sp>
      <p:sp>
        <p:nvSpPr>
          <p:cNvPr id="55" name="Freeform: Shape 54">
            <a:extLst>
              <a:ext uri="{FF2B5EF4-FFF2-40B4-BE49-F238E27FC236}">
                <a16:creationId xmlns:a16="http://schemas.microsoft.com/office/drawing/2014/main" id="{B854EFFD-2AA4-3DF2-DFDD-D55140DA56C1}"/>
              </a:ext>
            </a:extLst>
          </p:cNvPr>
          <p:cNvSpPr/>
          <p:nvPr/>
        </p:nvSpPr>
        <p:spPr>
          <a:xfrm>
            <a:off x="1348803" y="4936230"/>
            <a:ext cx="3370582" cy="430560"/>
          </a:xfrm>
          <a:custGeom>
            <a:avLst/>
            <a:gdLst>
              <a:gd name="connsiteX0" fmla="*/ 0 w 5048689"/>
              <a:gd name="connsiteY0" fmla="*/ 71761 h 430560"/>
              <a:gd name="connsiteX1" fmla="*/ 71761 w 5048689"/>
              <a:gd name="connsiteY1" fmla="*/ 0 h 430560"/>
              <a:gd name="connsiteX2" fmla="*/ 4976928 w 5048689"/>
              <a:gd name="connsiteY2" fmla="*/ 0 h 430560"/>
              <a:gd name="connsiteX3" fmla="*/ 5048689 w 5048689"/>
              <a:gd name="connsiteY3" fmla="*/ 71761 h 430560"/>
              <a:gd name="connsiteX4" fmla="*/ 5048689 w 5048689"/>
              <a:gd name="connsiteY4" fmla="*/ 358799 h 430560"/>
              <a:gd name="connsiteX5" fmla="*/ 4976928 w 5048689"/>
              <a:gd name="connsiteY5" fmla="*/ 430560 h 430560"/>
              <a:gd name="connsiteX6" fmla="*/ 71761 w 5048689"/>
              <a:gd name="connsiteY6" fmla="*/ 430560 h 430560"/>
              <a:gd name="connsiteX7" fmla="*/ 0 w 5048689"/>
              <a:gd name="connsiteY7" fmla="*/ 358799 h 430560"/>
              <a:gd name="connsiteX8" fmla="*/ 0 w 5048689"/>
              <a:gd name="connsiteY8" fmla="*/ 71761 h 43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48689" h="430560">
                <a:moveTo>
                  <a:pt x="0" y="71761"/>
                </a:moveTo>
                <a:cubicBezTo>
                  <a:pt x="0" y="32128"/>
                  <a:pt x="32128" y="0"/>
                  <a:pt x="71761" y="0"/>
                </a:cubicBezTo>
                <a:lnTo>
                  <a:pt x="4976928" y="0"/>
                </a:lnTo>
                <a:cubicBezTo>
                  <a:pt x="5016561" y="0"/>
                  <a:pt x="5048689" y="32128"/>
                  <a:pt x="5048689" y="71761"/>
                </a:cubicBezTo>
                <a:lnTo>
                  <a:pt x="5048689" y="358799"/>
                </a:lnTo>
                <a:cubicBezTo>
                  <a:pt x="5048689" y="398432"/>
                  <a:pt x="5016561" y="430560"/>
                  <a:pt x="4976928" y="430560"/>
                </a:cubicBezTo>
                <a:lnTo>
                  <a:pt x="71761" y="430560"/>
                </a:lnTo>
                <a:cubicBezTo>
                  <a:pt x="32128" y="430560"/>
                  <a:pt x="0" y="398432"/>
                  <a:pt x="0" y="358799"/>
                </a:cubicBezTo>
                <a:lnTo>
                  <a:pt x="0" y="71761"/>
                </a:lnTo>
                <a:close/>
              </a:path>
            </a:pathLst>
          </a:custGeom>
          <a:no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81978" tIns="81978" rIns="81978" bIns="81978" numCol="1" spcCol="1270" anchor="ctr" anchorCtr="0">
            <a:noAutofit/>
          </a:bodyPr>
          <a:lstStyle/>
          <a:p>
            <a:pPr marL="0" marR="0" lvl="0" indent="0" algn="l" defTabSz="711200" rtl="0" eaLnBrk="1" fontAlgn="auto" latinLnBrk="0" hangingPunct="1">
              <a:lnSpc>
                <a:spcPct val="90000"/>
              </a:lnSpc>
              <a:spcBef>
                <a:spcPct val="0"/>
              </a:spcBef>
              <a:spcAft>
                <a:spcPct val="35000"/>
              </a:spcAft>
              <a:buClrTx/>
              <a:buSzTx/>
              <a:buFontTx/>
              <a:buNone/>
              <a:tabLst/>
              <a:defRPr/>
            </a:pPr>
            <a:r>
              <a:rPr kumimoji="0" lang="en-PH" sz="1600" b="0" i="0" u="none" strike="noStrike" kern="1200" cap="none" spc="0" normalizeH="0" baseline="0" noProof="0">
                <a:ln>
                  <a:noFill/>
                </a:ln>
                <a:solidFill>
                  <a:srgbClr val="000000"/>
                </a:solidFill>
                <a:effectLst/>
                <a:uLnTx/>
                <a:uFillTx/>
                <a:latin typeface="GSK Precision" pitchFamily="2" charset="0"/>
                <a:ea typeface="+mn-ea"/>
              </a:rPr>
              <a:t>Creating Analogies such as metaphors and similes</a:t>
            </a:r>
            <a:endParaRPr kumimoji="0" lang="tr-TR" sz="1600" b="0" i="0" u="none" strike="noStrike" kern="1200" cap="none" spc="0" normalizeH="0" baseline="0" noProof="0">
              <a:ln>
                <a:noFill/>
              </a:ln>
              <a:solidFill>
                <a:srgbClr val="000000"/>
              </a:solidFill>
              <a:effectLst/>
              <a:uLnTx/>
              <a:uFillTx/>
              <a:latin typeface="GSK Precision" pitchFamily="2" charset="0"/>
              <a:ea typeface="+mn-ea"/>
            </a:endParaRPr>
          </a:p>
        </p:txBody>
      </p:sp>
      <p:sp>
        <p:nvSpPr>
          <p:cNvPr id="56" name="Freeform: Shape 55">
            <a:extLst>
              <a:ext uri="{FF2B5EF4-FFF2-40B4-BE49-F238E27FC236}">
                <a16:creationId xmlns:a16="http://schemas.microsoft.com/office/drawing/2014/main" id="{8DE2F99E-847C-5B34-26C6-BE08AEB5A8E2}"/>
              </a:ext>
            </a:extLst>
          </p:cNvPr>
          <p:cNvSpPr/>
          <p:nvPr/>
        </p:nvSpPr>
        <p:spPr>
          <a:xfrm>
            <a:off x="1348803" y="5379909"/>
            <a:ext cx="3370582" cy="430560"/>
          </a:xfrm>
          <a:custGeom>
            <a:avLst/>
            <a:gdLst>
              <a:gd name="connsiteX0" fmla="*/ 0 w 5048689"/>
              <a:gd name="connsiteY0" fmla="*/ 71761 h 430560"/>
              <a:gd name="connsiteX1" fmla="*/ 71761 w 5048689"/>
              <a:gd name="connsiteY1" fmla="*/ 0 h 430560"/>
              <a:gd name="connsiteX2" fmla="*/ 4976928 w 5048689"/>
              <a:gd name="connsiteY2" fmla="*/ 0 h 430560"/>
              <a:gd name="connsiteX3" fmla="*/ 5048689 w 5048689"/>
              <a:gd name="connsiteY3" fmla="*/ 71761 h 430560"/>
              <a:gd name="connsiteX4" fmla="*/ 5048689 w 5048689"/>
              <a:gd name="connsiteY4" fmla="*/ 358799 h 430560"/>
              <a:gd name="connsiteX5" fmla="*/ 4976928 w 5048689"/>
              <a:gd name="connsiteY5" fmla="*/ 430560 h 430560"/>
              <a:gd name="connsiteX6" fmla="*/ 71761 w 5048689"/>
              <a:gd name="connsiteY6" fmla="*/ 430560 h 430560"/>
              <a:gd name="connsiteX7" fmla="*/ 0 w 5048689"/>
              <a:gd name="connsiteY7" fmla="*/ 358799 h 430560"/>
              <a:gd name="connsiteX8" fmla="*/ 0 w 5048689"/>
              <a:gd name="connsiteY8" fmla="*/ 71761 h 43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48689" h="430560">
                <a:moveTo>
                  <a:pt x="0" y="71761"/>
                </a:moveTo>
                <a:cubicBezTo>
                  <a:pt x="0" y="32128"/>
                  <a:pt x="32128" y="0"/>
                  <a:pt x="71761" y="0"/>
                </a:cubicBezTo>
                <a:lnTo>
                  <a:pt x="4976928" y="0"/>
                </a:lnTo>
                <a:cubicBezTo>
                  <a:pt x="5016561" y="0"/>
                  <a:pt x="5048689" y="32128"/>
                  <a:pt x="5048689" y="71761"/>
                </a:cubicBezTo>
                <a:lnTo>
                  <a:pt x="5048689" y="358799"/>
                </a:lnTo>
                <a:cubicBezTo>
                  <a:pt x="5048689" y="398432"/>
                  <a:pt x="5016561" y="430560"/>
                  <a:pt x="4976928" y="430560"/>
                </a:cubicBezTo>
                <a:lnTo>
                  <a:pt x="71761" y="430560"/>
                </a:lnTo>
                <a:cubicBezTo>
                  <a:pt x="32128" y="430560"/>
                  <a:pt x="0" y="398432"/>
                  <a:pt x="0" y="358799"/>
                </a:cubicBezTo>
                <a:lnTo>
                  <a:pt x="0" y="71761"/>
                </a:lnTo>
                <a:close/>
              </a:path>
            </a:pathLst>
          </a:custGeom>
          <a:no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1978" tIns="81978" rIns="81978" bIns="81978" numCol="1" spcCol="1270" anchor="ctr" anchorCtr="0">
            <a:noAutofit/>
          </a:bodyPr>
          <a:lstStyle/>
          <a:p>
            <a:pPr marL="0" marR="0" lvl="0" indent="0" algn="l" defTabSz="711200" rtl="0" eaLnBrk="1" fontAlgn="auto" latinLnBrk="0" hangingPunct="1">
              <a:lnSpc>
                <a:spcPct val="90000"/>
              </a:lnSpc>
              <a:spcBef>
                <a:spcPct val="0"/>
              </a:spcBef>
              <a:spcAft>
                <a:spcPct val="35000"/>
              </a:spcAft>
              <a:buClrTx/>
              <a:buSzTx/>
              <a:buFontTx/>
              <a:buNone/>
              <a:tabLst/>
              <a:defRPr/>
            </a:pPr>
            <a:r>
              <a:rPr kumimoji="0" lang="en-PH" sz="1600" b="0" i="0" u="none" strike="noStrike" kern="1200" cap="none" spc="0" normalizeH="0" baseline="0" noProof="0">
                <a:ln>
                  <a:noFill/>
                </a:ln>
                <a:solidFill>
                  <a:srgbClr val="000000"/>
                </a:solidFill>
                <a:effectLst/>
                <a:uLnTx/>
                <a:uFillTx/>
                <a:latin typeface="GSK Precision" pitchFamily="2" charset="0"/>
                <a:ea typeface="+mn-ea"/>
              </a:rPr>
              <a:t>Using imagery</a:t>
            </a:r>
            <a:endParaRPr kumimoji="0" lang="tr-TR" sz="1600" b="0" i="0" u="none" strike="noStrike" kern="1200" cap="none" spc="0" normalizeH="0" baseline="0" noProof="0">
              <a:ln>
                <a:noFill/>
              </a:ln>
              <a:solidFill>
                <a:srgbClr val="000000"/>
              </a:solidFill>
              <a:effectLst/>
              <a:uLnTx/>
              <a:uFillTx/>
              <a:latin typeface="GSK Precision" pitchFamily="2" charset="0"/>
              <a:ea typeface="+mn-ea"/>
            </a:endParaRPr>
          </a:p>
        </p:txBody>
      </p:sp>
      <p:sp>
        <p:nvSpPr>
          <p:cNvPr id="57" name="Freeform: Shape 56">
            <a:extLst>
              <a:ext uri="{FF2B5EF4-FFF2-40B4-BE49-F238E27FC236}">
                <a16:creationId xmlns:a16="http://schemas.microsoft.com/office/drawing/2014/main" id="{BB20D257-C4F7-FE1D-A91A-D7FBF079AF1E}"/>
              </a:ext>
            </a:extLst>
          </p:cNvPr>
          <p:cNvSpPr/>
          <p:nvPr/>
        </p:nvSpPr>
        <p:spPr>
          <a:xfrm>
            <a:off x="1348803" y="5823588"/>
            <a:ext cx="3370582" cy="430560"/>
          </a:xfrm>
          <a:custGeom>
            <a:avLst/>
            <a:gdLst>
              <a:gd name="connsiteX0" fmla="*/ 0 w 5048689"/>
              <a:gd name="connsiteY0" fmla="*/ 71761 h 430560"/>
              <a:gd name="connsiteX1" fmla="*/ 71761 w 5048689"/>
              <a:gd name="connsiteY1" fmla="*/ 0 h 430560"/>
              <a:gd name="connsiteX2" fmla="*/ 4976928 w 5048689"/>
              <a:gd name="connsiteY2" fmla="*/ 0 h 430560"/>
              <a:gd name="connsiteX3" fmla="*/ 5048689 w 5048689"/>
              <a:gd name="connsiteY3" fmla="*/ 71761 h 430560"/>
              <a:gd name="connsiteX4" fmla="*/ 5048689 w 5048689"/>
              <a:gd name="connsiteY4" fmla="*/ 358799 h 430560"/>
              <a:gd name="connsiteX5" fmla="*/ 4976928 w 5048689"/>
              <a:gd name="connsiteY5" fmla="*/ 430560 h 430560"/>
              <a:gd name="connsiteX6" fmla="*/ 71761 w 5048689"/>
              <a:gd name="connsiteY6" fmla="*/ 430560 h 430560"/>
              <a:gd name="connsiteX7" fmla="*/ 0 w 5048689"/>
              <a:gd name="connsiteY7" fmla="*/ 358799 h 430560"/>
              <a:gd name="connsiteX8" fmla="*/ 0 w 5048689"/>
              <a:gd name="connsiteY8" fmla="*/ 71761 h 43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48689" h="430560">
                <a:moveTo>
                  <a:pt x="0" y="71761"/>
                </a:moveTo>
                <a:cubicBezTo>
                  <a:pt x="0" y="32128"/>
                  <a:pt x="32128" y="0"/>
                  <a:pt x="71761" y="0"/>
                </a:cubicBezTo>
                <a:lnTo>
                  <a:pt x="4976928" y="0"/>
                </a:lnTo>
                <a:cubicBezTo>
                  <a:pt x="5016561" y="0"/>
                  <a:pt x="5048689" y="32128"/>
                  <a:pt x="5048689" y="71761"/>
                </a:cubicBezTo>
                <a:lnTo>
                  <a:pt x="5048689" y="358799"/>
                </a:lnTo>
                <a:cubicBezTo>
                  <a:pt x="5048689" y="398432"/>
                  <a:pt x="5016561" y="430560"/>
                  <a:pt x="4976928" y="430560"/>
                </a:cubicBezTo>
                <a:lnTo>
                  <a:pt x="71761" y="430560"/>
                </a:lnTo>
                <a:cubicBezTo>
                  <a:pt x="32128" y="430560"/>
                  <a:pt x="0" y="398432"/>
                  <a:pt x="0" y="358799"/>
                </a:cubicBezTo>
                <a:lnTo>
                  <a:pt x="0" y="71761"/>
                </a:lnTo>
                <a:close/>
              </a:path>
            </a:pathLst>
          </a:custGeom>
          <a:no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81978" tIns="81978" rIns="81978" bIns="81978" numCol="1" spcCol="1270" anchor="ctr" anchorCtr="0">
            <a:noAutofit/>
          </a:bodyPr>
          <a:lstStyle/>
          <a:p>
            <a:pPr marL="0" marR="0" lvl="0" indent="0" algn="l" defTabSz="711200" rtl="0" eaLnBrk="1" fontAlgn="auto" latinLnBrk="0" hangingPunct="1">
              <a:lnSpc>
                <a:spcPct val="90000"/>
              </a:lnSpc>
              <a:spcBef>
                <a:spcPct val="0"/>
              </a:spcBef>
              <a:spcAft>
                <a:spcPct val="35000"/>
              </a:spcAft>
              <a:buClrTx/>
              <a:buSzTx/>
              <a:buFontTx/>
              <a:buNone/>
              <a:tabLst/>
              <a:defRPr/>
            </a:pPr>
            <a:r>
              <a:rPr kumimoji="0" lang="en-PH" sz="1600" b="0" i="0" u="none" strike="noStrike" kern="1200" cap="none" spc="0" normalizeH="0" baseline="0" noProof="0">
                <a:ln>
                  <a:noFill/>
                </a:ln>
                <a:solidFill>
                  <a:srgbClr val="000000"/>
                </a:solidFill>
                <a:effectLst/>
                <a:uLnTx/>
                <a:uFillTx/>
                <a:latin typeface="GSK Precision" pitchFamily="2" charset="0"/>
                <a:ea typeface="+mn-ea"/>
              </a:rPr>
              <a:t>Quotes </a:t>
            </a:r>
            <a:endParaRPr kumimoji="0" lang="tr-TR" sz="1600" b="0" i="0" u="none" strike="noStrike" kern="1200" cap="none" spc="0" normalizeH="0" baseline="0" noProof="0">
              <a:ln>
                <a:noFill/>
              </a:ln>
              <a:solidFill>
                <a:srgbClr val="000000"/>
              </a:solidFill>
              <a:effectLst/>
              <a:uLnTx/>
              <a:uFillTx/>
              <a:latin typeface="GSK Precision" pitchFamily="2" charset="0"/>
              <a:ea typeface="+mn-ea"/>
            </a:endParaRPr>
          </a:p>
        </p:txBody>
      </p:sp>
      <p:sp>
        <p:nvSpPr>
          <p:cNvPr id="11" name="TextBox 10">
            <a:extLst>
              <a:ext uri="{FF2B5EF4-FFF2-40B4-BE49-F238E27FC236}">
                <a16:creationId xmlns:a16="http://schemas.microsoft.com/office/drawing/2014/main" id="{51277BB1-F3D9-1D23-27D3-9AC02D12C803}"/>
              </a:ext>
            </a:extLst>
          </p:cNvPr>
          <p:cNvSpPr txBox="1"/>
          <p:nvPr/>
        </p:nvSpPr>
        <p:spPr>
          <a:xfrm>
            <a:off x="3248227" y="5804679"/>
            <a:ext cx="7000071" cy="792619"/>
          </a:xfrm>
          <a:prstGeom prst="rect">
            <a:avLst/>
          </a:prstGeom>
          <a:noFill/>
        </p:spPr>
        <p:txBody>
          <a:bodyPr wrap="square" lIns="180000" tIns="180000" rIns="180000" bIns="180000" rtlCol="0">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600" b="0" i="0" u="none" strike="noStrike" kern="1200" cap="none" spc="0" normalizeH="0" baseline="0" noProof="0">
                <a:ln>
                  <a:noFill/>
                </a:ln>
                <a:solidFill>
                  <a:srgbClr val="000000"/>
                </a:solidFill>
                <a:effectLst/>
                <a:uLnTx/>
                <a:uFillTx/>
                <a:latin typeface="GSK Precision"/>
                <a:ea typeface="+mn-ea"/>
              </a:rPr>
              <a:t>e.g. Age, gender, suffer, history, story, activity, affect life, hospitalization</a:t>
            </a:r>
          </a:p>
        </p:txBody>
      </p:sp>
      <p:grpSp>
        <p:nvGrpSpPr>
          <p:cNvPr id="58" name="Group 57">
            <a:extLst>
              <a:ext uri="{FF2B5EF4-FFF2-40B4-BE49-F238E27FC236}">
                <a16:creationId xmlns:a16="http://schemas.microsoft.com/office/drawing/2014/main" id="{D5424A57-EC8A-5E4F-1696-82E092284B88}"/>
              </a:ext>
            </a:extLst>
          </p:cNvPr>
          <p:cNvGrpSpPr/>
          <p:nvPr/>
        </p:nvGrpSpPr>
        <p:grpSpPr>
          <a:xfrm rot="16200000">
            <a:off x="961883" y="4584265"/>
            <a:ext cx="241418" cy="198244"/>
            <a:chOff x="11508174" y="2259673"/>
            <a:chExt cx="457240" cy="326628"/>
          </a:xfrm>
        </p:grpSpPr>
        <p:pic>
          <p:nvPicPr>
            <p:cNvPr id="59" name="Picture 58">
              <a:extLst>
                <a:ext uri="{FF2B5EF4-FFF2-40B4-BE49-F238E27FC236}">
                  <a16:creationId xmlns:a16="http://schemas.microsoft.com/office/drawing/2014/main" id="{D4882F90-BDF2-898A-D5E1-B5AB06829BB9}"/>
                </a:ext>
              </a:extLst>
            </p:cNvPr>
            <p:cNvPicPr>
              <a:picLocks noChangeAspect="1"/>
            </p:cNvPicPr>
            <p:nvPr/>
          </p:nvPicPr>
          <p:blipFill>
            <a:blip r:embed="rId8">
              <a:alphaModFix amt="20000"/>
            </a:blip>
            <a:stretch>
              <a:fillRect/>
            </a:stretch>
          </p:blipFill>
          <p:spPr>
            <a:xfrm>
              <a:off x="11508174" y="2268427"/>
              <a:ext cx="457240" cy="237765"/>
            </a:xfrm>
            <a:prstGeom prst="rect">
              <a:avLst/>
            </a:prstGeom>
          </p:spPr>
        </p:pic>
        <p:pic>
          <p:nvPicPr>
            <p:cNvPr id="60" name="Picture 59">
              <a:extLst>
                <a:ext uri="{FF2B5EF4-FFF2-40B4-BE49-F238E27FC236}">
                  <a16:creationId xmlns:a16="http://schemas.microsoft.com/office/drawing/2014/main" id="{05432261-0D21-B228-540C-9BD176ADE55A}"/>
                </a:ext>
              </a:extLst>
            </p:cNvPr>
            <p:cNvPicPr>
              <a:picLocks noChangeAspect="1"/>
            </p:cNvPicPr>
            <p:nvPr/>
          </p:nvPicPr>
          <p:blipFill>
            <a:blip r:embed="rId8">
              <a:alphaModFix amt="50000"/>
            </a:blip>
            <a:stretch>
              <a:fillRect/>
            </a:stretch>
          </p:blipFill>
          <p:spPr>
            <a:xfrm>
              <a:off x="11508174" y="2348536"/>
              <a:ext cx="457240" cy="237765"/>
            </a:xfrm>
            <a:prstGeom prst="rect">
              <a:avLst/>
            </a:prstGeom>
          </p:spPr>
        </p:pic>
        <p:sp>
          <p:nvSpPr>
            <p:cNvPr id="61" name="Half Frame 60">
              <a:extLst>
                <a:ext uri="{FF2B5EF4-FFF2-40B4-BE49-F238E27FC236}">
                  <a16:creationId xmlns:a16="http://schemas.microsoft.com/office/drawing/2014/main" id="{35774C65-3B56-B8E9-53CA-A0691DD118F7}"/>
                </a:ext>
              </a:extLst>
            </p:cNvPr>
            <p:cNvSpPr/>
            <p:nvPr/>
          </p:nvSpPr>
          <p:spPr>
            <a:xfrm rot="13404157">
              <a:off x="11574355" y="2259673"/>
              <a:ext cx="326437" cy="318006"/>
            </a:xfrm>
            <a:prstGeom prst="halfFrame">
              <a:avLst>
                <a:gd name="adj1" fmla="val 23989"/>
                <a:gd name="adj2" fmla="val 22503"/>
              </a:avLst>
            </a:prstGeom>
            <a:gradFill>
              <a:gsLst>
                <a:gs pos="0">
                  <a:srgbClr val="F6A017"/>
                </a:gs>
                <a:gs pos="52000">
                  <a:srgbClr val="E84B0E"/>
                </a:gs>
                <a:gs pos="89750">
                  <a:srgbClr val="CA3F21"/>
                </a:gs>
                <a:gs pos="69000">
                  <a:srgbClr val="D5431A"/>
                </a:gs>
                <a:gs pos="100000">
                  <a:srgbClr val="BF3A27"/>
                </a:gs>
                <a:gs pos="37000">
                  <a:srgbClr val="FC6A01"/>
                </a:gs>
                <a:gs pos="17000">
                  <a:srgbClr val="FC8606"/>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lt1"/>
                  </a:solidFill>
                  <a:latin typeface="+mn-lt"/>
                  <a:ea typeface="+mn-ea"/>
                  <a:cs typeface="+mn-cs"/>
                </a:defRPr>
              </a:lvl1pPr>
              <a:lvl2pPr marL="609585" algn="l" defTabSz="1219170" rtl="0" eaLnBrk="1" latinLnBrk="0" hangingPunct="1">
                <a:defRPr sz="2400" kern="1200">
                  <a:solidFill>
                    <a:schemeClr val="lt1"/>
                  </a:solidFill>
                  <a:latin typeface="+mn-lt"/>
                  <a:ea typeface="+mn-ea"/>
                  <a:cs typeface="+mn-cs"/>
                </a:defRPr>
              </a:lvl2pPr>
              <a:lvl3pPr marL="1219170" algn="l" defTabSz="1219170" rtl="0" eaLnBrk="1" latinLnBrk="0" hangingPunct="1">
                <a:defRPr sz="2400" kern="1200">
                  <a:solidFill>
                    <a:schemeClr val="lt1"/>
                  </a:solidFill>
                  <a:latin typeface="+mn-lt"/>
                  <a:ea typeface="+mn-ea"/>
                  <a:cs typeface="+mn-cs"/>
                </a:defRPr>
              </a:lvl3pPr>
              <a:lvl4pPr marL="1828754" algn="l" defTabSz="1219170" rtl="0" eaLnBrk="1" latinLnBrk="0" hangingPunct="1">
                <a:defRPr sz="2400" kern="1200">
                  <a:solidFill>
                    <a:schemeClr val="lt1"/>
                  </a:solidFill>
                  <a:latin typeface="+mn-lt"/>
                  <a:ea typeface="+mn-ea"/>
                  <a:cs typeface="+mn-cs"/>
                </a:defRPr>
              </a:lvl4pPr>
              <a:lvl5pPr marL="2438339" algn="l" defTabSz="1219170" rtl="0" eaLnBrk="1" latinLnBrk="0" hangingPunct="1">
                <a:defRPr sz="2400" kern="1200">
                  <a:solidFill>
                    <a:schemeClr val="lt1"/>
                  </a:solidFill>
                  <a:latin typeface="+mn-lt"/>
                  <a:ea typeface="+mn-ea"/>
                  <a:cs typeface="+mn-cs"/>
                </a:defRPr>
              </a:lvl5pPr>
              <a:lvl6pPr marL="3047924" algn="l" defTabSz="1219170" rtl="0" eaLnBrk="1" latinLnBrk="0" hangingPunct="1">
                <a:defRPr sz="2400" kern="1200">
                  <a:solidFill>
                    <a:schemeClr val="lt1"/>
                  </a:solidFill>
                  <a:latin typeface="+mn-lt"/>
                  <a:ea typeface="+mn-ea"/>
                  <a:cs typeface="+mn-cs"/>
                </a:defRPr>
              </a:lvl6pPr>
              <a:lvl7pPr marL="3657509" algn="l" defTabSz="1219170" rtl="0" eaLnBrk="1" latinLnBrk="0" hangingPunct="1">
                <a:defRPr sz="2400" kern="1200">
                  <a:solidFill>
                    <a:schemeClr val="lt1"/>
                  </a:solidFill>
                  <a:latin typeface="+mn-lt"/>
                  <a:ea typeface="+mn-ea"/>
                  <a:cs typeface="+mn-cs"/>
                </a:defRPr>
              </a:lvl7pPr>
              <a:lvl8pPr marL="4267093" algn="l" defTabSz="1219170" rtl="0" eaLnBrk="1" latinLnBrk="0" hangingPunct="1">
                <a:defRPr sz="2400" kern="1200">
                  <a:solidFill>
                    <a:schemeClr val="lt1"/>
                  </a:solidFill>
                  <a:latin typeface="+mn-lt"/>
                  <a:ea typeface="+mn-ea"/>
                  <a:cs typeface="+mn-cs"/>
                </a:defRPr>
              </a:lvl8pPr>
              <a:lvl9pPr marL="4876678" algn="l" defTabSz="1219170" rtl="0" eaLnBrk="1" latinLnBrk="0" hangingPunct="1">
                <a:defRPr sz="2400" kern="1200">
                  <a:solidFill>
                    <a:schemeClr val="lt1"/>
                  </a:solidFill>
                  <a:latin typeface="+mn-lt"/>
                  <a:ea typeface="+mn-ea"/>
                  <a:cs typeface="+mn-cs"/>
                </a:defRPr>
              </a:lvl9pP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lt"/>
                <a:cs typeface="Arial"/>
                <a:sym typeface="+mn-lt"/>
              </a:endParaRPr>
            </a:p>
          </p:txBody>
        </p:sp>
      </p:grpSp>
      <p:grpSp>
        <p:nvGrpSpPr>
          <p:cNvPr id="66" name="Group 65">
            <a:extLst>
              <a:ext uri="{FF2B5EF4-FFF2-40B4-BE49-F238E27FC236}">
                <a16:creationId xmlns:a16="http://schemas.microsoft.com/office/drawing/2014/main" id="{66FB6F4D-4D81-9E62-A1EF-C0FC381639FA}"/>
              </a:ext>
            </a:extLst>
          </p:cNvPr>
          <p:cNvGrpSpPr/>
          <p:nvPr/>
        </p:nvGrpSpPr>
        <p:grpSpPr>
          <a:xfrm rot="16200000">
            <a:off x="961883" y="5474461"/>
            <a:ext cx="241418" cy="198244"/>
            <a:chOff x="11508174" y="2259673"/>
            <a:chExt cx="457240" cy="326628"/>
          </a:xfrm>
        </p:grpSpPr>
        <p:pic>
          <p:nvPicPr>
            <p:cNvPr id="67" name="Picture 66">
              <a:extLst>
                <a:ext uri="{FF2B5EF4-FFF2-40B4-BE49-F238E27FC236}">
                  <a16:creationId xmlns:a16="http://schemas.microsoft.com/office/drawing/2014/main" id="{7E58747C-6CBB-8796-761B-A37AA9DB87AD}"/>
                </a:ext>
              </a:extLst>
            </p:cNvPr>
            <p:cNvPicPr>
              <a:picLocks noChangeAspect="1"/>
            </p:cNvPicPr>
            <p:nvPr/>
          </p:nvPicPr>
          <p:blipFill>
            <a:blip r:embed="rId8">
              <a:alphaModFix amt="20000"/>
            </a:blip>
            <a:stretch>
              <a:fillRect/>
            </a:stretch>
          </p:blipFill>
          <p:spPr>
            <a:xfrm>
              <a:off x="11508174" y="2268427"/>
              <a:ext cx="457240" cy="237765"/>
            </a:xfrm>
            <a:prstGeom prst="rect">
              <a:avLst/>
            </a:prstGeom>
          </p:spPr>
        </p:pic>
        <p:pic>
          <p:nvPicPr>
            <p:cNvPr id="68" name="Picture 67">
              <a:extLst>
                <a:ext uri="{FF2B5EF4-FFF2-40B4-BE49-F238E27FC236}">
                  <a16:creationId xmlns:a16="http://schemas.microsoft.com/office/drawing/2014/main" id="{8F18D38D-5D7E-5166-34D7-00F57C349D64}"/>
                </a:ext>
              </a:extLst>
            </p:cNvPr>
            <p:cNvPicPr>
              <a:picLocks noChangeAspect="1"/>
            </p:cNvPicPr>
            <p:nvPr/>
          </p:nvPicPr>
          <p:blipFill>
            <a:blip r:embed="rId8">
              <a:alphaModFix amt="50000"/>
            </a:blip>
            <a:stretch>
              <a:fillRect/>
            </a:stretch>
          </p:blipFill>
          <p:spPr>
            <a:xfrm>
              <a:off x="11508174" y="2348536"/>
              <a:ext cx="457240" cy="237765"/>
            </a:xfrm>
            <a:prstGeom prst="rect">
              <a:avLst/>
            </a:prstGeom>
          </p:spPr>
        </p:pic>
        <p:sp>
          <p:nvSpPr>
            <p:cNvPr id="69" name="Half Frame 68">
              <a:extLst>
                <a:ext uri="{FF2B5EF4-FFF2-40B4-BE49-F238E27FC236}">
                  <a16:creationId xmlns:a16="http://schemas.microsoft.com/office/drawing/2014/main" id="{A6E9F8E7-197A-E236-8271-BA88242C8C5A}"/>
                </a:ext>
              </a:extLst>
            </p:cNvPr>
            <p:cNvSpPr/>
            <p:nvPr/>
          </p:nvSpPr>
          <p:spPr>
            <a:xfrm rot="13404157">
              <a:off x="11574355" y="2259673"/>
              <a:ext cx="326437" cy="318006"/>
            </a:xfrm>
            <a:prstGeom prst="halfFrame">
              <a:avLst>
                <a:gd name="adj1" fmla="val 23989"/>
                <a:gd name="adj2" fmla="val 22503"/>
              </a:avLst>
            </a:prstGeom>
            <a:gradFill>
              <a:gsLst>
                <a:gs pos="0">
                  <a:srgbClr val="F6A017"/>
                </a:gs>
                <a:gs pos="52000">
                  <a:srgbClr val="E84B0E"/>
                </a:gs>
                <a:gs pos="89750">
                  <a:srgbClr val="CA3F21"/>
                </a:gs>
                <a:gs pos="69000">
                  <a:srgbClr val="D5431A"/>
                </a:gs>
                <a:gs pos="100000">
                  <a:srgbClr val="BF3A27"/>
                </a:gs>
                <a:gs pos="37000">
                  <a:srgbClr val="FC6A01"/>
                </a:gs>
                <a:gs pos="17000">
                  <a:srgbClr val="FC8606"/>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lt1"/>
                  </a:solidFill>
                  <a:latin typeface="+mn-lt"/>
                  <a:ea typeface="+mn-ea"/>
                  <a:cs typeface="+mn-cs"/>
                </a:defRPr>
              </a:lvl1pPr>
              <a:lvl2pPr marL="609585" algn="l" defTabSz="1219170" rtl="0" eaLnBrk="1" latinLnBrk="0" hangingPunct="1">
                <a:defRPr sz="2400" kern="1200">
                  <a:solidFill>
                    <a:schemeClr val="lt1"/>
                  </a:solidFill>
                  <a:latin typeface="+mn-lt"/>
                  <a:ea typeface="+mn-ea"/>
                  <a:cs typeface="+mn-cs"/>
                </a:defRPr>
              </a:lvl2pPr>
              <a:lvl3pPr marL="1219170" algn="l" defTabSz="1219170" rtl="0" eaLnBrk="1" latinLnBrk="0" hangingPunct="1">
                <a:defRPr sz="2400" kern="1200">
                  <a:solidFill>
                    <a:schemeClr val="lt1"/>
                  </a:solidFill>
                  <a:latin typeface="+mn-lt"/>
                  <a:ea typeface="+mn-ea"/>
                  <a:cs typeface="+mn-cs"/>
                </a:defRPr>
              </a:lvl3pPr>
              <a:lvl4pPr marL="1828754" algn="l" defTabSz="1219170" rtl="0" eaLnBrk="1" latinLnBrk="0" hangingPunct="1">
                <a:defRPr sz="2400" kern="1200">
                  <a:solidFill>
                    <a:schemeClr val="lt1"/>
                  </a:solidFill>
                  <a:latin typeface="+mn-lt"/>
                  <a:ea typeface="+mn-ea"/>
                  <a:cs typeface="+mn-cs"/>
                </a:defRPr>
              </a:lvl4pPr>
              <a:lvl5pPr marL="2438339" algn="l" defTabSz="1219170" rtl="0" eaLnBrk="1" latinLnBrk="0" hangingPunct="1">
                <a:defRPr sz="2400" kern="1200">
                  <a:solidFill>
                    <a:schemeClr val="lt1"/>
                  </a:solidFill>
                  <a:latin typeface="+mn-lt"/>
                  <a:ea typeface="+mn-ea"/>
                  <a:cs typeface="+mn-cs"/>
                </a:defRPr>
              </a:lvl5pPr>
              <a:lvl6pPr marL="3047924" algn="l" defTabSz="1219170" rtl="0" eaLnBrk="1" latinLnBrk="0" hangingPunct="1">
                <a:defRPr sz="2400" kern="1200">
                  <a:solidFill>
                    <a:schemeClr val="lt1"/>
                  </a:solidFill>
                  <a:latin typeface="+mn-lt"/>
                  <a:ea typeface="+mn-ea"/>
                  <a:cs typeface="+mn-cs"/>
                </a:defRPr>
              </a:lvl6pPr>
              <a:lvl7pPr marL="3657509" algn="l" defTabSz="1219170" rtl="0" eaLnBrk="1" latinLnBrk="0" hangingPunct="1">
                <a:defRPr sz="2400" kern="1200">
                  <a:solidFill>
                    <a:schemeClr val="lt1"/>
                  </a:solidFill>
                  <a:latin typeface="+mn-lt"/>
                  <a:ea typeface="+mn-ea"/>
                  <a:cs typeface="+mn-cs"/>
                </a:defRPr>
              </a:lvl7pPr>
              <a:lvl8pPr marL="4267093" algn="l" defTabSz="1219170" rtl="0" eaLnBrk="1" latinLnBrk="0" hangingPunct="1">
                <a:defRPr sz="2400" kern="1200">
                  <a:solidFill>
                    <a:schemeClr val="lt1"/>
                  </a:solidFill>
                  <a:latin typeface="+mn-lt"/>
                  <a:ea typeface="+mn-ea"/>
                  <a:cs typeface="+mn-cs"/>
                </a:defRPr>
              </a:lvl8pPr>
              <a:lvl9pPr marL="4876678" algn="l" defTabSz="1219170" rtl="0" eaLnBrk="1" latinLnBrk="0" hangingPunct="1">
                <a:defRPr sz="2400" kern="1200">
                  <a:solidFill>
                    <a:schemeClr val="lt1"/>
                  </a:solidFill>
                  <a:latin typeface="+mn-lt"/>
                  <a:ea typeface="+mn-ea"/>
                  <a:cs typeface="+mn-cs"/>
                </a:defRPr>
              </a:lvl9pP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lt"/>
                <a:cs typeface="Arial"/>
                <a:sym typeface="+mn-lt"/>
              </a:endParaRPr>
            </a:p>
          </p:txBody>
        </p:sp>
      </p:grpSp>
      <p:grpSp>
        <p:nvGrpSpPr>
          <p:cNvPr id="74" name="Group 73">
            <a:extLst>
              <a:ext uri="{FF2B5EF4-FFF2-40B4-BE49-F238E27FC236}">
                <a16:creationId xmlns:a16="http://schemas.microsoft.com/office/drawing/2014/main" id="{E1E32E8D-C69D-D325-B726-A6404FCD4E31}"/>
              </a:ext>
            </a:extLst>
          </p:cNvPr>
          <p:cNvGrpSpPr/>
          <p:nvPr/>
        </p:nvGrpSpPr>
        <p:grpSpPr>
          <a:xfrm rot="16200000">
            <a:off x="961883" y="5919560"/>
            <a:ext cx="241418" cy="198244"/>
            <a:chOff x="11508174" y="2259673"/>
            <a:chExt cx="457240" cy="326628"/>
          </a:xfrm>
        </p:grpSpPr>
        <p:pic>
          <p:nvPicPr>
            <p:cNvPr id="75" name="Picture 74">
              <a:extLst>
                <a:ext uri="{FF2B5EF4-FFF2-40B4-BE49-F238E27FC236}">
                  <a16:creationId xmlns:a16="http://schemas.microsoft.com/office/drawing/2014/main" id="{804D78D1-2A81-4956-F458-228B1C0676BC}"/>
                </a:ext>
              </a:extLst>
            </p:cNvPr>
            <p:cNvPicPr>
              <a:picLocks noChangeAspect="1"/>
            </p:cNvPicPr>
            <p:nvPr/>
          </p:nvPicPr>
          <p:blipFill>
            <a:blip r:embed="rId8">
              <a:alphaModFix amt="20000"/>
            </a:blip>
            <a:stretch>
              <a:fillRect/>
            </a:stretch>
          </p:blipFill>
          <p:spPr>
            <a:xfrm>
              <a:off x="11508174" y="2268427"/>
              <a:ext cx="457240" cy="237765"/>
            </a:xfrm>
            <a:prstGeom prst="rect">
              <a:avLst/>
            </a:prstGeom>
          </p:spPr>
        </p:pic>
        <p:pic>
          <p:nvPicPr>
            <p:cNvPr id="76" name="Picture 75">
              <a:extLst>
                <a:ext uri="{FF2B5EF4-FFF2-40B4-BE49-F238E27FC236}">
                  <a16:creationId xmlns:a16="http://schemas.microsoft.com/office/drawing/2014/main" id="{A7341DE1-E41E-AFE2-6F77-B662BFAFEBBD}"/>
                </a:ext>
              </a:extLst>
            </p:cNvPr>
            <p:cNvPicPr>
              <a:picLocks noChangeAspect="1"/>
            </p:cNvPicPr>
            <p:nvPr/>
          </p:nvPicPr>
          <p:blipFill>
            <a:blip r:embed="rId8">
              <a:alphaModFix amt="50000"/>
            </a:blip>
            <a:stretch>
              <a:fillRect/>
            </a:stretch>
          </p:blipFill>
          <p:spPr>
            <a:xfrm>
              <a:off x="11508174" y="2348536"/>
              <a:ext cx="457240" cy="237765"/>
            </a:xfrm>
            <a:prstGeom prst="rect">
              <a:avLst/>
            </a:prstGeom>
          </p:spPr>
        </p:pic>
        <p:sp>
          <p:nvSpPr>
            <p:cNvPr id="77" name="Half Frame 76">
              <a:extLst>
                <a:ext uri="{FF2B5EF4-FFF2-40B4-BE49-F238E27FC236}">
                  <a16:creationId xmlns:a16="http://schemas.microsoft.com/office/drawing/2014/main" id="{E77CB02D-38A8-4CAA-3DCA-6D0FB5BF74F4}"/>
                </a:ext>
              </a:extLst>
            </p:cNvPr>
            <p:cNvSpPr/>
            <p:nvPr/>
          </p:nvSpPr>
          <p:spPr>
            <a:xfrm rot="13404157">
              <a:off x="11574355" y="2259673"/>
              <a:ext cx="326437" cy="318006"/>
            </a:xfrm>
            <a:prstGeom prst="halfFrame">
              <a:avLst>
                <a:gd name="adj1" fmla="val 23989"/>
                <a:gd name="adj2" fmla="val 22503"/>
              </a:avLst>
            </a:prstGeom>
            <a:gradFill>
              <a:gsLst>
                <a:gs pos="0">
                  <a:srgbClr val="F6A017"/>
                </a:gs>
                <a:gs pos="52000">
                  <a:srgbClr val="E84B0E"/>
                </a:gs>
                <a:gs pos="89750">
                  <a:srgbClr val="CA3F21"/>
                </a:gs>
                <a:gs pos="69000">
                  <a:srgbClr val="D5431A"/>
                </a:gs>
                <a:gs pos="100000">
                  <a:srgbClr val="BF3A27"/>
                </a:gs>
                <a:gs pos="37000">
                  <a:srgbClr val="FC6A01"/>
                </a:gs>
                <a:gs pos="17000">
                  <a:srgbClr val="FC8606"/>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lt1"/>
                  </a:solidFill>
                  <a:latin typeface="+mn-lt"/>
                  <a:ea typeface="+mn-ea"/>
                  <a:cs typeface="+mn-cs"/>
                </a:defRPr>
              </a:lvl1pPr>
              <a:lvl2pPr marL="609585" algn="l" defTabSz="1219170" rtl="0" eaLnBrk="1" latinLnBrk="0" hangingPunct="1">
                <a:defRPr sz="2400" kern="1200">
                  <a:solidFill>
                    <a:schemeClr val="lt1"/>
                  </a:solidFill>
                  <a:latin typeface="+mn-lt"/>
                  <a:ea typeface="+mn-ea"/>
                  <a:cs typeface="+mn-cs"/>
                </a:defRPr>
              </a:lvl2pPr>
              <a:lvl3pPr marL="1219170" algn="l" defTabSz="1219170" rtl="0" eaLnBrk="1" latinLnBrk="0" hangingPunct="1">
                <a:defRPr sz="2400" kern="1200">
                  <a:solidFill>
                    <a:schemeClr val="lt1"/>
                  </a:solidFill>
                  <a:latin typeface="+mn-lt"/>
                  <a:ea typeface="+mn-ea"/>
                  <a:cs typeface="+mn-cs"/>
                </a:defRPr>
              </a:lvl3pPr>
              <a:lvl4pPr marL="1828754" algn="l" defTabSz="1219170" rtl="0" eaLnBrk="1" latinLnBrk="0" hangingPunct="1">
                <a:defRPr sz="2400" kern="1200">
                  <a:solidFill>
                    <a:schemeClr val="lt1"/>
                  </a:solidFill>
                  <a:latin typeface="+mn-lt"/>
                  <a:ea typeface="+mn-ea"/>
                  <a:cs typeface="+mn-cs"/>
                </a:defRPr>
              </a:lvl4pPr>
              <a:lvl5pPr marL="2438339" algn="l" defTabSz="1219170" rtl="0" eaLnBrk="1" latinLnBrk="0" hangingPunct="1">
                <a:defRPr sz="2400" kern="1200">
                  <a:solidFill>
                    <a:schemeClr val="lt1"/>
                  </a:solidFill>
                  <a:latin typeface="+mn-lt"/>
                  <a:ea typeface="+mn-ea"/>
                  <a:cs typeface="+mn-cs"/>
                </a:defRPr>
              </a:lvl5pPr>
              <a:lvl6pPr marL="3047924" algn="l" defTabSz="1219170" rtl="0" eaLnBrk="1" latinLnBrk="0" hangingPunct="1">
                <a:defRPr sz="2400" kern="1200">
                  <a:solidFill>
                    <a:schemeClr val="lt1"/>
                  </a:solidFill>
                  <a:latin typeface="+mn-lt"/>
                  <a:ea typeface="+mn-ea"/>
                  <a:cs typeface="+mn-cs"/>
                </a:defRPr>
              </a:lvl6pPr>
              <a:lvl7pPr marL="3657509" algn="l" defTabSz="1219170" rtl="0" eaLnBrk="1" latinLnBrk="0" hangingPunct="1">
                <a:defRPr sz="2400" kern="1200">
                  <a:solidFill>
                    <a:schemeClr val="lt1"/>
                  </a:solidFill>
                  <a:latin typeface="+mn-lt"/>
                  <a:ea typeface="+mn-ea"/>
                  <a:cs typeface="+mn-cs"/>
                </a:defRPr>
              </a:lvl7pPr>
              <a:lvl8pPr marL="4267093" algn="l" defTabSz="1219170" rtl="0" eaLnBrk="1" latinLnBrk="0" hangingPunct="1">
                <a:defRPr sz="2400" kern="1200">
                  <a:solidFill>
                    <a:schemeClr val="lt1"/>
                  </a:solidFill>
                  <a:latin typeface="+mn-lt"/>
                  <a:ea typeface="+mn-ea"/>
                  <a:cs typeface="+mn-cs"/>
                </a:defRPr>
              </a:lvl8pPr>
              <a:lvl9pPr marL="4876678" algn="l" defTabSz="1219170" rtl="0" eaLnBrk="1" latinLnBrk="0" hangingPunct="1">
                <a:defRPr sz="2400" kern="1200">
                  <a:solidFill>
                    <a:schemeClr val="lt1"/>
                  </a:solidFill>
                  <a:latin typeface="+mn-lt"/>
                  <a:ea typeface="+mn-ea"/>
                  <a:cs typeface="+mn-cs"/>
                </a:defRPr>
              </a:lvl9pP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lt"/>
                <a:cs typeface="Arial"/>
                <a:sym typeface="+mn-lt"/>
              </a:endParaRPr>
            </a:p>
          </p:txBody>
        </p:sp>
      </p:grpSp>
      <p:grpSp>
        <p:nvGrpSpPr>
          <p:cNvPr id="86" name="Group 85">
            <a:extLst>
              <a:ext uri="{FF2B5EF4-FFF2-40B4-BE49-F238E27FC236}">
                <a16:creationId xmlns:a16="http://schemas.microsoft.com/office/drawing/2014/main" id="{40FD95E1-1FE3-D1DF-426E-7E9849039BD2}"/>
              </a:ext>
            </a:extLst>
          </p:cNvPr>
          <p:cNvGrpSpPr/>
          <p:nvPr/>
        </p:nvGrpSpPr>
        <p:grpSpPr>
          <a:xfrm rot="16200000">
            <a:off x="961883" y="5029363"/>
            <a:ext cx="241418" cy="198244"/>
            <a:chOff x="11508174" y="2259673"/>
            <a:chExt cx="457240" cy="326628"/>
          </a:xfrm>
        </p:grpSpPr>
        <p:pic>
          <p:nvPicPr>
            <p:cNvPr id="87" name="Picture 86">
              <a:extLst>
                <a:ext uri="{FF2B5EF4-FFF2-40B4-BE49-F238E27FC236}">
                  <a16:creationId xmlns:a16="http://schemas.microsoft.com/office/drawing/2014/main" id="{E53C9F42-E70D-4EF4-915F-10C96F5D3B22}"/>
                </a:ext>
              </a:extLst>
            </p:cNvPr>
            <p:cNvPicPr>
              <a:picLocks noChangeAspect="1"/>
            </p:cNvPicPr>
            <p:nvPr/>
          </p:nvPicPr>
          <p:blipFill>
            <a:blip r:embed="rId8">
              <a:alphaModFix amt="20000"/>
            </a:blip>
            <a:stretch>
              <a:fillRect/>
            </a:stretch>
          </p:blipFill>
          <p:spPr>
            <a:xfrm>
              <a:off x="11508174" y="2268427"/>
              <a:ext cx="457240" cy="237765"/>
            </a:xfrm>
            <a:prstGeom prst="rect">
              <a:avLst/>
            </a:prstGeom>
          </p:spPr>
        </p:pic>
        <p:pic>
          <p:nvPicPr>
            <p:cNvPr id="88" name="Picture 87">
              <a:extLst>
                <a:ext uri="{FF2B5EF4-FFF2-40B4-BE49-F238E27FC236}">
                  <a16:creationId xmlns:a16="http://schemas.microsoft.com/office/drawing/2014/main" id="{AA4C4D6B-C6B1-7FEF-659C-7E8CA73E8DB5}"/>
                </a:ext>
              </a:extLst>
            </p:cNvPr>
            <p:cNvPicPr>
              <a:picLocks noChangeAspect="1"/>
            </p:cNvPicPr>
            <p:nvPr/>
          </p:nvPicPr>
          <p:blipFill>
            <a:blip r:embed="rId8">
              <a:alphaModFix amt="50000"/>
            </a:blip>
            <a:stretch>
              <a:fillRect/>
            </a:stretch>
          </p:blipFill>
          <p:spPr>
            <a:xfrm>
              <a:off x="11508174" y="2348536"/>
              <a:ext cx="457240" cy="237765"/>
            </a:xfrm>
            <a:prstGeom prst="rect">
              <a:avLst/>
            </a:prstGeom>
          </p:spPr>
        </p:pic>
        <p:sp>
          <p:nvSpPr>
            <p:cNvPr id="89" name="Half Frame 88">
              <a:extLst>
                <a:ext uri="{FF2B5EF4-FFF2-40B4-BE49-F238E27FC236}">
                  <a16:creationId xmlns:a16="http://schemas.microsoft.com/office/drawing/2014/main" id="{2D46E95C-A4A9-9C0D-0783-9CD811A121A1}"/>
                </a:ext>
              </a:extLst>
            </p:cNvPr>
            <p:cNvSpPr/>
            <p:nvPr/>
          </p:nvSpPr>
          <p:spPr>
            <a:xfrm rot="13404157">
              <a:off x="11574355" y="2259673"/>
              <a:ext cx="326437" cy="318006"/>
            </a:xfrm>
            <a:prstGeom prst="halfFrame">
              <a:avLst>
                <a:gd name="adj1" fmla="val 23989"/>
                <a:gd name="adj2" fmla="val 22503"/>
              </a:avLst>
            </a:prstGeom>
            <a:gradFill>
              <a:gsLst>
                <a:gs pos="0">
                  <a:srgbClr val="F6A017"/>
                </a:gs>
                <a:gs pos="52000">
                  <a:srgbClr val="E84B0E"/>
                </a:gs>
                <a:gs pos="89750">
                  <a:srgbClr val="CA3F21"/>
                </a:gs>
                <a:gs pos="69000">
                  <a:srgbClr val="D5431A"/>
                </a:gs>
                <a:gs pos="100000">
                  <a:srgbClr val="BF3A27"/>
                </a:gs>
                <a:gs pos="37000">
                  <a:srgbClr val="FC6A01"/>
                </a:gs>
                <a:gs pos="17000">
                  <a:srgbClr val="FC8606"/>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lt1"/>
                  </a:solidFill>
                  <a:latin typeface="+mn-lt"/>
                  <a:ea typeface="+mn-ea"/>
                  <a:cs typeface="+mn-cs"/>
                </a:defRPr>
              </a:lvl1pPr>
              <a:lvl2pPr marL="609585" algn="l" defTabSz="1219170" rtl="0" eaLnBrk="1" latinLnBrk="0" hangingPunct="1">
                <a:defRPr sz="2400" kern="1200">
                  <a:solidFill>
                    <a:schemeClr val="lt1"/>
                  </a:solidFill>
                  <a:latin typeface="+mn-lt"/>
                  <a:ea typeface="+mn-ea"/>
                  <a:cs typeface="+mn-cs"/>
                </a:defRPr>
              </a:lvl2pPr>
              <a:lvl3pPr marL="1219170" algn="l" defTabSz="1219170" rtl="0" eaLnBrk="1" latinLnBrk="0" hangingPunct="1">
                <a:defRPr sz="2400" kern="1200">
                  <a:solidFill>
                    <a:schemeClr val="lt1"/>
                  </a:solidFill>
                  <a:latin typeface="+mn-lt"/>
                  <a:ea typeface="+mn-ea"/>
                  <a:cs typeface="+mn-cs"/>
                </a:defRPr>
              </a:lvl3pPr>
              <a:lvl4pPr marL="1828754" algn="l" defTabSz="1219170" rtl="0" eaLnBrk="1" latinLnBrk="0" hangingPunct="1">
                <a:defRPr sz="2400" kern="1200">
                  <a:solidFill>
                    <a:schemeClr val="lt1"/>
                  </a:solidFill>
                  <a:latin typeface="+mn-lt"/>
                  <a:ea typeface="+mn-ea"/>
                  <a:cs typeface="+mn-cs"/>
                </a:defRPr>
              </a:lvl4pPr>
              <a:lvl5pPr marL="2438339" algn="l" defTabSz="1219170" rtl="0" eaLnBrk="1" latinLnBrk="0" hangingPunct="1">
                <a:defRPr sz="2400" kern="1200">
                  <a:solidFill>
                    <a:schemeClr val="lt1"/>
                  </a:solidFill>
                  <a:latin typeface="+mn-lt"/>
                  <a:ea typeface="+mn-ea"/>
                  <a:cs typeface="+mn-cs"/>
                </a:defRPr>
              </a:lvl5pPr>
              <a:lvl6pPr marL="3047924" algn="l" defTabSz="1219170" rtl="0" eaLnBrk="1" latinLnBrk="0" hangingPunct="1">
                <a:defRPr sz="2400" kern="1200">
                  <a:solidFill>
                    <a:schemeClr val="lt1"/>
                  </a:solidFill>
                  <a:latin typeface="+mn-lt"/>
                  <a:ea typeface="+mn-ea"/>
                  <a:cs typeface="+mn-cs"/>
                </a:defRPr>
              </a:lvl6pPr>
              <a:lvl7pPr marL="3657509" algn="l" defTabSz="1219170" rtl="0" eaLnBrk="1" latinLnBrk="0" hangingPunct="1">
                <a:defRPr sz="2400" kern="1200">
                  <a:solidFill>
                    <a:schemeClr val="lt1"/>
                  </a:solidFill>
                  <a:latin typeface="+mn-lt"/>
                  <a:ea typeface="+mn-ea"/>
                  <a:cs typeface="+mn-cs"/>
                </a:defRPr>
              </a:lvl7pPr>
              <a:lvl8pPr marL="4267093" algn="l" defTabSz="1219170" rtl="0" eaLnBrk="1" latinLnBrk="0" hangingPunct="1">
                <a:defRPr sz="2400" kern="1200">
                  <a:solidFill>
                    <a:schemeClr val="lt1"/>
                  </a:solidFill>
                  <a:latin typeface="+mn-lt"/>
                  <a:ea typeface="+mn-ea"/>
                  <a:cs typeface="+mn-cs"/>
                </a:defRPr>
              </a:lvl8pPr>
              <a:lvl9pPr marL="4876678" algn="l" defTabSz="1219170" rtl="0" eaLnBrk="1" latinLnBrk="0" hangingPunct="1">
                <a:defRPr sz="2400" kern="1200">
                  <a:solidFill>
                    <a:schemeClr val="lt1"/>
                  </a:solidFill>
                  <a:latin typeface="+mn-lt"/>
                  <a:ea typeface="+mn-ea"/>
                  <a:cs typeface="+mn-cs"/>
                </a:defRPr>
              </a:lvl9pP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lt"/>
                <a:cs typeface="Arial"/>
                <a:sym typeface="+mn-lt"/>
              </a:endParaRPr>
            </a:p>
          </p:txBody>
        </p:sp>
      </p:grpSp>
      <p:pic>
        <p:nvPicPr>
          <p:cNvPr id="3" name="Picture 6" descr="Discounted Trelegy Online - Insulin Outlet">
            <a:extLst>
              <a:ext uri="{FF2B5EF4-FFF2-40B4-BE49-F238E27FC236}">
                <a16:creationId xmlns:a16="http://schemas.microsoft.com/office/drawing/2014/main" id="{4EE3D9C3-7A1E-E20A-2ED6-173CBD83574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E7F1CC81-B741-6BD2-F24A-71720E140E34}"/>
              </a:ext>
            </a:extLst>
          </p:cNvPr>
          <p:cNvSpPr txBox="1">
            <a:spLocks/>
          </p:cNvSpPr>
          <p:nvPr/>
        </p:nvSpPr>
        <p:spPr>
          <a:xfrm>
            <a:off x="537687" y="6273022"/>
            <a:ext cx="540000" cy="26987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B9B3B01-9C27-4D4B-B55E-30DD78B743D4}" type="slidenum">
              <a:rPr lang="en-US" sz="1000" smtClean="0">
                <a:solidFill>
                  <a:srgbClr val="000000"/>
                </a:solidFill>
                <a:latin typeface="Arial"/>
              </a:rPr>
              <a:pPr>
                <a:defRPr/>
              </a:pPr>
              <a:t>24</a:t>
            </a:fld>
            <a:endParaRPr lang="en-US" sz="1000">
              <a:solidFill>
                <a:srgbClr val="000000"/>
              </a:solidFill>
              <a:latin typeface="Arial"/>
            </a:endParaRPr>
          </a:p>
        </p:txBody>
      </p:sp>
    </p:spTree>
    <p:extLst>
      <p:ext uri="{BB962C8B-B14F-4D97-AF65-F5344CB8AC3E}">
        <p14:creationId xmlns:p14="http://schemas.microsoft.com/office/powerpoint/2010/main" val="2921632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B620E-50E7-72DF-1994-9B148862BB35}"/>
            </a:ext>
          </a:extLst>
        </p:cNvPr>
        <p:cNvGrpSpPr/>
        <p:nvPr/>
      </p:nvGrpSpPr>
      <p:grpSpPr>
        <a:xfrm>
          <a:off x="0" y="0"/>
          <a:ext cx="0" cy="0"/>
          <a:chOff x="0" y="0"/>
          <a:chExt cx="0" cy="0"/>
        </a:xfrm>
      </p:grpSpPr>
      <p:sp>
        <p:nvSpPr>
          <p:cNvPr id="73" name="Text Placeholder 72">
            <a:extLst>
              <a:ext uri="{FF2B5EF4-FFF2-40B4-BE49-F238E27FC236}">
                <a16:creationId xmlns:a16="http://schemas.microsoft.com/office/drawing/2014/main" id="{22D3ECB4-E630-12B1-9C16-CF4122097513}"/>
              </a:ext>
            </a:extLst>
          </p:cNvPr>
          <p:cNvSpPr>
            <a:spLocks noGrp="1"/>
          </p:cNvSpPr>
          <p:nvPr>
            <p:ph type="body" sz="quarter" idx="25"/>
          </p:nvPr>
        </p:nvSpPr>
        <p:spPr>
          <a:xfrm>
            <a:off x="365124" y="1327258"/>
            <a:ext cx="4094581" cy="4451955"/>
          </a:xfrm>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a:ln>
            <a:noFill/>
          </a:ln>
        </p:spPr>
        <p:txBody>
          <a:bodyPr anchor="ctr"/>
          <a:lstStyle/>
          <a:p>
            <a:pPr marL="457200" indent="-457200">
              <a:buFont typeface="+mj-lt"/>
              <a:buAutoNum type="arabicPeriod"/>
            </a:pPr>
            <a:r>
              <a:rPr lang="en-US" sz="2000" dirty="0"/>
              <a:t>Emotive selling should be present across all 5 steps of the patient centric selling model</a:t>
            </a:r>
          </a:p>
          <a:p>
            <a:pPr marL="457200" indent="-457200">
              <a:buFont typeface="+mj-lt"/>
              <a:buAutoNum type="arabicPeriod"/>
            </a:pPr>
            <a:r>
              <a:rPr lang="en-US" sz="2000" dirty="0"/>
              <a:t>In each step, you should refer to the patient anchored on in the beginning of the call </a:t>
            </a:r>
          </a:p>
          <a:p>
            <a:pPr marL="457200" indent="-457200">
              <a:buFont typeface="+mj-lt"/>
              <a:buAutoNum type="arabicPeriod"/>
            </a:pPr>
            <a:r>
              <a:rPr lang="en-US" sz="2000" dirty="0"/>
              <a:t>If you lose the patient, value for the doctor could be lost as well.</a:t>
            </a:r>
          </a:p>
        </p:txBody>
      </p:sp>
      <p:sp>
        <p:nvSpPr>
          <p:cNvPr id="2" name="Title 1">
            <a:extLst>
              <a:ext uri="{FF2B5EF4-FFF2-40B4-BE49-F238E27FC236}">
                <a16:creationId xmlns:a16="http://schemas.microsoft.com/office/drawing/2014/main" id="{62526CDC-A876-04B3-0DAF-02BE0F202433}"/>
              </a:ext>
            </a:extLst>
          </p:cNvPr>
          <p:cNvSpPr>
            <a:spLocks noGrp="1"/>
          </p:cNvSpPr>
          <p:nvPr>
            <p:ph type="title"/>
          </p:nvPr>
        </p:nvSpPr>
        <p:spPr/>
        <p:txBody>
          <a:bodyPr/>
          <a:lstStyle/>
          <a:p>
            <a:r>
              <a:rPr lang="en-US" sz="3200" b="0" dirty="0">
                <a:solidFill>
                  <a:srgbClr val="F36633"/>
                </a:solidFill>
                <a:latin typeface="Arial"/>
              </a:rPr>
              <a:t>Use emotive selling in all the steps </a:t>
            </a:r>
          </a:p>
        </p:txBody>
      </p:sp>
      <p:sp>
        <p:nvSpPr>
          <p:cNvPr id="69" name="Subtitle 68">
            <a:extLst>
              <a:ext uri="{FF2B5EF4-FFF2-40B4-BE49-F238E27FC236}">
                <a16:creationId xmlns:a16="http://schemas.microsoft.com/office/drawing/2014/main" id="{A205AE64-DB8F-65A7-59E9-236D9DD13E69}"/>
              </a:ext>
            </a:extLst>
          </p:cNvPr>
          <p:cNvSpPr>
            <a:spLocks noGrp="1"/>
          </p:cNvSpPr>
          <p:nvPr>
            <p:ph type="subTitle" idx="1"/>
          </p:nvPr>
        </p:nvSpPr>
        <p:spPr>
          <a:xfrm>
            <a:off x="365125" y="721667"/>
            <a:ext cx="11460164" cy="352800"/>
          </a:xfrm>
        </p:spPr>
        <p:txBody>
          <a:bodyPr/>
          <a:lstStyle/>
          <a:p>
            <a:r>
              <a:rPr lang="en-US" sz="2000" i="1"/>
              <a:t>Remember Emotive Selling is your way to convince the HCP by the value you add</a:t>
            </a:r>
          </a:p>
        </p:txBody>
      </p:sp>
      <p:sp>
        <p:nvSpPr>
          <p:cNvPr id="3" name="TextBox 2">
            <a:extLst>
              <a:ext uri="{FF2B5EF4-FFF2-40B4-BE49-F238E27FC236}">
                <a16:creationId xmlns:a16="http://schemas.microsoft.com/office/drawing/2014/main" id="{E6BD7FF2-3B50-F3EB-68D5-792FBD794AA7}"/>
              </a:ext>
            </a:extLst>
          </p:cNvPr>
          <p:cNvSpPr txBox="1"/>
          <p:nvPr/>
        </p:nvSpPr>
        <p:spPr>
          <a:xfrm>
            <a:off x="9090984" y="3518910"/>
            <a:ext cx="914400" cy="914400"/>
          </a:xfrm>
          <a:prstGeom prst="rect">
            <a:avLst/>
          </a:prstGeom>
          <a:noFill/>
        </p:spPr>
        <p:txBody>
          <a:bodyPr wrap="none" lIns="180000" tIns="180000" rIns="180000" bIns="180000" rtlCol="0">
            <a:normAutofit/>
          </a:bodyPr>
          <a:lstStyle/>
          <a:p>
            <a:pPr marL="0" marR="0" lvl="0" indent="0" algn="l" defTabSz="914400" rtl="0" eaLnBrk="1" fontAlgn="auto" latinLnBrk="0" hangingPunct="1">
              <a:lnSpc>
                <a:spcPct val="100000"/>
              </a:lnSpc>
              <a:spcBef>
                <a:spcPts val="300"/>
              </a:spcBef>
              <a:spcAft>
                <a:spcPts val="300"/>
              </a:spcAft>
              <a:buClr>
                <a:srgbClr val="F36633"/>
              </a:buClr>
              <a:buSzPct val="110000"/>
              <a:buFontTx/>
              <a:buNone/>
              <a:tabLst/>
              <a:defRPr/>
            </a:pPr>
            <a:r>
              <a:rPr kumimoji="0" lang="en-GB" sz="1600" b="1" i="0" u="none" strike="noStrike" kern="1200" cap="none" spc="0" normalizeH="0" baseline="0" noProof="0">
                <a:ln>
                  <a:noFill/>
                </a:ln>
                <a:solidFill>
                  <a:prstClr val="white"/>
                </a:solidFill>
                <a:effectLst/>
                <a:uLnTx/>
                <a:uFillTx/>
                <a:latin typeface="Arial"/>
                <a:ea typeface="+mn-ea"/>
              </a:rPr>
              <a:t>P1</a:t>
            </a:r>
          </a:p>
        </p:txBody>
      </p:sp>
      <p:pic>
        <p:nvPicPr>
          <p:cNvPr id="7" name="Picture 6" descr="Discounted Trelegy Online - Insulin Outlet">
            <a:extLst>
              <a:ext uri="{FF2B5EF4-FFF2-40B4-BE49-F238E27FC236}">
                <a16:creationId xmlns:a16="http://schemas.microsoft.com/office/drawing/2014/main" id="{2E89D819-F7B8-5555-C1F0-14255414B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0D2590C-1B1A-4109-81C0-49C755703561}"/>
              </a:ext>
            </a:extLst>
          </p:cNvPr>
          <p:cNvPicPr>
            <a:picLocks noChangeAspect="1"/>
          </p:cNvPicPr>
          <p:nvPr/>
        </p:nvPicPr>
        <p:blipFill>
          <a:blip r:embed="rId4"/>
          <a:srcRect l="4168" t="16545" r="25000" b="7792"/>
          <a:stretch>
            <a:fillRect/>
          </a:stretch>
        </p:blipFill>
        <p:spPr>
          <a:xfrm>
            <a:off x="4828675" y="1496278"/>
            <a:ext cx="6833234" cy="4045264"/>
          </a:xfrm>
          <a:prstGeom prst="rect">
            <a:avLst/>
          </a:prstGeom>
        </p:spPr>
      </p:pic>
      <p:sp>
        <p:nvSpPr>
          <p:cNvPr id="4" name="Slide Number Placeholder 3">
            <a:extLst>
              <a:ext uri="{FF2B5EF4-FFF2-40B4-BE49-F238E27FC236}">
                <a16:creationId xmlns:a16="http://schemas.microsoft.com/office/drawing/2014/main" id="{0AC2ED2C-94B4-9CE1-9189-CAAC0DB02ABE}"/>
              </a:ext>
            </a:extLst>
          </p:cNvPr>
          <p:cNvSpPr>
            <a:spLocks noGrp="1"/>
          </p:cNvSpPr>
          <p:nvPr>
            <p:ph type="sldNum" sz="quarter" idx="23"/>
          </p:nvPr>
        </p:nvSpPr>
        <p:spPr/>
        <p:txBody>
          <a:bodyPr/>
          <a:lstStyle/>
          <a:p>
            <a:fld id="{9F9F533D-B52E-4A2F-BF72-0ADD2D94BD75}" type="slidenum">
              <a:rPr lang="en-GB" smtClean="0"/>
              <a:pPr/>
              <a:t>25</a:t>
            </a:fld>
            <a:endParaRPr lang="en-GB"/>
          </a:p>
        </p:txBody>
      </p:sp>
    </p:spTree>
    <p:extLst>
      <p:ext uri="{BB962C8B-B14F-4D97-AF65-F5344CB8AC3E}">
        <p14:creationId xmlns:p14="http://schemas.microsoft.com/office/powerpoint/2010/main" val="2759834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9ACCE-2ACA-4837-A4EE-B6456641C739}"/>
              </a:ext>
            </a:extLst>
          </p:cNvPr>
          <p:cNvSpPr>
            <a:spLocks noGrp="1"/>
          </p:cNvSpPr>
          <p:nvPr>
            <p:ph type="title"/>
          </p:nvPr>
        </p:nvSpPr>
        <p:spPr>
          <a:xfrm>
            <a:off x="403860" y="281601"/>
            <a:ext cx="11353800" cy="443198"/>
          </a:xfrm>
        </p:spPr>
        <p:txBody>
          <a:bodyPr/>
          <a:lstStyle/>
          <a:p>
            <a:r>
              <a:rPr lang="en-US" sz="3200" b="0" dirty="0">
                <a:solidFill>
                  <a:srgbClr val="F36633"/>
                </a:solidFill>
                <a:latin typeface="Arial"/>
              </a:rPr>
              <a:t>EMOTIVE SELLING TACTICS</a:t>
            </a:r>
          </a:p>
        </p:txBody>
      </p:sp>
      <p:cxnSp>
        <p:nvCxnSpPr>
          <p:cNvPr id="11" name="Straight Connector 10">
            <a:extLst>
              <a:ext uri="{FF2B5EF4-FFF2-40B4-BE49-F238E27FC236}">
                <a16:creationId xmlns:a16="http://schemas.microsoft.com/office/drawing/2014/main" id="{B22A566A-5C24-FA41-FEAD-0F3A89D30E79}"/>
              </a:ext>
            </a:extLst>
          </p:cNvPr>
          <p:cNvCxnSpPr>
            <a:cxnSpLocks/>
          </p:cNvCxnSpPr>
          <p:nvPr/>
        </p:nvCxnSpPr>
        <p:spPr>
          <a:xfrm>
            <a:off x="419100" y="1941004"/>
            <a:ext cx="1133856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E705A2B7-E2E3-47D5-0FF3-236F999BD38C}"/>
              </a:ext>
            </a:extLst>
          </p:cNvPr>
          <p:cNvGrpSpPr/>
          <p:nvPr/>
        </p:nvGrpSpPr>
        <p:grpSpPr>
          <a:xfrm>
            <a:off x="427101" y="3410497"/>
            <a:ext cx="4112713" cy="3269605"/>
            <a:chOff x="376301" y="3410497"/>
            <a:chExt cx="3673939" cy="3269605"/>
          </a:xfrm>
        </p:grpSpPr>
        <p:sp>
          <p:nvSpPr>
            <p:cNvPr id="21" name="Rectangle 20">
              <a:extLst>
                <a:ext uri="{FF2B5EF4-FFF2-40B4-BE49-F238E27FC236}">
                  <a16:creationId xmlns:a16="http://schemas.microsoft.com/office/drawing/2014/main" id="{09F5238E-8E7F-4587-BCBE-A30DEB763B56}"/>
                </a:ext>
              </a:extLst>
            </p:cNvPr>
            <p:cNvSpPr/>
            <p:nvPr/>
          </p:nvSpPr>
          <p:spPr>
            <a:xfrm>
              <a:off x="481297" y="4279445"/>
              <a:ext cx="3483716" cy="2400657"/>
            </a:xfrm>
            <a:prstGeom prst="rect">
              <a:avLst/>
            </a:prstGeom>
            <a:noFill/>
            <a:ln>
              <a:noFill/>
            </a:ln>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ea typeface="+mn-ea"/>
                  <a:cs typeface="+mn-cs"/>
                </a:rPr>
                <a:t>Example: </a:t>
              </a:r>
              <a:r>
                <a:rPr kumimoji="0" lang="en-US" sz="1200" b="0" i="1" u="none" strike="noStrike" kern="0" cap="none" spc="0" normalizeH="0" baseline="0" noProof="0" dirty="0">
                  <a:ln>
                    <a:noFill/>
                  </a:ln>
                  <a:effectLst/>
                  <a:uLnTx/>
                  <a:uFillTx/>
                  <a:ea typeface="+mn-ea"/>
                  <a:cs typeface="+mn-cs"/>
                </a:rPr>
                <a:t>"That’s how our patients feel when they are experiencing exacerbations—like being caught underwater, desperately trying to reach the surface but held back by an invisible weight pressing down on their chest. Each inhale feels shallow and strained, as if the air they need is just out of reach. The overwhelming sense of suffocation can leave them panicked, exhausted, and unable to focus on anything else. Even simple activities, like walking across the room or climbing a few steps, can seem like insurmountable obstacles. This is the daily battle for many living with COPD, and it fuels our determination to create treatments that bring them relief and restore their ability to breathe freely."</a:t>
              </a:r>
            </a:p>
          </p:txBody>
        </p:sp>
        <p:sp>
          <p:nvSpPr>
            <p:cNvPr id="6" name="Rectangle 5">
              <a:extLst>
                <a:ext uri="{FF2B5EF4-FFF2-40B4-BE49-F238E27FC236}">
                  <a16:creationId xmlns:a16="http://schemas.microsoft.com/office/drawing/2014/main" id="{10207DF3-2D62-5BF1-12F8-1FD9CCBDB676}"/>
                </a:ext>
              </a:extLst>
            </p:cNvPr>
            <p:cNvSpPr/>
            <p:nvPr/>
          </p:nvSpPr>
          <p:spPr>
            <a:xfrm>
              <a:off x="941280" y="3410497"/>
              <a:ext cx="3108960" cy="830997"/>
            </a:xfrm>
            <a:prstGeom prst="rect">
              <a:avLst/>
            </a:prstGeom>
            <a:noFill/>
            <a:ln>
              <a:noFill/>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Lyon Text Bold" panose="02000505080000020004" pitchFamily="50" charset="0"/>
                  <a:ea typeface="+mn-ea"/>
                  <a:cs typeface="+mn-cs"/>
                </a:rPr>
                <a:t>Imagery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Incorporate details that invoke the five senses</a:t>
              </a:r>
              <a:endParaRPr kumimoji="0" lang="en-US" sz="1800" b="0" i="0" u="none" strike="noStrike" kern="0" cap="none" spc="0" normalizeH="0" baseline="0" noProof="0" dirty="0">
                <a:ln>
                  <a:noFill/>
                </a:ln>
                <a:solidFill>
                  <a:srgbClr val="052835"/>
                </a:solidFill>
                <a:effectLst/>
                <a:uLnTx/>
                <a:uFillTx/>
                <a:latin typeface="Graphik Regular" panose="020B0503030202060203" pitchFamily="34" charset="0"/>
                <a:ea typeface="+mn-ea"/>
                <a:cs typeface="+mn-cs"/>
              </a:endParaRPr>
            </a:p>
          </p:txBody>
        </p:sp>
        <p:pic>
          <p:nvPicPr>
            <p:cNvPr id="29" name="Graphic 28">
              <a:extLst>
                <a:ext uri="{FF2B5EF4-FFF2-40B4-BE49-F238E27FC236}">
                  <a16:creationId xmlns:a16="http://schemas.microsoft.com/office/drawing/2014/main" id="{3E9CBDD8-9668-F302-41D3-FE6E82B557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6301" y="3483592"/>
              <a:ext cx="437714" cy="523131"/>
            </a:xfrm>
            <a:prstGeom prst="rect">
              <a:avLst/>
            </a:prstGeom>
          </p:spPr>
        </p:pic>
      </p:grpSp>
      <p:sp>
        <p:nvSpPr>
          <p:cNvPr id="4" name="TextBox 3">
            <a:extLst>
              <a:ext uri="{FF2B5EF4-FFF2-40B4-BE49-F238E27FC236}">
                <a16:creationId xmlns:a16="http://schemas.microsoft.com/office/drawing/2014/main" id="{BD4B184C-B0D3-8445-D6B4-DF5903A7AADA}"/>
              </a:ext>
            </a:extLst>
          </p:cNvPr>
          <p:cNvSpPr txBox="1"/>
          <p:nvPr/>
        </p:nvSpPr>
        <p:spPr>
          <a:xfrm>
            <a:off x="1105338" y="1298496"/>
            <a:ext cx="10153787" cy="36933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Utilize emotive selling concepts to convey the emotional case for change </a:t>
            </a:r>
          </a:p>
        </p:txBody>
      </p:sp>
      <p:pic>
        <p:nvPicPr>
          <p:cNvPr id="12" name="Graphic 11">
            <a:extLst>
              <a:ext uri="{FF2B5EF4-FFF2-40B4-BE49-F238E27FC236}">
                <a16:creationId xmlns:a16="http://schemas.microsoft.com/office/drawing/2014/main" id="{6A8BBFD9-DCA2-F51E-42BA-61D8575627C7}"/>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419100" y="1156568"/>
            <a:ext cx="560855" cy="560855"/>
          </a:xfrm>
          <a:prstGeom prst="rect">
            <a:avLst/>
          </a:prstGeom>
        </p:spPr>
      </p:pic>
      <p:sp>
        <p:nvSpPr>
          <p:cNvPr id="16" name="TextBox 15">
            <a:extLst>
              <a:ext uri="{FF2B5EF4-FFF2-40B4-BE49-F238E27FC236}">
                <a16:creationId xmlns:a16="http://schemas.microsoft.com/office/drawing/2014/main" id="{675DC74A-3E0F-B379-D995-982141806E7D}"/>
              </a:ext>
            </a:extLst>
          </p:cNvPr>
          <p:cNvSpPr txBox="1"/>
          <p:nvPr/>
        </p:nvSpPr>
        <p:spPr>
          <a:xfrm>
            <a:off x="2534990" y="2542102"/>
            <a:ext cx="9601200" cy="27699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Dial up the Constructive Tension your story creates with: </a:t>
            </a:r>
          </a:p>
        </p:txBody>
      </p:sp>
      <p:grpSp>
        <p:nvGrpSpPr>
          <p:cNvPr id="37" name="Group 36">
            <a:extLst>
              <a:ext uri="{FF2B5EF4-FFF2-40B4-BE49-F238E27FC236}">
                <a16:creationId xmlns:a16="http://schemas.microsoft.com/office/drawing/2014/main" id="{6EE66268-CAA1-15D7-AF43-395B7E2D9D6B}"/>
              </a:ext>
            </a:extLst>
          </p:cNvPr>
          <p:cNvGrpSpPr/>
          <p:nvPr/>
        </p:nvGrpSpPr>
        <p:grpSpPr>
          <a:xfrm>
            <a:off x="4872572" y="3307003"/>
            <a:ext cx="3120255" cy="2273181"/>
            <a:chOff x="4283836" y="3483592"/>
            <a:chExt cx="3120255" cy="2273181"/>
          </a:xfrm>
        </p:grpSpPr>
        <p:sp>
          <p:nvSpPr>
            <p:cNvPr id="19" name="Rectangle 18">
              <a:extLst>
                <a:ext uri="{FF2B5EF4-FFF2-40B4-BE49-F238E27FC236}">
                  <a16:creationId xmlns:a16="http://schemas.microsoft.com/office/drawing/2014/main" id="{3B351172-90FE-49D0-A66B-080905148379}"/>
                </a:ext>
              </a:extLst>
            </p:cNvPr>
            <p:cNvSpPr/>
            <p:nvPr/>
          </p:nvSpPr>
          <p:spPr>
            <a:xfrm>
              <a:off x="4295131" y="5387441"/>
              <a:ext cx="3108960" cy="369332"/>
            </a:xfrm>
            <a:prstGeom prst="rect">
              <a:avLst/>
            </a:prstGeom>
            <a:noFill/>
            <a:ln>
              <a:noFill/>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ea typeface="+mn-ea"/>
                  <a:cs typeface="+mn-cs"/>
                </a:rPr>
                <a:t>Example: </a:t>
              </a:r>
              <a:r>
                <a:rPr kumimoji="0" lang="en-US" sz="1200" b="0" i="0" u="none" strike="noStrike" kern="0" cap="none" spc="0" normalizeH="0" baseline="0" noProof="0" dirty="0">
                  <a:ln>
                    <a:noFill/>
                  </a:ln>
                  <a:effectLst/>
                  <a:uLnTx/>
                  <a:uFillTx/>
                  <a:ea typeface="+mn-ea"/>
                  <a:cs typeface="+mn-cs"/>
                </a:rPr>
                <a:t>like trying to sip air through a straw riddled with tiny holes</a:t>
              </a:r>
              <a:endParaRPr kumimoji="0" lang="en-US" sz="1200" b="0" i="0" u="none" strike="noStrike" kern="1200" cap="none" spc="0" normalizeH="0" baseline="0" noProof="0" dirty="0">
                <a:ln>
                  <a:noFill/>
                </a:ln>
                <a:effectLst/>
                <a:uLnTx/>
                <a:uFillTx/>
                <a:ea typeface="+mn-ea"/>
                <a:cs typeface="+mn-cs"/>
              </a:endParaRPr>
            </a:p>
          </p:txBody>
        </p:sp>
        <p:sp>
          <p:nvSpPr>
            <p:cNvPr id="8" name="Rectangle 7">
              <a:extLst>
                <a:ext uri="{FF2B5EF4-FFF2-40B4-BE49-F238E27FC236}">
                  <a16:creationId xmlns:a16="http://schemas.microsoft.com/office/drawing/2014/main" id="{D944E80B-406F-B11F-F5BA-F0DDF2DF4C60}"/>
                </a:ext>
              </a:extLst>
            </p:cNvPr>
            <p:cNvSpPr/>
            <p:nvPr/>
          </p:nvSpPr>
          <p:spPr>
            <a:xfrm>
              <a:off x="4295131" y="4143084"/>
              <a:ext cx="3108960" cy="1107996"/>
            </a:xfrm>
            <a:prstGeom prst="rect">
              <a:avLst/>
            </a:prstGeom>
            <a:noFill/>
            <a:ln>
              <a:noFill/>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52835"/>
                  </a:solidFill>
                  <a:effectLst/>
                  <a:uLnTx/>
                  <a:uFillTx/>
                  <a:latin typeface="Lyon Text Bold" panose="02000505080000020004" pitchFamily="50" charset="0"/>
                  <a:ea typeface="+mn-ea"/>
                  <a:cs typeface="+mn-cs"/>
                </a:rPr>
                <a:t>Analogies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Create a comparison </a:t>
              </a:r>
              <a:r>
                <a:rPr kumimoji="0" lang="en-US" sz="1800" b="0" i="0" u="none" strike="noStrike" kern="0" cap="none" spc="0" normalizeH="0" baseline="0" noProof="0" dirty="0">
                  <a:ln>
                    <a:noFill/>
                  </a:ln>
                  <a:solidFill>
                    <a:srgbClr val="052835"/>
                  </a:solidFill>
                  <a:effectLst/>
                  <a:uLnTx/>
                  <a:uFillTx/>
                  <a:latin typeface="Graphik Regular" panose="020B0503030202060203" pitchFamily="34" charset="0"/>
                  <a:ea typeface="+mn-ea"/>
                  <a:cs typeface="+mn-cs"/>
                </a:rPr>
                <a:t>to make your point more memorable</a:t>
              </a:r>
              <a:endPar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endParaRPr>
            </a:p>
          </p:txBody>
        </p:sp>
        <p:grpSp>
          <p:nvGrpSpPr>
            <p:cNvPr id="35" name="Group 34">
              <a:extLst>
                <a:ext uri="{FF2B5EF4-FFF2-40B4-BE49-F238E27FC236}">
                  <a16:creationId xmlns:a16="http://schemas.microsoft.com/office/drawing/2014/main" id="{BF3A0D6D-9C2E-6EA1-86F7-DBCA094BF8EE}"/>
                </a:ext>
              </a:extLst>
            </p:cNvPr>
            <p:cNvGrpSpPr/>
            <p:nvPr/>
          </p:nvGrpSpPr>
          <p:grpSpPr>
            <a:xfrm>
              <a:off x="4283836" y="3483592"/>
              <a:ext cx="847125" cy="523131"/>
              <a:chOff x="4710112" y="2576512"/>
              <a:chExt cx="2767869" cy="1709261"/>
            </a:xfrm>
            <a:solidFill>
              <a:schemeClr val="tx1"/>
            </a:solidFill>
          </p:grpSpPr>
          <p:sp>
            <p:nvSpPr>
              <p:cNvPr id="9" name="Freeform: Shape 8">
                <a:extLst>
                  <a:ext uri="{FF2B5EF4-FFF2-40B4-BE49-F238E27FC236}">
                    <a16:creationId xmlns:a16="http://schemas.microsoft.com/office/drawing/2014/main" id="{5AEB3BFC-FC75-836F-1D46-E46C7EC44473}"/>
                  </a:ext>
                </a:extLst>
              </p:cNvPr>
              <p:cNvSpPr/>
              <p:nvPr/>
            </p:nvSpPr>
            <p:spPr>
              <a:xfrm>
                <a:off x="4710112" y="2576512"/>
                <a:ext cx="2767869" cy="1709261"/>
              </a:xfrm>
              <a:custGeom>
                <a:avLst/>
                <a:gdLst>
                  <a:gd name="connsiteX0" fmla="*/ 0 w 2767869"/>
                  <a:gd name="connsiteY0" fmla="*/ 332708 h 1709261"/>
                  <a:gd name="connsiteX1" fmla="*/ 0 w 2767869"/>
                  <a:gd name="connsiteY1" fmla="*/ 1129189 h 1709261"/>
                  <a:gd name="connsiteX2" fmla="*/ 334994 w 2767869"/>
                  <a:gd name="connsiteY2" fmla="*/ 1463135 h 1709261"/>
                  <a:gd name="connsiteX3" fmla="*/ 2009585 w 2767869"/>
                  <a:gd name="connsiteY3" fmla="*/ 1463135 h 1709261"/>
                  <a:gd name="connsiteX4" fmla="*/ 2009585 w 2767869"/>
                  <a:gd name="connsiteY4" fmla="*/ 1463135 h 1709261"/>
                  <a:gd name="connsiteX5" fmla="*/ 2575179 w 2767869"/>
                  <a:gd name="connsiteY5" fmla="*/ 1679734 h 1709261"/>
                  <a:gd name="connsiteX6" fmla="*/ 2652236 w 2767869"/>
                  <a:gd name="connsiteY6" fmla="*/ 1709261 h 1709261"/>
                  <a:gd name="connsiteX7" fmla="*/ 2698528 w 2767869"/>
                  <a:gd name="connsiteY7" fmla="*/ 1699546 h 1709261"/>
                  <a:gd name="connsiteX8" fmla="*/ 2767870 w 2767869"/>
                  <a:gd name="connsiteY8" fmla="*/ 1595818 h 1709261"/>
                  <a:gd name="connsiteX9" fmla="*/ 2767870 w 2767869"/>
                  <a:gd name="connsiteY9" fmla="*/ 336709 h 1709261"/>
                  <a:gd name="connsiteX10" fmla="*/ 2428685 w 2767869"/>
                  <a:gd name="connsiteY10" fmla="*/ 0 h 1709261"/>
                  <a:gd name="connsiteX11" fmla="*/ 335185 w 2767869"/>
                  <a:gd name="connsiteY11" fmla="*/ 0 h 1709261"/>
                  <a:gd name="connsiteX12" fmla="*/ 0 w 2767869"/>
                  <a:gd name="connsiteY12" fmla="*/ 332708 h 1709261"/>
                  <a:gd name="connsiteX13" fmla="*/ 112014 w 2767869"/>
                  <a:gd name="connsiteY13" fmla="*/ 1129189 h 1709261"/>
                  <a:gd name="connsiteX14" fmla="*/ 112014 w 2767869"/>
                  <a:gd name="connsiteY14" fmla="*/ 1129189 h 1709261"/>
                  <a:gd name="connsiteX15" fmla="*/ 112014 w 2767869"/>
                  <a:gd name="connsiteY15" fmla="*/ 332708 h 1709261"/>
                  <a:gd name="connsiteX16" fmla="*/ 335185 w 2767869"/>
                  <a:gd name="connsiteY16" fmla="*/ 111443 h 1709261"/>
                  <a:gd name="connsiteX17" fmla="*/ 2428685 w 2767869"/>
                  <a:gd name="connsiteY17" fmla="*/ 111443 h 1709261"/>
                  <a:gd name="connsiteX18" fmla="*/ 2655856 w 2767869"/>
                  <a:gd name="connsiteY18" fmla="*/ 336614 h 1709261"/>
                  <a:gd name="connsiteX19" fmla="*/ 2655856 w 2767869"/>
                  <a:gd name="connsiteY19" fmla="*/ 1595342 h 1709261"/>
                  <a:gd name="connsiteX20" fmla="*/ 2653474 w 2767869"/>
                  <a:gd name="connsiteY20" fmla="*/ 1597438 h 1709261"/>
                  <a:gd name="connsiteX21" fmla="*/ 2650522 w 2767869"/>
                  <a:gd name="connsiteY21" fmla="*/ 1597057 h 1709261"/>
                  <a:gd name="connsiteX22" fmla="*/ 2009680 w 2767869"/>
                  <a:gd name="connsiteY22" fmla="*/ 1351502 h 1709261"/>
                  <a:gd name="connsiteX23" fmla="*/ 334994 w 2767869"/>
                  <a:gd name="connsiteY23" fmla="*/ 1351502 h 1709261"/>
                  <a:gd name="connsiteX24" fmla="*/ 112109 w 2767869"/>
                  <a:gd name="connsiteY24" fmla="*/ 1129094 h 170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67869" h="1709261">
                    <a:moveTo>
                      <a:pt x="0" y="332708"/>
                    </a:moveTo>
                    <a:lnTo>
                      <a:pt x="0" y="1129189"/>
                    </a:lnTo>
                    <a:cubicBezTo>
                      <a:pt x="0" y="1313307"/>
                      <a:pt x="150305" y="1463135"/>
                      <a:pt x="334994" y="1463135"/>
                    </a:cubicBezTo>
                    <a:lnTo>
                      <a:pt x="2009585" y="1463135"/>
                    </a:lnTo>
                    <a:cubicBezTo>
                      <a:pt x="2009585" y="1463135"/>
                      <a:pt x="2009585" y="1463135"/>
                      <a:pt x="2009585" y="1463135"/>
                    </a:cubicBezTo>
                    <a:cubicBezTo>
                      <a:pt x="2219135" y="1463135"/>
                      <a:pt x="2420017" y="1540002"/>
                      <a:pt x="2575179" y="1679734"/>
                    </a:cubicBezTo>
                    <a:cubicBezTo>
                      <a:pt x="2596610" y="1699070"/>
                      <a:pt x="2624233" y="1709261"/>
                      <a:pt x="2652236" y="1709261"/>
                    </a:cubicBezTo>
                    <a:cubicBezTo>
                      <a:pt x="2667857" y="1709261"/>
                      <a:pt x="2683669" y="1706118"/>
                      <a:pt x="2698528" y="1699546"/>
                    </a:cubicBezTo>
                    <a:cubicBezTo>
                      <a:pt x="2740628" y="1681163"/>
                      <a:pt x="2767870" y="1640396"/>
                      <a:pt x="2767870" y="1595818"/>
                    </a:cubicBezTo>
                    <a:lnTo>
                      <a:pt x="2767870" y="336709"/>
                    </a:lnTo>
                    <a:cubicBezTo>
                      <a:pt x="2767965" y="151067"/>
                      <a:pt x="2615756" y="0"/>
                      <a:pt x="2428685" y="0"/>
                    </a:cubicBezTo>
                    <a:lnTo>
                      <a:pt x="335185" y="0"/>
                    </a:lnTo>
                    <a:cubicBezTo>
                      <a:pt x="150400" y="0"/>
                      <a:pt x="0" y="149257"/>
                      <a:pt x="0" y="332708"/>
                    </a:cubicBezTo>
                    <a:close/>
                    <a:moveTo>
                      <a:pt x="112014" y="1129189"/>
                    </a:moveTo>
                    <a:lnTo>
                      <a:pt x="112014" y="1129189"/>
                    </a:lnTo>
                    <a:lnTo>
                      <a:pt x="112014" y="332708"/>
                    </a:lnTo>
                    <a:cubicBezTo>
                      <a:pt x="112014" y="210693"/>
                      <a:pt x="212122" y="111443"/>
                      <a:pt x="335185" y="111443"/>
                    </a:cubicBezTo>
                    <a:lnTo>
                      <a:pt x="2428685" y="111443"/>
                    </a:lnTo>
                    <a:cubicBezTo>
                      <a:pt x="2553938" y="111443"/>
                      <a:pt x="2655856" y="212503"/>
                      <a:pt x="2655856" y="336614"/>
                    </a:cubicBezTo>
                    <a:lnTo>
                      <a:pt x="2655856" y="1595342"/>
                    </a:lnTo>
                    <a:cubicBezTo>
                      <a:pt x="2655570" y="1595914"/>
                      <a:pt x="2654713" y="1596866"/>
                      <a:pt x="2653474" y="1597438"/>
                    </a:cubicBezTo>
                    <a:cubicBezTo>
                      <a:pt x="2652617" y="1597819"/>
                      <a:pt x="2651093" y="1597533"/>
                      <a:pt x="2650522" y="1597057"/>
                    </a:cubicBezTo>
                    <a:cubicBezTo>
                      <a:pt x="2474595" y="1438656"/>
                      <a:pt x="2247043" y="1351502"/>
                      <a:pt x="2009680" y="1351502"/>
                    </a:cubicBezTo>
                    <a:lnTo>
                      <a:pt x="334994" y="1351502"/>
                    </a:lnTo>
                    <a:cubicBezTo>
                      <a:pt x="212027" y="1351502"/>
                      <a:pt x="112109" y="1251776"/>
                      <a:pt x="112109" y="1129094"/>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10" name="Freeform: Shape 9">
                <a:extLst>
                  <a:ext uri="{FF2B5EF4-FFF2-40B4-BE49-F238E27FC236}">
                    <a16:creationId xmlns:a16="http://schemas.microsoft.com/office/drawing/2014/main" id="{630C6672-59EB-474D-2606-0664EE2C449A}"/>
                  </a:ext>
                </a:extLst>
              </p:cNvPr>
              <p:cNvSpPr/>
              <p:nvPr/>
            </p:nvSpPr>
            <p:spPr>
              <a:xfrm>
                <a:off x="4967572" y="3160394"/>
                <a:ext cx="90677" cy="313277"/>
              </a:xfrm>
              <a:custGeom>
                <a:avLst/>
                <a:gdLst>
                  <a:gd name="connsiteX0" fmla="*/ 0 w 90677"/>
                  <a:gd name="connsiteY0" fmla="*/ 0 h 313277"/>
                  <a:gd name="connsiteX1" fmla="*/ 90678 w 90677"/>
                  <a:gd name="connsiteY1" fmla="*/ 0 h 313277"/>
                  <a:gd name="connsiteX2" fmla="*/ 90678 w 90677"/>
                  <a:gd name="connsiteY2" fmla="*/ 313277 h 313277"/>
                  <a:gd name="connsiteX3" fmla="*/ 0 w 90677"/>
                  <a:gd name="connsiteY3" fmla="*/ 313277 h 313277"/>
                  <a:gd name="connsiteX4" fmla="*/ 0 w 90677"/>
                  <a:gd name="connsiteY4" fmla="*/ 0 h 313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77" h="313277">
                    <a:moveTo>
                      <a:pt x="0" y="0"/>
                    </a:moveTo>
                    <a:lnTo>
                      <a:pt x="90678" y="0"/>
                    </a:lnTo>
                    <a:lnTo>
                      <a:pt x="90678" y="313277"/>
                    </a:lnTo>
                    <a:lnTo>
                      <a:pt x="0" y="313277"/>
                    </a:lnTo>
                    <a:lnTo>
                      <a:pt x="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14" name="Freeform: Shape 13">
                <a:extLst>
                  <a:ext uri="{FF2B5EF4-FFF2-40B4-BE49-F238E27FC236}">
                    <a16:creationId xmlns:a16="http://schemas.microsoft.com/office/drawing/2014/main" id="{64FBADB9-BA97-FE22-3881-FA5C4721F234}"/>
                  </a:ext>
                </a:extLst>
              </p:cNvPr>
              <p:cNvSpPr/>
              <p:nvPr/>
            </p:nvSpPr>
            <p:spPr>
              <a:xfrm>
                <a:off x="5099017" y="3160394"/>
                <a:ext cx="252412" cy="313277"/>
              </a:xfrm>
              <a:custGeom>
                <a:avLst/>
                <a:gdLst>
                  <a:gd name="connsiteX0" fmla="*/ 81058 w 252412"/>
                  <a:gd name="connsiteY0" fmla="*/ 69247 h 313277"/>
                  <a:gd name="connsiteX1" fmla="*/ 0 w 252412"/>
                  <a:gd name="connsiteY1" fmla="*/ 69247 h 313277"/>
                  <a:gd name="connsiteX2" fmla="*/ 0 w 252412"/>
                  <a:gd name="connsiteY2" fmla="*/ 0 h 313277"/>
                  <a:gd name="connsiteX3" fmla="*/ 252413 w 252412"/>
                  <a:gd name="connsiteY3" fmla="*/ 0 h 313277"/>
                  <a:gd name="connsiteX4" fmla="*/ 252413 w 252412"/>
                  <a:gd name="connsiteY4" fmla="*/ 69247 h 313277"/>
                  <a:gd name="connsiteX5" fmla="*/ 171355 w 252412"/>
                  <a:gd name="connsiteY5" fmla="*/ 69247 h 313277"/>
                  <a:gd name="connsiteX6" fmla="*/ 171355 w 252412"/>
                  <a:gd name="connsiteY6" fmla="*/ 313277 h 313277"/>
                  <a:gd name="connsiteX7" fmla="*/ 81058 w 252412"/>
                  <a:gd name="connsiteY7" fmla="*/ 313277 h 313277"/>
                  <a:gd name="connsiteX8" fmla="*/ 81058 w 252412"/>
                  <a:gd name="connsiteY8" fmla="*/ 69247 h 313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412" h="313277">
                    <a:moveTo>
                      <a:pt x="81058" y="69247"/>
                    </a:moveTo>
                    <a:lnTo>
                      <a:pt x="0" y="69247"/>
                    </a:lnTo>
                    <a:lnTo>
                      <a:pt x="0" y="0"/>
                    </a:lnTo>
                    <a:lnTo>
                      <a:pt x="252413" y="0"/>
                    </a:lnTo>
                    <a:lnTo>
                      <a:pt x="252413" y="69247"/>
                    </a:lnTo>
                    <a:lnTo>
                      <a:pt x="171355" y="69247"/>
                    </a:lnTo>
                    <a:lnTo>
                      <a:pt x="171355" y="313277"/>
                    </a:lnTo>
                    <a:lnTo>
                      <a:pt x="81058" y="313277"/>
                    </a:lnTo>
                    <a:lnTo>
                      <a:pt x="81058" y="69247"/>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17" name="Freeform: Shape 16">
                <a:extLst>
                  <a:ext uri="{FF2B5EF4-FFF2-40B4-BE49-F238E27FC236}">
                    <a16:creationId xmlns:a16="http://schemas.microsoft.com/office/drawing/2014/main" id="{546BE201-6E44-FC6E-2E2D-D226449C223F}"/>
                  </a:ext>
                </a:extLst>
              </p:cNvPr>
              <p:cNvSpPr/>
              <p:nvPr/>
            </p:nvSpPr>
            <p:spPr>
              <a:xfrm>
                <a:off x="5374671" y="3154679"/>
                <a:ext cx="104298" cy="131444"/>
              </a:xfrm>
              <a:custGeom>
                <a:avLst/>
                <a:gdLst>
                  <a:gd name="connsiteX0" fmla="*/ 0 w 104298"/>
                  <a:gd name="connsiteY0" fmla="*/ 114395 h 131444"/>
                  <a:gd name="connsiteX1" fmla="*/ 35052 w 104298"/>
                  <a:gd name="connsiteY1" fmla="*/ 0 h 131444"/>
                  <a:gd name="connsiteX2" fmla="*/ 104299 w 104298"/>
                  <a:gd name="connsiteY2" fmla="*/ 23241 h 131444"/>
                  <a:gd name="connsiteX3" fmla="*/ 44291 w 104298"/>
                  <a:gd name="connsiteY3" fmla="*/ 131445 h 131444"/>
                  <a:gd name="connsiteX4" fmla="*/ 0 w 104298"/>
                  <a:gd name="connsiteY4" fmla="*/ 114395 h 131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98" h="131444">
                    <a:moveTo>
                      <a:pt x="0" y="114395"/>
                    </a:moveTo>
                    <a:lnTo>
                      <a:pt x="35052" y="0"/>
                    </a:lnTo>
                    <a:lnTo>
                      <a:pt x="104299" y="23241"/>
                    </a:lnTo>
                    <a:lnTo>
                      <a:pt x="44291" y="131445"/>
                    </a:lnTo>
                    <a:lnTo>
                      <a:pt x="0" y="114395"/>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22" name="Freeform: Shape 21">
                <a:extLst>
                  <a:ext uri="{FF2B5EF4-FFF2-40B4-BE49-F238E27FC236}">
                    <a16:creationId xmlns:a16="http://schemas.microsoft.com/office/drawing/2014/main" id="{71BA09A3-B41A-CA38-D101-DE3A71D5ED53}"/>
                  </a:ext>
                </a:extLst>
              </p:cNvPr>
              <p:cNvSpPr/>
              <p:nvPr/>
            </p:nvSpPr>
            <p:spPr>
              <a:xfrm>
                <a:off x="5485447" y="3156013"/>
                <a:ext cx="261175" cy="322992"/>
              </a:xfrm>
              <a:custGeom>
                <a:avLst/>
                <a:gdLst>
                  <a:gd name="connsiteX0" fmla="*/ 0 w 261175"/>
                  <a:gd name="connsiteY0" fmla="*/ 218218 h 322992"/>
                  <a:gd name="connsiteX1" fmla="*/ 85439 w 261175"/>
                  <a:gd name="connsiteY1" fmla="*/ 218218 h 322992"/>
                  <a:gd name="connsiteX2" fmla="*/ 134969 w 261175"/>
                  <a:gd name="connsiteY2" fmla="*/ 258985 h 322992"/>
                  <a:gd name="connsiteX3" fmla="*/ 175260 w 261175"/>
                  <a:gd name="connsiteY3" fmla="*/ 227838 h 322992"/>
                  <a:gd name="connsiteX4" fmla="*/ 125730 w 261175"/>
                  <a:gd name="connsiteY4" fmla="*/ 197644 h 322992"/>
                  <a:gd name="connsiteX5" fmla="*/ 7429 w 261175"/>
                  <a:gd name="connsiteY5" fmla="*/ 97726 h 322992"/>
                  <a:gd name="connsiteX6" fmla="*/ 128778 w 261175"/>
                  <a:gd name="connsiteY6" fmla="*/ 0 h 322992"/>
                  <a:gd name="connsiteX7" fmla="*/ 252317 w 261175"/>
                  <a:gd name="connsiteY7" fmla="*/ 97726 h 322992"/>
                  <a:gd name="connsiteX8" fmla="*/ 169069 w 261175"/>
                  <a:gd name="connsiteY8" fmla="*/ 97726 h 322992"/>
                  <a:gd name="connsiteX9" fmla="*/ 128778 w 261175"/>
                  <a:gd name="connsiteY9" fmla="*/ 64008 h 322992"/>
                  <a:gd name="connsiteX10" fmla="*/ 92392 w 261175"/>
                  <a:gd name="connsiteY10" fmla="*/ 90773 h 322992"/>
                  <a:gd name="connsiteX11" fmla="*/ 141065 w 261175"/>
                  <a:gd name="connsiteY11" fmla="*/ 121444 h 322992"/>
                  <a:gd name="connsiteX12" fmla="*/ 261175 w 261175"/>
                  <a:gd name="connsiteY12" fmla="*/ 218694 h 322992"/>
                  <a:gd name="connsiteX13" fmla="*/ 134969 w 261175"/>
                  <a:gd name="connsiteY13" fmla="*/ 322993 h 322992"/>
                  <a:gd name="connsiteX14" fmla="*/ 0 w 261175"/>
                  <a:gd name="connsiteY14" fmla="*/ 218218 h 322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1175" h="322992">
                    <a:moveTo>
                      <a:pt x="0" y="218218"/>
                    </a:moveTo>
                    <a:lnTo>
                      <a:pt x="85439" y="218218"/>
                    </a:lnTo>
                    <a:cubicBezTo>
                      <a:pt x="87630" y="240601"/>
                      <a:pt x="97727" y="258985"/>
                      <a:pt x="134969" y="258985"/>
                    </a:cubicBezTo>
                    <a:cubicBezTo>
                      <a:pt x="160782" y="258985"/>
                      <a:pt x="175260" y="246316"/>
                      <a:pt x="175260" y="227838"/>
                    </a:cubicBezTo>
                    <a:cubicBezTo>
                      <a:pt x="175260" y="209360"/>
                      <a:pt x="163449" y="203264"/>
                      <a:pt x="125730" y="197644"/>
                    </a:cubicBezTo>
                    <a:cubicBezTo>
                      <a:pt x="37243" y="187166"/>
                      <a:pt x="7429" y="160877"/>
                      <a:pt x="7429" y="97726"/>
                    </a:cubicBezTo>
                    <a:cubicBezTo>
                      <a:pt x="7429" y="41243"/>
                      <a:pt x="53911" y="0"/>
                      <a:pt x="128778" y="0"/>
                    </a:cubicBezTo>
                    <a:cubicBezTo>
                      <a:pt x="203644" y="0"/>
                      <a:pt x="246698" y="31528"/>
                      <a:pt x="252317" y="97726"/>
                    </a:cubicBezTo>
                    <a:lnTo>
                      <a:pt x="169069" y="97726"/>
                    </a:lnTo>
                    <a:cubicBezTo>
                      <a:pt x="166021" y="75343"/>
                      <a:pt x="153257" y="64008"/>
                      <a:pt x="128778" y="64008"/>
                    </a:cubicBezTo>
                    <a:cubicBezTo>
                      <a:pt x="104299" y="64008"/>
                      <a:pt x="92392" y="74962"/>
                      <a:pt x="92392" y="90773"/>
                    </a:cubicBezTo>
                    <a:cubicBezTo>
                      <a:pt x="92392" y="108299"/>
                      <a:pt x="102013" y="116205"/>
                      <a:pt x="141065" y="121444"/>
                    </a:cubicBezTo>
                    <a:cubicBezTo>
                      <a:pt x="220409" y="130207"/>
                      <a:pt x="261175" y="150781"/>
                      <a:pt x="261175" y="218694"/>
                    </a:cubicBezTo>
                    <a:cubicBezTo>
                      <a:pt x="261175" y="276130"/>
                      <a:pt x="215551" y="322993"/>
                      <a:pt x="134969" y="322993"/>
                    </a:cubicBezTo>
                    <a:cubicBezTo>
                      <a:pt x="47339" y="322993"/>
                      <a:pt x="2667" y="286226"/>
                      <a:pt x="0" y="21821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25" name="Freeform: Shape 24">
                <a:extLst>
                  <a:ext uri="{FF2B5EF4-FFF2-40B4-BE49-F238E27FC236}">
                    <a16:creationId xmlns:a16="http://schemas.microsoft.com/office/drawing/2014/main" id="{C133A642-BD82-22C0-9072-7D1D1033BAB1}"/>
                  </a:ext>
                </a:extLst>
              </p:cNvPr>
              <p:cNvSpPr/>
              <p:nvPr/>
            </p:nvSpPr>
            <p:spPr>
              <a:xfrm>
                <a:off x="5875400" y="3160394"/>
                <a:ext cx="208597" cy="313277"/>
              </a:xfrm>
              <a:custGeom>
                <a:avLst/>
                <a:gdLst>
                  <a:gd name="connsiteX0" fmla="*/ 0 w 208597"/>
                  <a:gd name="connsiteY0" fmla="*/ 0 h 313277"/>
                  <a:gd name="connsiteX1" fmla="*/ 90297 w 208597"/>
                  <a:gd name="connsiteY1" fmla="*/ 0 h 313277"/>
                  <a:gd name="connsiteX2" fmla="*/ 90297 w 208597"/>
                  <a:gd name="connsiteY2" fmla="*/ 243649 h 313277"/>
                  <a:gd name="connsiteX3" fmla="*/ 208598 w 208597"/>
                  <a:gd name="connsiteY3" fmla="*/ 243649 h 313277"/>
                  <a:gd name="connsiteX4" fmla="*/ 208598 w 208597"/>
                  <a:gd name="connsiteY4" fmla="*/ 313277 h 313277"/>
                  <a:gd name="connsiteX5" fmla="*/ 0 w 208597"/>
                  <a:gd name="connsiteY5" fmla="*/ 313277 h 313277"/>
                  <a:gd name="connsiteX6" fmla="*/ 0 w 208597"/>
                  <a:gd name="connsiteY6" fmla="*/ 0 h 313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597" h="313277">
                    <a:moveTo>
                      <a:pt x="0" y="0"/>
                    </a:moveTo>
                    <a:lnTo>
                      <a:pt x="90297" y="0"/>
                    </a:lnTo>
                    <a:lnTo>
                      <a:pt x="90297" y="243649"/>
                    </a:lnTo>
                    <a:lnTo>
                      <a:pt x="208598" y="243649"/>
                    </a:lnTo>
                    <a:lnTo>
                      <a:pt x="208598" y="313277"/>
                    </a:lnTo>
                    <a:lnTo>
                      <a:pt x="0" y="313277"/>
                    </a:lnTo>
                    <a:lnTo>
                      <a:pt x="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27" name="Freeform: Shape 26">
                <a:extLst>
                  <a:ext uri="{FF2B5EF4-FFF2-40B4-BE49-F238E27FC236}">
                    <a16:creationId xmlns:a16="http://schemas.microsoft.com/office/drawing/2014/main" id="{568545E3-BCEC-1C4F-3BF6-E4DD985B3D17}"/>
                  </a:ext>
                </a:extLst>
              </p:cNvPr>
              <p:cNvSpPr/>
              <p:nvPr/>
            </p:nvSpPr>
            <p:spPr>
              <a:xfrm>
                <a:off x="6129146" y="3160394"/>
                <a:ext cx="90678" cy="313277"/>
              </a:xfrm>
              <a:custGeom>
                <a:avLst/>
                <a:gdLst>
                  <a:gd name="connsiteX0" fmla="*/ 0 w 90678"/>
                  <a:gd name="connsiteY0" fmla="*/ 0 h 313277"/>
                  <a:gd name="connsiteX1" fmla="*/ 90678 w 90678"/>
                  <a:gd name="connsiteY1" fmla="*/ 0 h 313277"/>
                  <a:gd name="connsiteX2" fmla="*/ 90678 w 90678"/>
                  <a:gd name="connsiteY2" fmla="*/ 313277 h 313277"/>
                  <a:gd name="connsiteX3" fmla="*/ 0 w 90678"/>
                  <a:gd name="connsiteY3" fmla="*/ 313277 h 313277"/>
                  <a:gd name="connsiteX4" fmla="*/ 0 w 90678"/>
                  <a:gd name="connsiteY4" fmla="*/ 0 h 313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78" h="313277">
                    <a:moveTo>
                      <a:pt x="0" y="0"/>
                    </a:moveTo>
                    <a:lnTo>
                      <a:pt x="90678" y="0"/>
                    </a:lnTo>
                    <a:lnTo>
                      <a:pt x="90678" y="313277"/>
                    </a:lnTo>
                    <a:lnTo>
                      <a:pt x="0" y="313277"/>
                    </a:lnTo>
                    <a:lnTo>
                      <a:pt x="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28" name="Freeform: Shape 27">
                <a:extLst>
                  <a:ext uri="{FF2B5EF4-FFF2-40B4-BE49-F238E27FC236}">
                    <a16:creationId xmlns:a16="http://schemas.microsoft.com/office/drawing/2014/main" id="{8ECBF7D8-BD9F-42BD-49FC-3E30E948D53D}"/>
                  </a:ext>
                </a:extLst>
              </p:cNvPr>
              <p:cNvSpPr/>
              <p:nvPr/>
            </p:nvSpPr>
            <p:spPr>
              <a:xfrm>
                <a:off x="6281641" y="3160394"/>
                <a:ext cx="284416" cy="313277"/>
              </a:xfrm>
              <a:custGeom>
                <a:avLst/>
                <a:gdLst>
                  <a:gd name="connsiteX0" fmla="*/ 0 w 284416"/>
                  <a:gd name="connsiteY0" fmla="*/ 0 h 313277"/>
                  <a:gd name="connsiteX1" fmla="*/ 90297 w 284416"/>
                  <a:gd name="connsiteY1" fmla="*/ 0 h 313277"/>
                  <a:gd name="connsiteX2" fmla="*/ 90297 w 284416"/>
                  <a:gd name="connsiteY2" fmla="*/ 124016 h 313277"/>
                  <a:gd name="connsiteX3" fmla="*/ 184499 w 284416"/>
                  <a:gd name="connsiteY3" fmla="*/ 0 h 313277"/>
                  <a:gd name="connsiteX4" fmla="*/ 278225 w 284416"/>
                  <a:gd name="connsiteY4" fmla="*/ 0 h 313277"/>
                  <a:gd name="connsiteX5" fmla="*/ 163449 w 284416"/>
                  <a:gd name="connsiteY5" fmla="*/ 145447 h 313277"/>
                  <a:gd name="connsiteX6" fmla="*/ 284417 w 284416"/>
                  <a:gd name="connsiteY6" fmla="*/ 313277 h 313277"/>
                  <a:gd name="connsiteX7" fmla="*/ 180594 w 284416"/>
                  <a:gd name="connsiteY7" fmla="*/ 313277 h 313277"/>
                  <a:gd name="connsiteX8" fmla="*/ 90297 w 284416"/>
                  <a:gd name="connsiteY8" fmla="*/ 182213 h 313277"/>
                  <a:gd name="connsiteX9" fmla="*/ 90297 w 284416"/>
                  <a:gd name="connsiteY9" fmla="*/ 313277 h 313277"/>
                  <a:gd name="connsiteX10" fmla="*/ 0 w 284416"/>
                  <a:gd name="connsiteY10" fmla="*/ 313277 h 313277"/>
                  <a:gd name="connsiteX11" fmla="*/ 0 w 284416"/>
                  <a:gd name="connsiteY11" fmla="*/ 0 h 313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4416" h="313277">
                    <a:moveTo>
                      <a:pt x="0" y="0"/>
                    </a:moveTo>
                    <a:lnTo>
                      <a:pt x="90297" y="0"/>
                    </a:lnTo>
                    <a:lnTo>
                      <a:pt x="90297" y="124016"/>
                    </a:lnTo>
                    <a:lnTo>
                      <a:pt x="184499" y="0"/>
                    </a:lnTo>
                    <a:lnTo>
                      <a:pt x="278225" y="0"/>
                    </a:lnTo>
                    <a:lnTo>
                      <a:pt x="163449" y="145447"/>
                    </a:lnTo>
                    <a:lnTo>
                      <a:pt x="284417" y="313277"/>
                    </a:lnTo>
                    <a:lnTo>
                      <a:pt x="180594" y="313277"/>
                    </a:lnTo>
                    <a:lnTo>
                      <a:pt x="90297" y="182213"/>
                    </a:lnTo>
                    <a:lnTo>
                      <a:pt x="90297" y="313277"/>
                    </a:lnTo>
                    <a:lnTo>
                      <a:pt x="0" y="313277"/>
                    </a:lnTo>
                    <a:lnTo>
                      <a:pt x="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30" name="Freeform: Shape 29">
                <a:extLst>
                  <a:ext uri="{FF2B5EF4-FFF2-40B4-BE49-F238E27FC236}">
                    <a16:creationId xmlns:a16="http://schemas.microsoft.com/office/drawing/2014/main" id="{5A56501F-DC5F-C362-14F6-2830F04B2286}"/>
                  </a:ext>
                </a:extLst>
              </p:cNvPr>
              <p:cNvSpPr/>
              <p:nvPr/>
            </p:nvSpPr>
            <p:spPr>
              <a:xfrm>
                <a:off x="6599681" y="3160394"/>
                <a:ext cx="223551" cy="313372"/>
              </a:xfrm>
              <a:custGeom>
                <a:avLst/>
                <a:gdLst>
                  <a:gd name="connsiteX0" fmla="*/ 0 w 223551"/>
                  <a:gd name="connsiteY0" fmla="*/ 0 h 313372"/>
                  <a:gd name="connsiteX1" fmla="*/ 216503 w 223551"/>
                  <a:gd name="connsiteY1" fmla="*/ 0 h 313372"/>
                  <a:gd name="connsiteX2" fmla="*/ 216503 w 223551"/>
                  <a:gd name="connsiteY2" fmla="*/ 69247 h 313372"/>
                  <a:gd name="connsiteX3" fmla="*/ 89440 w 223551"/>
                  <a:gd name="connsiteY3" fmla="*/ 69247 h 313372"/>
                  <a:gd name="connsiteX4" fmla="*/ 89440 w 223551"/>
                  <a:gd name="connsiteY4" fmla="*/ 123158 h 313372"/>
                  <a:gd name="connsiteX5" fmla="*/ 190690 w 223551"/>
                  <a:gd name="connsiteY5" fmla="*/ 123158 h 313372"/>
                  <a:gd name="connsiteX6" fmla="*/ 190690 w 223551"/>
                  <a:gd name="connsiteY6" fmla="*/ 187166 h 313372"/>
                  <a:gd name="connsiteX7" fmla="*/ 89440 w 223551"/>
                  <a:gd name="connsiteY7" fmla="*/ 187166 h 313372"/>
                  <a:gd name="connsiteX8" fmla="*/ 89440 w 223551"/>
                  <a:gd name="connsiteY8" fmla="*/ 244126 h 313372"/>
                  <a:gd name="connsiteX9" fmla="*/ 223552 w 223551"/>
                  <a:gd name="connsiteY9" fmla="*/ 244126 h 313372"/>
                  <a:gd name="connsiteX10" fmla="*/ 223552 w 223551"/>
                  <a:gd name="connsiteY10" fmla="*/ 313372 h 313372"/>
                  <a:gd name="connsiteX11" fmla="*/ 95 w 223551"/>
                  <a:gd name="connsiteY11" fmla="*/ 313372 h 313372"/>
                  <a:gd name="connsiteX12" fmla="*/ 95 w 223551"/>
                  <a:gd name="connsiteY12" fmla="*/ 95 h 313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3551" h="313372">
                    <a:moveTo>
                      <a:pt x="0" y="0"/>
                    </a:moveTo>
                    <a:lnTo>
                      <a:pt x="216503" y="0"/>
                    </a:lnTo>
                    <a:lnTo>
                      <a:pt x="216503" y="69247"/>
                    </a:lnTo>
                    <a:lnTo>
                      <a:pt x="89440" y="69247"/>
                    </a:lnTo>
                    <a:lnTo>
                      <a:pt x="89440" y="123158"/>
                    </a:lnTo>
                    <a:lnTo>
                      <a:pt x="190690" y="123158"/>
                    </a:lnTo>
                    <a:lnTo>
                      <a:pt x="190690" y="187166"/>
                    </a:lnTo>
                    <a:lnTo>
                      <a:pt x="89440" y="187166"/>
                    </a:lnTo>
                    <a:lnTo>
                      <a:pt x="89440" y="244126"/>
                    </a:lnTo>
                    <a:lnTo>
                      <a:pt x="223552" y="244126"/>
                    </a:lnTo>
                    <a:lnTo>
                      <a:pt x="223552" y="313372"/>
                    </a:lnTo>
                    <a:lnTo>
                      <a:pt x="95" y="313372"/>
                    </a:lnTo>
                    <a:lnTo>
                      <a:pt x="95" y="95"/>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32" name="Freeform: Shape 31">
                <a:extLst>
                  <a:ext uri="{FF2B5EF4-FFF2-40B4-BE49-F238E27FC236}">
                    <a16:creationId xmlns:a16="http://schemas.microsoft.com/office/drawing/2014/main" id="{2046BB43-5E5D-B432-49E5-D104DCDEE2C7}"/>
                  </a:ext>
                </a:extLst>
              </p:cNvPr>
              <p:cNvSpPr/>
              <p:nvPr/>
            </p:nvSpPr>
            <p:spPr>
              <a:xfrm>
                <a:off x="6867810" y="3389947"/>
                <a:ext cx="90678" cy="88582"/>
              </a:xfrm>
              <a:custGeom>
                <a:avLst/>
                <a:gdLst>
                  <a:gd name="connsiteX0" fmla="*/ 0 w 90678"/>
                  <a:gd name="connsiteY0" fmla="*/ 44291 h 88582"/>
                  <a:gd name="connsiteX1" fmla="*/ 44672 w 90678"/>
                  <a:gd name="connsiteY1" fmla="*/ 0 h 88582"/>
                  <a:gd name="connsiteX2" fmla="*/ 90678 w 90678"/>
                  <a:gd name="connsiteY2" fmla="*/ 44291 h 88582"/>
                  <a:gd name="connsiteX3" fmla="*/ 44672 w 90678"/>
                  <a:gd name="connsiteY3" fmla="*/ 88582 h 88582"/>
                  <a:gd name="connsiteX4" fmla="*/ 0 w 90678"/>
                  <a:gd name="connsiteY4" fmla="*/ 44291 h 88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78" h="88582">
                    <a:moveTo>
                      <a:pt x="0" y="44291"/>
                    </a:moveTo>
                    <a:cubicBezTo>
                      <a:pt x="0" y="19717"/>
                      <a:pt x="18859" y="0"/>
                      <a:pt x="44672" y="0"/>
                    </a:cubicBezTo>
                    <a:cubicBezTo>
                      <a:pt x="70485" y="0"/>
                      <a:pt x="90678" y="19717"/>
                      <a:pt x="90678" y="44291"/>
                    </a:cubicBezTo>
                    <a:cubicBezTo>
                      <a:pt x="90678" y="68866"/>
                      <a:pt x="70961" y="88582"/>
                      <a:pt x="44672" y="88582"/>
                    </a:cubicBezTo>
                    <a:cubicBezTo>
                      <a:pt x="18383" y="88582"/>
                      <a:pt x="0" y="68866"/>
                      <a:pt x="0" y="4429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33" name="Freeform: Shape 32">
                <a:extLst>
                  <a:ext uri="{FF2B5EF4-FFF2-40B4-BE49-F238E27FC236}">
                    <a16:creationId xmlns:a16="http://schemas.microsoft.com/office/drawing/2014/main" id="{C4FFC2DD-6BEF-CCB7-5B2B-5E3ED658AA5F}"/>
                  </a:ext>
                </a:extLst>
              </p:cNvPr>
              <p:cNvSpPr/>
              <p:nvPr/>
            </p:nvSpPr>
            <p:spPr>
              <a:xfrm>
                <a:off x="6998874" y="3389947"/>
                <a:ext cx="90678" cy="88582"/>
              </a:xfrm>
              <a:custGeom>
                <a:avLst/>
                <a:gdLst>
                  <a:gd name="connsiteX0" fmla="*/ 0 w 90678"/>
                  <a:gd name="connsiteY0" fmla="*/ 44291 h 88582"/>
                  <a:gd name="connsiteX1" fmla="*/ 44672 w 90678"/>
                  <a:gd name="connsiteY1" fmla="*/ 0 h 88582"/>
                  <a:gd name="connsiteX2" fmla="*/ 90678 w 90678"/>
                  <a:gd name="connsiteY2" fmla="*/ 44291 h 88582"/>
                  <a:gd name="connsiteX3" fmla="*/ 44672 w 90678"/>
                  <a:gd name="connsiteY3" fmla="*/ 88582 h 88582"/>
                  <a:gd name="connsiteX4" fmla="*/ 0 w 90678"/>
                  <a:gd name="connsiteY4" fmla="*/ 44291 h 88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78" h="88582">
                    <a:moveTo>
                      <a:pt x="0" y="44291"/>
                    </a:moveTo>
                    <a:cubicBezTo>
                      <a:pt x="0" y="19717"/>
                      <a:pt x="18860" y="0"/>
                      <a:pt x="44672" y="0"/>
                    </a:cubicBezTo>
                    <a:cubicBezTo>
                      <a:pt x="70485" y="0"/>
                      <a:pt x="90678" y="19717"/>
                      <a:pt x="90678" y="44291"/>
                    </a:cubicBezTo>
                    <a:cubicBezTo>
                      <a:pt x="90678" y="68866"/>
                      <a:pt x="70961" y="88582"/>
                      <a:pt x="44672" y="88582"/>
                    </a:cubicBezTo>
                    <a:cubicBezTo>
                      <a:pt x="18383" y="88582"/>
                      <a:pt x="0" y="68866"/>
                      <a:pt x="0" y="4429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sp>
            <p:nvSpPr>
              <p:cNvPr id="34" name="Freeform: Shape 33">
                <a:extLst>
                  <a:ext uri="{FF2B5EF4-FFF2-40B4-BE49-F238E27FC236}">
                    <a16:creationId xmlns:a16="http://schemas.microsoft.com/office/drawing/2014/main" id="{10C27FD6-098A-1705-6DCC-279D9DDB603E}"/>
                  </a:ext>
                </a:extLst>
              </p:cNvPr>
              <p:cNvSpPr/>
              <p:nvPr/>
            </p:nvSpPr>
            <p:spPr>
              <a:xfrm>
                <a:off x="7129842" y="3389947"/>
                <a:ext cx="90678" cy="88582"/>
              </a:xfrm>
              <a:custGeom>
                <a:avLst/>
                <a:gdLst>
                  <a:gd name="connsiteX0" fmla="*/ 0 w 90678"/>
                  <a:gd name="connsiteY0" fmla="*/ 44291 h 88582"/>
                  <a:gd name="connsiteX1" fmla="*/ 44672 w 90678"/>
                  <a:gd name="connsiteY1" fmla="*/ 0 h 88582"/>
                  <a:gd name="connsiteX2" fmla="*/ 90678 w 90678"/>
                  <a:gd name="connsiteY2" fmla="*/ 44291 h 88582"/>
                  <a:gd name="connsiteX3" fmla="*/ 44672 w 90678"/>
                  <a:gd name="connsiteY3" fmla="*/ 88582 h 88582"/>
                  <a:gd name="connsiteX4" fmla="*/ 0 w 90678"/>
                  <a:gd name="connsiteY4" fmla="*/ 44291 h 88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78" h="88582">
                    <a:moveTo>
                      <a:pt x="0" y="44291"/>
                    </a:moveTo>
                    <a:cubicBezTo>
                      <a:pt x="0" y="19717"/>
                      <a:pt x="18859" y="0"/>
                      <a:pt x="44672" y="0"/>
                    </a:cubicBezTo>
                    <a:cubicBezTo>
                      <a:pt x="70485" y="0"/>
                      <a:pt x="90678" y="19717"/>
                      <a:pt x="90678" y="44291"/>
                    </a:cubicBezTo>
                    <a:cubicBezTo>
                      <a:pt x="90678" y="68866"/>
                      <a:pt x="70961" y="88582"/>
                      <a:pt x="44672" y="88582"/>
                    </a:cubicBezTo>
                    <a:cubicBezTo>
                      <a:pt x="18383" y="88582"/>
                      <a:pt x="0" y="68866"/>
                      <a:pt x="0" y="44291"/>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52835"/>
                  </a:solidFill>
                  <a:effectLst/>
                  <a:uLnTx/>
                  <a:uFillTx/>
                  <a:latin typeface="Graphik Regular"/>
                  <a:ea typeface="+mn-ea"/>
                  <a:cs typeface="+mn-cs"/>
                </a:endParaRPr>
              </a:p>
            </p:txBody>
          </p:sp>
        </p:grpSp>
      </p:grpSp>
      <p:grpSp>
        <p:nvGrpSpPr>
          <p:cNvPr id="39" name="Group 38">
            <a:extLst>
              <a:ext uri="{FF2B5EF4-FFF2-40B4-BE49-F238E27FC236}">
                <a16:creationId xmlns:a16="http://schemas.microsoft.com/office/drawing/2014/main" id="{331CD8DD-34B5-9AED-7B02-2ECE9BB1592A}"/>
              </a:ext>
            </a:extLst>
          </p:cNvPr>
          <p:cNvGrpSpPr/>
          <p:nvPr/>
        </p:nvGrpSpPr>
        <p:grpSpPr>
          <a:xfrm>
            <a:off x="8432285" y="3045146"/>
            <a:ext cx="3561241" cy="2858341"/>
            <a:chOff x="8720919" y="3414478"/>
            <a:chExt cx="3561241" cy="2858341"/>
          </a:xfrm>
        </p:grpSpPr>
        <p:sp>
          <p:nvSpPr>
            <p:cNvPr id="20" name="Rectangle 19">
              <a:extLst>
                <a:ext uri="{FF2B5EF4-FFF2-40B4-BE49-F238E27FC236}">
                  <a16:creationId xmlns:a16="http://schemas.microsoft.com/office/drawing/2014/main" id="{0E4DBA32-FA6A-44F9-A419-E4B44A4B6E6F}"/>
                </a:ext>
              </a:extLst>
            </p:cNvPr>
            <p:cNvSpPr/>
            <p:nvPr/>
          </p:nvSpPr>
          <p:spPr>
            <a:xfrm>
              <a:off x="8720919" y="4610826"/>
              <a:ext cx="3108960" cy="1661993"/>
            </a:xfrm>
            <a:prstGeom prst="rect">
              <a:avLst/>
            </a:prstGeom>
            <a:noFill/>
            <a:ln>
              <a:noFill/>
            </a:ln>
          </p:spPr>
          <p:txBody>
            <a:bodyPr wrap="square" lIns="0" tIns="0" rIns="0" bIns="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ea typeface="+mn-ea"/>
                  <a:cs typeface="+mn-cs"/>
                </a:rPr>
                <a:t>Example: </a:t>
              </a:r>
            </a:p>
            <a:p>
              <a:pPr marL="171450" lvl="1" indent="-171450">
                <a:buFont typeface="Arial" panose="020B0604020202020204" pitchFamily="34" charset="0"/>
                <a:buChar char="•"/>
                <a:defRPr/>
              </a:pPr>
              <a:r>
                <a:rPr lang="en-US" sz="1200" dirty="0"/>
                <a:t>"The simple act of walking across the room feels as draining as climbing 20 flights of stairs for someone without COPD." </a:t>
              </a:r>
            </a:p>
            <a:p>
              <a:pPr marL="171450" lvl="1" indent="-171450">
                <a:buFont typeface="Arial" panose="020B0604020202020204" pitchFamily="34" charset="0"/>
                <a:buChar char="•"/>
                <a:defRPr/>
              </a:pPr>
              <a:r>
                <a:rPr kumimoji="0" lang="en-US" sz="1200" b="0" i="0" u="none" strike="noStrike" kern="0" cap="none" spc="0" normalizeH="0" baseline="0" noProof="0" dirty="0">
                  <a:ln>
                    <a:noFill/>
                  </a:ln>
                  <a:effectLst/>
                  <a:uLnTx/>
                  <a:uFillTx/>
                  <a:ea typeface="+mn-ea"/>
                  <a:cs typeface="+mn-cs"/>
                </a:rPr>
                <a:t>"It’s like carrying a 50-pound weight on your chest while trying to run a marathon. The effort to draw in air feels overwhelming, and even resting doesn’t bring relief."</a:t>
              </a:r>
              <a:endParaRPr kumimoji="0" lang="en-US" sz="1200" b="0" i="0" u="none" strike="noStrike" kern="1200" cap="none" spc="0" normalizeH="0" baseline="0" noProof="0" dirty="0">
                <a:ln>
                  <a:noFill/>
                </a:ln>
                <a:effectLst/>
                <a:uLnTx/>
                <a:uFillTx/>
                <a:ea typeface="+mn-ea"/>
                <a:cs typeface="+mn-cs"/>
              </a:endParaRPr>
            </a:p>
          </p:txBody>
        </p:sp>
        <p:sp>
          <p:nvSpPr>
            <p:cNvPr id="13" name="Rectangle 12">
              <a:extLst>
                <a:ext uri="{FF2B5EF4-FFF2-40B4-BE49-F238E27FC236}">
                  <a16:creationId xmlns:a16="http://schemas.microsoft.com/office/drawing/2014/main" id="{1631537C-485E-14CB-129B-10B03F5F65C2}"/>
                </a:ext>
              </a:extLst>
            </p:cNvPr>
            <p:cNvSpPr/>
            <p:nvPr/>
          </p:nvSpPr>
          <p:spPr>
            <a:xfrm>
              <a:off x="9439569" y="3414478"/>
              <a:ext cx="2842591" cy="1107996"/>
            </a:xfrm>
            <a:prstGeom prst="rect">
              <a:avLst/>
            </a:prstGeom>
            <a:noFill/>
            <a:ln>
              <a:noFill/>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Lyon Text Bold" panose="02000505080000020004" pitchFamily="50" charset="0"/>
                  <a:ea typeface="+mn-ea"/>
                  <a:cs typeface="+mn-cs"/>
                </a:rPr>
                <a:t>Vivid Equivalents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Connect abstract data points to a more concrete and relatable measure</a:t>
              </a:r>
            </a:p>
          </p:txBody>
        </p:sp>
        <p:pic>
          <p:nvPicPr>
            <p:cNvPr id="36" name="Graphic 35">
              <a:extLst>
                <a:ext uri="{FF2B5EF4-FFF2-40B4-BE49-F238E27FC236}">
                  <a16:creationId xmlns:a16="http://schemas.microsoft.com/office/drawing/2014/main" id="{99E90C2E-E354-DA85-E3E9-1A5254BB4BCE}"/>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8720919" y="3483592"/>
              <a:ext cx="523131" cy="523131"/>
            </a:xfrm>
            <a:prstGeom prst="rect">
              <a:avLst/>
            </a:prstGeom>
          </p:spPr>
        </p:pic>
      </p:grpSp>
      <p:pic>
        <p:nvPicPr>
          <p:cNvPr id="3" name="Picture 2">
            <a:extLst>
              <a:ext uri="{FF2B5EF4-FFF2-40B4-BE49-F238E27FC236}">
                <a16:creationId xmlns:a16="http://schemas.microsoft.com/office/drawing/2014/main" id="{78953C30-ECF7-CABE-0597-D666B6DEF2BB}"/>
              </a:ext>
            </a:extLst>
          </p:cNvPr>
          <p:cNvPicPr>
            <a:picLocks noChangeAspect="1"/>
          </p:cNvPicPr>
          <p:nvPr/>
        </p:nvPicPr>
        <p:blipFill>
          <a:blip r:embed="rId10"/>
          <a:srcRect/>
          <a:stretch/>
        </p:blipFill>
        <p:spPr>
          <a:xfrm>
            <a:off x="279400" y="1961241"/>
            <a:ext cx="2259578" cy="1248076"/>
          </a:xfrm>
          <a:prstGeom prst="rect">
            <a:avLst/>
          </a:prstGeom>
        </p:spPr>
      </p:pic>
    </p:spTree>
    <p:custDataLst>
      <p:tags r:id="rId1"/>
    </p:custDataLst>
    <p:extLst>
      <p:ext uri="{BB962C8B-B14F-4D97-AF65-F5344CB8AC3E}">
        <p14:creationId xmlns:p14="http://schemas.microsoft.com/office/powerpoint/2010/main" val="2045192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D0A5F-4864-4BAF-9646-DAF0E245FEC4}"/>
              </a:ext>
            </a:extLst>
          </p:cNvPr>
          <p:cNvSpPr>
            <a:spLocks noGrp="1"/>
          </p:cNvSpPr>
          <p:nvPr>
            <p:ph type="title"/>
          </p:nvPr>
        </p:nvSpPr>
        <p:spPr/>
        <p:txBody>
          <a:bodyPr/>
          <a:lstStyle/>
          <a:p>
            <a:r>
              <a:rPr lang="en-US" dirty="0"/>
              <a:t>Focusing On: Reveal Value</a:t>
            </a:r>
          </a:p>
        </p:txBody>
      </p:sp>
      <p:sp>
        <p:nvSpPr>
          <p:cNvPr id="3" name="Content Placeholder 2">
            <a:extLst>
              <a:ext uri="{FF2B5EF4-FFF2-40B4-BE49-F238E27FC236}">
                <a16:creationId xmlns:a16="http://schemas.microsoft.com/office/drawing/2014/main" id="{191B1DFE-0E64-5082-B07C-2F0271DFAD87}"/>
              </a:ext>
            </a:extLst>
          </p:cNvPr>
          <p:cNvSpPr txBox="1">
            <a:spLocks/>
          </p:cNvSpPr>
          <p:nvPr/>
        </p:nvSpPr>
        <p:spPr>
          <a:xfrm>
            <a:off x="9654363" y="2070699"/>
            <a:ext cx="2118537" cy="369332"/>
          </a:xfrm>
          <a:prstGeom prst="rect">
            <a:avLst/>
          </a:prstGeom>
        </p:spPr>
        <p:txBody>
          <a:bodyPr vert="horz" lIns="0" tIns="0" rIns="0" bIns="0" rtlCol="0">
            <a:sp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b="0" i="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System Font Regular"/>
              <a:buChar char="⎼"/>
              <a:defRPr sz="1600" b="0" i="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Courier New" panose="02070309020205020404" pitchFamily="49" charset="0"/>
              <a:buChar char="o"/>
              <a:defRPr sz="1600" b="0" i="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Wingdings" pitchFamily="2" charset="2"/>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052835"/>
                </a:solidFill>
                <a:effectLst/>
                <a:uLnTx/>
                <a:uFillTx/>
                <a:latin typeface="Lyon Text Bold" panose="02000505080000020004" pitchFamily="50" charset="0"/>
                <a:ea typeface="+mn-ea"/>
                <a:cs typeface="Arial"/>
              </a:rPr>
              <a:t>Reveal Value:</a:t>
            </a:r>
            <a:endParaRPr kumimoji="0" lang="en-US" sz="1800" b="0" i="0" u="none" strike="noStrike" kern="1200" cap="none" spc="0" normalizeH="0" baseline="0" noProof="0">
              <a:ln>
                <a:noFill/>
              </a:ln>
              <a:solidFill>
                <a:srgbClr val="052835"/>
              </a:solidFill>
              <a:effectLst/>
              <a:uLnTx/>
              <a:uFillTx/>
              <a:latin typeface="Graphik Regular" panose="020B0503030202060203" pitchFamily="34" charset="0"/>
              <a:ea typeface="Graphik Bold" charset="0"/>
              <a:cs typeface="Graphik Bold" charset="0"/>
            </a:endParaRPr>
          </a:p>
        </p:txBody>
      </p:sp>
      <p:sp>
        <p:nvSpPr>
          <p:cNvPr id="4" name="Content Placeholder 2">
            <a:extLst>
              <a:ext uri="{FF2B5EF4-FFF2-40B4-BE49-F238E27FC236}">
                <a16:creationId xmlns:a16="http://schemas.microsoft.com/office/drawing/2014/main" id="{4C06D4BB-ADC4-200A-5EF8-2E83508EE1B3}"/>
              </a:ext>
            </a:extLst>
          </p:cNvPr>
          <p:cNvSpPr txBox="1">
            <a:spLocks/>
          </p:cNvSpPr>
          <p:nvPr/>
        </p:nvSpPr>
        <p:spPr>
          <a:xfrm>
            <a:off x="9654362" y="2629637"/>
            <a:ext cx="2118537" cy="1661993"/>
          </a:xfrm>
          <a:prstGeom prst="rect">
            <a:avLst/>
          </a:prstGeom>
        </p:spPr>
        <p:txBody>
          <a:bodyPr vert="horz" lIns="0" tIns="0" rIns="0" bIns="0" rtlCol="0">
            <a:sp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b="0" i="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600"/>
              </a:spcAft>
              <a:buFont typeface="System Font Regular"/>
              <a:buChar char="⎼"/>
              <a:defRPr sz="1600" b="0" i="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Courier New" panose="02070309020205020404" pitchFamily="49" charset="0"/>
              <a:buChar char="o"/>
              <a:defRPr sz="1600" b="0" i="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Wingdings" pitchFamily="2" charset="2"/>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Graphik Bold" charset="0"/>
                <a:cs typeface="Graphik Bold" charset="0"/>
              </a:rPr>
              <a:t>Demonstrate the </a:t>
            </a:r>
            <a:r>
              <a:rPr kumimoji="0" lang="en-US" sz="1800" b="0" i="0" u="none" strike="noStrike" kern="1200" cap="none" spc="0" normalizeH="0" baseline="0" noProof="0" dirty="0">
                <a:ln>
                  <a:noFill/>
                </a:ln>
                <a:solidFill>
                  <a:srgbClr val="052835"/>
                </a:solidFill>
                <a:effectLst/>
                <a:uLnTx/>
                <a:uFillTx/>
                <a:latin typeface="Graphik Bold" panose="020B0803030202060203" pitchFamily="34" charset="0"/>
                <a:ea typeface="Graphik Bold" charset="0"/>
                <a:cs typeface="Graphik Bold" charset="0"/>
              </a:rPr>
              <a:t>value </a:t>
            </a:r>
            <a:r>
              <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Graphik Bold" charset="0"/>
                <a:cs typeface="Graphik Bold" charset="0"/>
              </a:rPr>
              <a:t>of adopting a </a:t>
            </a:r>
            <a:r>
              <a:rPr kumimoji="0" lang="en-US" sz="1800" b="0" i="0" u="none" strike="noStrike" kern="1200" cap="none" spc="0" normalizeH="0" baseline="0" noProof="0" dirty="0">
                <a:ln>
                  <a:noFill/>
                </a:ln>
                <a:solidFill>
                  <a:srgbClr val="052835"/>
                </a:solidFill>
                <a:effectLst/>
                <a:uLnTx/>
                <a:uFillTx/>
                <a:latin typeface="Graphik Bold"/>
                <a:ea typeface="Graphik Bold" charset="0"/>
                <a:cs typeface="Graphik Bold" charset="0"/>
              </a:rPr>
              <a:t>new way forward </a:t>
            </a:r>
            <a:r>
              <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Graphik Bold" charset="0"/>
                <a:cs typeface="Graphik Bold" charset="0"/>
              </a:rPr>
              <a:t>and reveal the </a:t>
            </a:r>
            <a:r>
              <a:rPr kumimoji="0" lang="en-US" sz="1800" b="0" i="0" u="none" strike="noStrike" kern="1200" cap="none" spc="0" normalizeH="0" baseline="0" noProof="0" dirty="0">
                <a:ln>
                  <a:noFill/>
                </a:ln>
                <a:solidFill>
                  <a:srgbClr val="052835"/>
                </a:solidFill>
                <a:effectLst/>
                <a:uLnTx/>
                <a:uFillTx/>
                <a:latin typeface="Graphik Bold"/>
                <a:ea typeface="Graphik Bold" charset="0"/>
                <a:cs typeface="Graphik Bold" charset="0"/>
              </a:rPr>
              <a:t>distinctiveness of your solution</a:t>
            </a:r>
            <a:r>
              <a:rPr kumimoji="0" lang="en-US" sz="1800" b="1" i="0" u="none" strike="noStrike" kern="1200" cap="none" spc="0" normalizeH="0" baseline="0" noProof="0" dirty="0">
                <a:ln>
                  <a:noFill/>
                </a:ln>
                <a:solidFill>
                  <a:srgbClr val="052835"/>
                </a:solidFill>
                <a:effectLst/>
                <a:uLnTx/>
                <a:uFillTx/>
                <a:latin typeface="Graphik Bold" panose="020B0803030202060203" pitchFamily="34" charset="0"/>
                <a:ea typeface="Graphik Bold" charset="0"/>
                <a:cs typeface="Graphik Bold" charset="0"/>
              </a:rPr>
              <a:t>.</a:t>
            </a:r>
            <a:endParaRPr kumimoji="0" lang="en-US" sz="1800" b="0" i="0" u="none" strike="noStrike" kern="1200" cap="none" spc="0" normalizeH="0" baseline="0" noProof="0" dirty="0">
              <a:ln>
                <a:noFill/>
              </a:ln>
              <a:solidFill>
                <a:srgbClr val="052835"/>
              </a:solidFill>
              <a:effectLst/>
              <a:uLnTx/>
              <a:uFillTx/>
              <a:latin typeface="Graphik Regular" panose="020B0503030202060203" pitchFamily="34" charset="0"/>
              <a:ea typeface="Graphik Bold" charset="0"/>
              <a:cs typeface="Graphik Bold" charset="0"/>
            </a:endParaRPr>
          </a:p>
        </p:txBody>
      </p:sp>
      <p:pic>
        <p:nvPicPr>
          <p:cNvPr id="5" name="Picture 4">
            <a:extLst>
              <a:ext uri="{FF2B5EF4-FFF2-40B4-BE49-F238E27FC236}">
                <a16:creationId xmlns:a16="http://schemas.microsoft.com/office/drawing/2014/main" id="{F3FDB82F-B156-EFA5-76F2-F0E98C6CE419}"/>
              </a:ext>
            </a:extLst>
          </p:cNvPr>
          <p:cNvPicPr>
            <a:picLocks noChangeAspect="1"/>
          </p:cNvPicPr>
          <p:nvPr/>
        </p:nvPicPr>
        <p:blipFill>
          <a:blip r:embed="rId4"/>
          <a:srcRect/>
          <a:stretch/>
        </p:blipFill>
        <p:spPr>
          <a:xfrm>
            <a:off x="1310093" y="1508180"/>
            <a:ext cx="8021013" cy="4352535"/>
          </a:xfrm>
          <a:prstGeom prst="rect">
            <a:avLst/>
          </a:prstGeom>
        </p:spPr>
      </p:pic>
      <p:sp>
        <p:nvSpPr>
          <p:cNvPr id="6" name="TextBox 5">
            <a:extLst>
              <a:ext uri="{FF2B5EF4-FFF2-40B4-BE49-F238E27FC236}">
                <a16:creationId xmlns:a16="http://schemas.microsoft.com/office/drawing/2014/main" id="{2F4EF13C-A1E1-4A6C-F55F-E4190D00FCBC}"/>
              </a:ext>
            </a:extLst>
          </p:cNvPr>
          <p:cNvSpPr txBox="1"/>
          <p:nvPr/>
        </p:nvSpPr>
        <p:spPr>
          <a:xfrm>
            <a:off x="197429" y="1522810"/>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Positive</a:t>
            </a:r>
          </a:p>
        </p:txBody>
      </p:sp>
      <p:sp>
        <p:nvSpPr>
          <p:cNvPr id="7" name="TextBox 6">
            <a:extLst>
              <a:ext uri="{FF2B5EF4-FFF2-40B4-BE49-F238E27FC236}">
                <a16:creationId xmlns:a16="http://schemas.microsoft.com/office/drawing/2014/main" id="{B2482A72-2568-58C4-DCE5-BF06CCAEEDA9}"/>
              </a:ext>
            </a:extLst>
          </p:cNvPr>
          <p:cNvSpPr txBox="1"/>
          <p:nvPr/>
        </p:nvSpPr>
        <p:spPr>
          <a:xfrm>
            <a:off x="197429" y="4961302"/>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Negative</a:t>
            </a:r>
          </a:p>
        </p:txBody>
      </p:sp>
      <p:sp>
        <p:nvSpPr>
          <p:cNvPr id="8" name="TextBox 7">
            <a:extLst>
              <a:ext uri="{FF2B5EF4-FFF2-40B4-BE49-F238E27FC236}">
                <a16:creationId xmlns:a16="http://schemas.microsoft.com/office/drawing/2014/main" id="{A96834A9-BDE0-2F71-B44C-744296816436}"/>
              </a:ext>
            </a:extLst>
          </p:cNvPr>
          <p:cNvSpPr txBox="1"/>
          <p:nvPr/>
        </p:nvSpPr>
        <p:spPr>
          <a:xfrm>
            <a:off x="197429" y="3228940"/>
            <a:ext cx="982578" cy="138499"/>
          </a:xfrm>
          <a:prstGeom prst="rect">
            <a:avLst/>
          </a:prstGeom>
          <a:noFill/>
        </p:spPr>
        <p:txBody>
          <a:bodyPr wrap="square" lIns="0" tIns="0" rIns="0" bIns="0" rtlCol="0">
            <a:spAutoFit/>
          </a:bodyPr>
          <a:lstStyle/>
          <a:p>
            <a:pPr marL="0" marR="0" lvl="0" indent="0" algn="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Neutral</a:t>
            </a:r>
          </a:p>
        </p:txBody>
      </p:sp>
      <p:sp>
        <p:nvSpPr>
          <p:cNvPr id="10" name="TextBox 9">
            <a:extLst>
              <a:ext uri="{FF2B5EF4-FFF2-40B4-BE49-F238E27FC236}">
                <a16:creationId xmlns:a16="http://schemas.microsoft.com/office/drawing/2014/main" id="{C8A451E1-4218-95D8-3D48-89190F2A13B1}"/>
              </a:ext>
            </a:extLst>
          </p:cNvPr>
          <p:cNvSpPr txBox="1"/>
          <p:nvPr/>
        </p:nvSpPr>
        <p:spPr>
          <a:xfrm rot="16200000">
            <a:off x="-790179" y="3225400"/>
            <a:ext cx="2527524" cy="13849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C709"/>
                </a:solidFill>
                <a:effectLst/>
                <a:uLnTx/>
                <a:uFillTx/>
                <a:latin typeface="GSK Precision Light"/>
                <a:ea typeface="+mn-ea"/>
                <a:cs typeface="Arial"/>
              </a:rPr>
              <a:t>Customer Emotional State</a:t>
            </a:r>
          </a:p>
        </p:txBody>
      </p:sp>
      <p:sp>
        <p:nvSpPr>
          <p:cNvPr id="11" name="TextBox 10">
            <a:extLst>
              <a:ext uri="{FF2B5EF4-FFF2-40B4-BE49-F238E27FC236}">
                <a16:creationId xmlns:a16="http://schemas.microsoft.com/office/drawing/2014/main" id="{F447D3C7-286F-9DF9-25EE-C90D57B7C88B}"/>
              </a:ext>
            </a:extLst>
          </p:cNvPr>
          <p:cNvSpPr txBox="1"/>
          <p:nvPr/>
        </p:nvSpPr>
        <p:spPr>
          <a:xfrm>
            <a:off x="1531631" y="1640983"/>
            <a:ext cx="2157827"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C6C7C7"/>
                </a:solidFill>
                <a:effectLst/>
                <a:uLnTx/>
                <a:uFillTx/>
                <a:latin typeface="GSK Precision Light"/>
                <a:ea typeface="+mn-ea"/>
                <a:cs typeface="Arial"/>
              </a:rPr>
              <a:t>Share Reframe</a:t>
            </a:r>
          </a:p>
        </p:txBody>
      </p:sp>
      <p:sp>
        <p:nvSpPr>
          <p:cNvPr id="12" name="TextBox 11">
            <a:extLst>
              <a:ext uri="{FF2B5EF4-FFF2-40B4-BE49-F238E27FC236}">
                <a16:creationId xmlns:a16="http://schemas.microsoft.com/office/drawing/2014/main" id="{123CF7BD-DEDE-3C06-CCA4-8623203F4152}"/>
              </a:ext>
            </a:extLst>
          </p:cNvPr>
          <p:cNvSpPr txBox="1"/>
          <p:nvPr/>
        </p:nvSpPr>
        <p:spPr>
          <a:xfrm>
            <a:off x="4202542" y="1640983"/>
            <a:ext cx="2328640"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C6C7C7"/>
                </a:solidFill>
                <a:effectLst/>
                <a:uLnTx/>
                <a:uFillTx/>
                <a:latin typeface="GSK Precision Light"/>
                <a:ea typeface="+mn-ea"/>
                <a:cs typeface="Arial"/>
              </a:rPr>
              <a:t>Introduce Impact</a:t>
            </a:r>
          </a:p>
        </p:txBody>
      </p:sp>
      <p:sp>
        <p:nvSpPr>
          <p:cNvPr id="13" name="TextBox 12">
            <a:extLst>
              <a:ext uri="{FF2B5EF4-FFF2-40B4-BE49-F238E27FC236}">
                <a16:creationId xmlns:a16="http://schemas.microsoft.com/office/drawing/2014/main" id="{FB07F3F8-9D40-6559-A089-407F1B05C91C}"/>
              </a:ext>
            </a:extLst>
          </p:cNvPr>
          <p:cNvSpPr txBox="1"/>
          <p:nvPr/>
        </p:nvSpPr>
        <p:spPr>
          <a:xfrm>
            <a:off x="6945626" y="1640983"/>
            <a:ext cx="2157827"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100" b="0" i="0" u="none" strike="noStrike" kern="1200" cap="none" spc="0" normalizeH="0" baseline="0" noProof="0">
                <a:ln>
                  <a:noFill/>
                </a:ln>
                <a:solidFill>
                  <a:srgbClr val="E21860"/>
                </a:solidFill>
                <a:effectLst/>
                <a:uLnTx/>
                <a:uFillTx/>
                <a:latin typeface="GSK Precision Light"/>
                <a:ea typeface="+mn-ea"/>
                <a:cs typeface="Arial"/>
              </a:rPr>
              <a:t>Reveal Value</a:t>
            </a:r>
          </a:p>
        </p:txBody>
      </p:sp>
      <p:sp>
        <p:nvSpPr>
          <p:cNvPr id="14" name="TextBox 13">
            <a:extLst>
              <a:ext uri="{FF2B5EF4-FFF2-40B4-BE49-F238E27FC236}">
                <a16:creationId xmlns:a16="http://schemas.microsoft.com/office/drawing/2014/main" id="{1975990B-24CC-0334-B56B-3D4707E4F73A}"/>
              </a:ext>
            </a:extLst>
          </p:cNvPr>
          <p:cNvSpPr txBox="1"/>
          <p:nvPr/>
        </p:nvSpPr>
        <p:spPr>
          <a:xfrm>
            <a:off x="1255187" y="5104691"/>
            <a:ext cx="2157827" cy="52567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SK Precision Light"/>
                <a:ea typeface="+mn-ea"/>
                <a:cs typeface="Arial"/>
              </a:rPr>
              <a:t>A</a:t>
            </a:r>
          </a:p>
        </p:txBody>
      </p:sp>
      <p:sp>
        <p:nvSpPr>
          <p:cNvPr id="15" name="TextBox 14">
            <a:extLst>
              <a:ext uri="{FF2B5EF4-FFF2-40B4-BE49-F238E27FC236}">
                <a16:creationId xmlns:a16="http://schemas.microsoft.com/office/drawing/2014/main" id="{70B2A672-E635-3103-A390-C127FBB8244B}"/>
              </a:ext>
            </a:extLst>
          </p:cNvPr>
          <p:cNvSpPr txBox="1"/>
          <p:nvPr/>
        </p:nvSpPr>
        <p:spPr>
          <a:xfrm>
            <a:off x="1787396" y="5616101"/>
            <a:ext cx="1097280" cy="13141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SK Precision Light"/>
                <a:ea typeface="+mn-ea"/>
                <a:cs typeface="Arial"/>
              </a:rPr>
              <a:t>Current State</a:t>
            </a:r>
          </a:p>
        </p:txBody>
      </p:sp>
      <p:sp>
        <p:nvSpPr>
          <p:cNvPr id="16" name="TextBox 15">
            <a:extLst>
              <a:ext uri="{FF2B5EF4-FFF2-40B4-BE49-F238E27FC236}">
                <a16:creationId xmlns:a16="http://schemas.microsoft.com/office/drawing/2014/main" id="{BB723797-9AFF-49E4-B85F-1DD0FAC375BB}"/>
              </a:ext>
            </a:extLst>
          </p:cNvPr>
          <p:cNvSpPr txBox="1"/>
          <p:nvPr/>
        </p:nvSpPr>
        <p:spPr>
          <a:xfrm>
            <a:off x="6937590" y="5104691"/>
            <a:ext cx="2157827" cy="52567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3600" b="0" i="0" u="none" strike="noStrike" kern="1200" cap="none" spc="0" normalizeH="0" baseline="0" noProof="0">
                <a:ln>
                  <a:noFill/>
                </a:ln>
                <a:solidFill>
                  <a:srgbClr val="C6C7C7"/>
                </a:solidFill>
                <a:effectLst/>
                <a:uLnTx/>
                <a:uFillTx/>
                <a:latin typeface="GSK Precision Light"/>
                <a:ea typeface="+mn-ea"/>
                <a:cs typeface="Arial"/>
              </a:rPr>
              <a:t>B</a:t>
            </a:r>
          </a:p>
        </p:txBody>
      </p:sp>
      <p:sp>
        <p:nvSpPr>
          <p:cNvPr id="17" name="TextBox 16">
            <a:extLst>
              <a:ext uri="{FF2B5EF4-FFF2-40B4-BE49-F238E27FC236}">
                <a16:creationId xmlns:a16="http://schemas.microsoft.com/office/drawing/2014/main" id="{0050525D-2173-5F03-7AA1-68B59620877E}"/>
              </a:ext>
            </a:extLst>
          </p:cNvPr>
          <p:cNvSpPr txBox="1"/>
          <p:nvPr/>
        </p:nvSpPr>
        <p:spPr>
          <a:xfrm>
            <a:off x="7452526" y="5616101"/>
            <a:ext cx="1127955" cy="131419"/>
          </a:xfrm>
          <a:prstGeom prst="rect">
            <a:avLst/>
          </a:prstGeom>
          <a:noFill/>
        </p:spPr>
        <p:txBody>
          <a:bodyPr wrap="square" lIns="0" tIns="0" rIns="0" bIns="0" rtlCol="0">
            <a:spAutoFit/>
          </a:bodyPr>
          <a:lstStyle/>
          <a:p>
            <a:pPr marL="0" marR="0" lvl="0" indent="0" algn="ctr" defTabSz="914400" rtl="0" eaLnBrk="1" fontAlgn="auto" latinLnBrk="0" hangingPunct="1">
              <a:lnSpc>
                <a:spcPct val="75000"/>
              </a:lnSpc>
              <a:spcBef>
                <a:spcPts val="0"/>
              </a:spcBef>
              <a:spcAft>
                <a:spcPts val="0"/>
              </a:spcAft>
              <a:buClrTx/>
              <a:buSzTx/>
              <a:buFontTx/>
              <a:buNone/>
              <a:tabLst/>
              <a:defRPr/>
            </a:pPr>
            <a:r>
              <a:rPr kumimoji="0" lang="en-US" sz="1200" b="0" i="0" u="none" strike="noStrike" kern="1200" cap="none" spc="0" normalizeH="0" baseline="0" noProof="0">
                <a:ln>
                  <a:noFill/>
                </a:ln>
                <a:solidFill>
                  <a:srgbClr val="C6C7C7"/>
                </a:solidFill>
                <a:effectLst/>
                <a:uLnTx/>
                <a:uFillTx/>
                <a:latin typeface="GSK Precision Light"/>
                <a:ea typeface="+mn-ea"/>
                <a:cs typeface="Arial"/>
              </a:rPr>
              <a:t>New Approach</a:t>
            </a:r>
          </a:p>
        </p:txBody>
      </p:sp>
      <p:sp>
        <p:nvSpPr>
          <p:cNvPr id="18" name="TextBox 17">
            <a:extLst>
              <a:ext uri="{FF2B5EF4-FFF2-40B4-BE49-F238E27FC236}">
                <a16:creationId xmlns:a16="http://schemas.microsoft.com/office/drawing/2014/main" id="{663A1124-BBE2-7DCC-2917-41F286D59569}"/>
              </a:ext>
            </a:extLst>
          </p:cNvPr>
          <p:cNvSpPr txBox="1"/>
          <p:nvPr/>
        </p:nvSpPr>
        <p:spPr>
          <a:xfrm>
            <a:off x="3917764" y="5345730"/>
            <a:ext cx="2157827" cy="26283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C6C7C7"/>
                </a:solidFill>
                <a:effectLst/>
                <a:uLnTx/>
                <a:uFillTx/>
                <a:latin typeface="GSK Precision Light"/>
                <a:ea typeface="+mn-ea"/>
                <a:cs typeface="Arial"/>
              </a:rPr>
              <a:t>GAP</a:t>
            </a:r>
          </a:p>
        </p:txBody>
      </p:sp>
      <p:sp>
        <p:nvSpPr>
          <p:cNvPr id="20" name="TextBox 19">
            <a:extLst>
              <a:ext uri="{FF2B5EF4-FFF2-40B4-BE49-F238E27FC236}">
                <a16:creationId xmlns:a16="http://schemas.microsoft.com/office/drawing/2014/main" id="{2E5A1F1F-D065-0789-9158-5642523A203D}"/>
              </a:ext>
            </a:extLst>
          </p:cNvPr>
          <p:cNvSpPr txBox="1"/>
          <p:nvPr/>
        </p:nvSpPr>
        <p:spPr>
          <a:xfrm>
            <a:off x="9461192" y="4793413"/>
            <a:ext cx="2608559" cy="954107"/>
          </a:xfrm>
          <a:prstGeom prst="rect">
            <a:avLst/>
          </a:prstGeom>
          <a:noFill/>
        </p:spPr>
        <p:txBody>
          <a:bodyPr wrap="square">
            <a:spAutoFit/>
          </a:bodyPr>
          <a:lstStyle/>
          <a:p>
            <a:r>
              <a:rPr lang="en-SG" sz="2800" b="1" dirty="0">
                <a:solidFill>
                  <a:schemeClr val="tx2"/>
                </a:solidFill>
                <a:latin typeface="+mj-lt"/>
                <a:ea typeface="+mj-ea"/>
                <a:cs typeface="+mj-cs"/>
              </a:rPr>
              <a:t>Reveal Value of </a:t>
            </a:r>
            <a:r>
              <a:rPr lang="en-SG" sz="2800" b="1" dirty="0" err="1">
                <a:solidFill>
                  <a:schemeClr val="tx2"/>
                </a:solidFill>
                <a:latin typeface="+mj-lt"/>
                <a:ea typeface="+mj-ea"/>
                <a:cs typeface="+mj-cs"/>
              </a:rPr>
              <a:t>Trelegy</a:t>
            </a:r>
            <a:r>
              <a:rPr lang="en-SG" sz="2800" b="1" dirty="0">
                <a:solidFill>
                  <a:schemeClr val="tx2"/>
                </a:solidFill>
                <a:latin typeface="+mj-lt"/>
                <a:ea typeface="+mj-ea"/>
                <a:cs typeface="+mj-cs"/>
              </a:rPr>
              <a:t> </a:t>
            </a:r>
            <a:endParaRPr lang="en-GB" sz="2800" b="1" dirty="0">
              <a:solidFill>
                <a:schemeClr val="tx2"/>
              </a:solidFill>
              <a:latin typeface="+mj-lt"/>
              <a:ea typeface="+mj-ea"/>
              <a:cs typeface="+mj-cs"/>
            </a:endParaRPr>
          </a:p>
        </p:txBody>
      </p:sp>
      <p:pic>
        <p:nvPicPr>
          <p:cNvPr id="21" name="Picture 6" descr="Discounted Trelegy Online - Insulin Outlet">
            <a:extLst>
              <a:ext uri="{FF2B5EF4-FFF2-40B4-BE49-F238E27FC236}">
                <a16:creationId xmlns:a16="http://schemas.microsoft.com/office/drawing/2014/main" id="{28775D27-62B8-C000-3F8E-E6797BE9191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2877" b="17814"/>
          <a:stretch/>
        </p:blipFill>
        <p:spPr bwMode="auto">
          <a:xfrm>
            <a:off x="10426566" y="176830"/>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9" name="Slide Number Placeholder 8">
            <a:extLst>
              <a:ext uri="{FF2B5EF4-FFF2-40B4-BE49-F238E27FC236}">
                <a16:creationId xmlns:a16="http://schemas.microsoft.com/office/drawing/2014/main" id="{3619CDB4-BD37-ECD7-5C21-E47A690178C1}"/>
              </a:ext>
            </a:extLst>
          </p:cNvPr>
          <p:cNvSpPr>
            <a:spLocks noGrp="1"/>
          </p:cNvSpPr>
          <p:nvPr>
            <p:ph type="sldNum" sz="quarter" idx="11"/>
          </p:nvPr>
        </p:nvSpPr>
        <p:spPr/>
        <p:txBody>
          <a:bodyPr/>
          <a:lstStyle/>
          <a:p>
            <a:fld id="{9F9F533D-B52E-4A2F-BF72-0ADD2D94BD75}" type="slidenum">
              <a:rPr lang="en-GB" smtClean="0"/>
              <a:pPr/>
              <a:t>27</a:t>
            </a:fld>
            <a:endParaRPr lang="en-GB"/>
          </a:p>
        </p:txBody>
      </p:sp>
    </p:spTree>
    <p:custDataLst>
      <p:tags r:id="rId1"/>
    </p:custDataLst>
    <p:extLst>
      <p:ext uri="{BB962C8B-B14F-4D97-AF65-F5344CB8AC3E}">
        <p14:creationId xmlns:p14="http://schemas.microsoft.com/office/powerpoint/2010/main" val="2696711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03868-ABD4-41A8-AC98-C96890691861}"/>
              </a:ext>
            </a:extLst>
          </p:cNvPr>
          <p:cNvSpPr>
            <a:spLocks noGrp="1"/>
          </p:cNvSpPr>
          <p:nvPr>
            <p:ph type="title"/>
          </p:nvPr>
        </p:nvSpPr>
        <p:spPr/>
        <p:txBody>
          <a:bodyPr/>
          <a:lstStyle/>
          <a:p>
            <a:r>
              <a:rPr lang="en-US"/>
              <a:t>Offering a New Way Forward</a:t>
            </a:r>
          </a:p>
        </p:txBody>
      </p:sp>
      <p:sp>
        <p:nvSpPr>
          <p:cNvPr id="9" name="Rectangle 8">
            <a:extLst>
              <a:ext uri="{FF2B5EF4-FFF2-40B4-BE49-F238E27FC236}">
                <a16:creationId xmlns:a16="http://schemas.microsoft.com/office/drawing/2014/main" id="{33A81056-1BE5-4414-B17F-751B6A093F99}"/>
              </a:ext>
            </a:extLst>
          </p:cNvPr>
          <p:cNvSpPr/>
          <p:nvPr/>
        </p:nvSpPr>
        <p:spPr>
          <a:xfrm>
            <a:off x="1902311" y="3228605"/>
            <a:ext cx="4234556" cy="13234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rPr>
              <a:t>What should your customer do differently/how should they change their behavior?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52835"/>
              </a:solidFill>
              <a:effectLst/>
              <a:uLnTx/>
              <a:uFillTx/>
              <a:latin typeface="Graphik Regular" panose="020B0503030202060203" pitchFamily="34" charset="0"/>
              <a:ea typeface="+mn-ea"/>
              <a:cs typeface="+mn-cs"/>
            </a:endParaRPr>
          </a:p>
        </p:txBody>
      </p:sp>
      <p:grpSp>
        <p:nvGrpSpPr>
          <p:cNvPr id="21" name="Group 20">
            <a:extLst>
              <a:ext uri="{FF2B5EF4-FFF2-40B4-BE49-F238E27FC236}">
                <a16:creationId xmlns:a16="http://schemas.microsoft.com/office/drawing/2014/main" id="{7A5DFEBA-3F77-96B8-FBE6-9828E1CE4E74}"/>
              </a:ext>
            </a:extLst>
          </p:cNvPr>
          <p:cNvGrpSpPr/>
          <p:nvPr/>
        </p:nvGrpSpPr>
        <p:grpSpPr>
          <a:xfrm>
            <a:off x="6670265" y="3228605"/>
            <a:ext cx="4962741" cy="1323439"/>
            <a:chOff x="6362699" y="3989700"/>
            <a:chExt cx="4962741" cy="1323439"/>
          </a:xfrm>
        </p:grpSpPr>
        <p:sp>
          <p:nvSpPr>
            <p:cNvPr id="169" name="Rectangle 168">
              <a:extLst>
                <a:ext uri="{FF2B5EF4-FFF2-40B4-BE49-F238E27FC236}">
                  <a16:creationId xmlns:a16="http://schemas.microsoft.com/office/drawing/2014/main" id="{C06FC56E-E6D5-8B6B-BF5E-533EEDA11399}"/>
                </a:ext>
              </a:extLst>
            </p:cNvPr>
            <p:cNvSpPr/>
            <p:nvPr/>
          </p:nvSpPr>
          <p:spPr>
            <a:xfrm>
              <a:off x="7090884" y="3989700"/>
              <a:ext cx="4234556" cy="13234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52835"/>
                  </a:solidFill>
                  <a:effectLst/>
                  <a:uLnTx/>
                  <a:uFillTx/>
                  <a:latin typeface="Graphik Regular" panose="020B0503030202060203" pitchFamily="34" charset="0"/>
                  <a:ea typeface="+mn-ea"/>
                  <a:cs typeface="+mn-cs"/>
                </a:rPr>
                <a:t>How would your customer describe the new approach in their language?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52835"/>
                </a:solidFill>
                <a:effectLst/>
                <a:uLnTx/>
                <a:uFillTx/>
                <a:latin typeface="Graphik Regular" panose="020B0503030202060203" pitchFamily="34" charset="0"/>
                <a:ea typeface="+mn-ea"/>
                <a:cs typeface="+mn-cs"/>
              </a:endParaRPr>
            </a:p>
          </p:txBody>
        </p:sp>
        <p:pic>
          <p:nvPicPr>
            <p:cNvPr id="16" name="Graphic 15">
              <a:extLst>
                <a:ext uri="{FF2B5EF4-FFF2-40B4-BE49-F238E27FC236}">
                  <a16:creationId xmlns:a16="http://schemas.microsoft.com/office/drawing/2014/main" id="{67C401AA-D034-9057-677A-18185CA45D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62699" y="3990176"/>
              <a:ext cx="640080" cy="640080"/>
            </a:xfrm>
            <a:prstGeom prst="rect">
              <a:avLst/>
            </a:prstGeom>
          </p:spPr>
        </p:pic>
      </p:grpSp>
      <p:pic>
        <p:nvPicPr>
          <p:cNvPr id="22" name="Graphic 21">
            <a:extLst>
              <a:ext uri="{FF2B5EF4-FFF2-40B4-BE49-F238E27FC236}">
                <a16:creationId xmlns:a16="http://schemas.microsoft.com/office/drawing/2014/main" id="{22CD35EE-7353-11A2-86C4-A53A2A1AB51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01989" y="3228605"/>
            <a:ext cx="712217" cy="712217"/>
          </a:xfrm>
          <a:prstGeom prst="rect">
            <a:avLst/>
          </a:prstGeom>
        </p:spPr>
      </p:pic>
      <p:pic>
        <p:nvPicPr>
          <p:cNvPr id="3" name="Picture 2">
            <a:extLst>
              <a:ext uri="{FF2B5EF4-FFF2-40B4-BE49-F238E27FC236}">
                <a16:creationId xmlns:a16="http://schemas.microsoft.com/office/drawing/2014/main" id="{3F0925BF-6A10-3514-0620-200E17530DD9}"/>
              </a:ext>
            </a:extLst>
          </p:cNvPr>
          <p:cNvPicPr>
            <a:picLocks noChangeAspect="1"/>
          </p:cNvPicPr>
          <p:nvPr/>
        </p:nvPicPr>
        <p:blipFill rotWithShape="1">
          <a:blip r:embed="rId8">
            <a:alphaModFix amt="35000"/>
          </a:blip>
          <a:srcRect r="26287"/>
          <a:stretch/>
        </p:blipFill>
        <p:spPr>
          <a:xfrm>
            <a:off x="908316" y="865746"/>
            <a:ext cx="7667899" cy="2170112"/>
          </a:xfrm>
          <a:prstGeom prst="rect">
            <a:avLst/>
          </a:prstGeom>
        </p:spPr>
      </p:pic>
      <p:pic>
        <p:nvPicPr>
          <p:cNvPr id="4" name="Picture 3">
            <a:extLst>
              <a:ext uri="{FF2B5EF4-FFF2-40B4-BE49-F238E27FC236}">
                <a16:creationId xmlns:a16="http://schemas.microsoft.com/office/drawing/2014/main" id="{C67C7DD3-0618-8926-4700-AAE02F639666}"/>
              </a:ext>
            </a:extLst>
          </p:cNvPr>
          <p:cNvPicPr>
            <a:picLocks noChangeAspect="1"/>
          </p:cNvPicPr>
          <p:nvPr/>
        </p:nvPicPr>
        <p:blipFill rotWithShape="1">
          <a:blip r:embed="rId8"/>
          <a:srcRect l="73713"/>
          <a:stretch/>
        </p:blipFill>
        <p:spPr>
          <a:xfrm>
            <a:off x="8576215" y="865746"/>
            <a:ext cx="2734524" cy="2170112"/>
          </a:xfrm>
          <a:prstGeom prst="rect">
            <a:avLst/>
          </a:prstGeom>
        </p:spPr>
      </p:pic>
      <p:sp>
        <p:nvSpPr>
          <p:cNvPr id="8" name="TextBox 7">
            <a:extLst>
              <a:ext uri="{FF2B5EF4-FFF2-40B4-BE49-F238E27FC236}">
                <a16:creationId xmlns:a16="http://schemas.microsoft.com/office/drawing/2014/main" id="{E6134B12-47CF-52D9-11D6-6165ED784261}"/>
              </a:ext>
            </a:extLst>
          </p:cNvPr>
          <p:cNvSpPr txBox="1"/>
          <p:nvPr/>
        </p:nvSpPr>
        <p:spPr>
          <a:xfrm>
            <a:off x="1101989" y="939903"/>
            <a:ext cx="2274073" cy="923330"/>
          </a:xfrm>
          <a:prstGeom prst="rect">
            <a:avLst/>
          </a:prstGeom>
          <a:noFill/>
        </p:spPr>
        <p:txBody>
          <a:bodyPr wrap="square" lIns="0" tIns="0" rIns="0" bIns="0" rtlCol="0">
            <a:spAutoFit/>
          </a:bodyPr>
          <a:lstStyle/>
          <a:p>
            <a:pPr algn="ctr">
              <a:spcAft>
                <a:spcPts val="600"/>
              </a:spcAft>
            </a:pPr>
            <a:r>
              <a:rPr lang="en-US" sz="6000" dirty="0">
                <a:solidFill>
                  <a:schemeClr val="tx2"/>
                </a:solidFill>
                <a:latin typeface="+mj-lt"/>
              </a:rPr>
              <a:t>A</a:t>
            </a:r>
          </a:p>
        </p:txBody>
      </p:sp>
      <p:sp>
        <p:nvSpPr>
          <p:cNvPr id="10" name="TextBox 9">
            <a:extLst>
              <a:ext uri="{FF2B5EF4-FFF2-40B4-BE49-F238E27FC236}">
                <a16:creationId xmlns:a16="http://schemas.microsoft.com/office/drawing/2014/main" id="{B0D6E667-F923-A4F0-7E1D-309E62DBB095}"/>
              </a:ext>
            </a:extLst>
          </p:cNvPr>
          <p:cNvSpPr txBox="1"/>
          <p:nvPr/>
        </p:nvSpPr>
        <p:spPr>
          <a:xfrm>
            <a:off x="1101989" y="1765201"/>
            <a:ext cx="2274073" cy="276999"/>
          </a:xfrm>
          <a:prstGeom prst="rect">
            <a:avLst/>
          </a:prstGeom>
          <a:noFill/>
        </p:spPr>
        <p:txBody>
          <a:bodyPr wrap="square" lIns="0" tIns="0" rIns="0" bIns="0" rtlCol="0">
            <a:spAutoFit/>
          </a:bodyPr>
          <a:lstStyle/>
          <a:p>
            <a:pPr algn="ctr">
              <a:spcAft>
                <a:spcPts val="600"/>
              </a:spcAft>
            </a:pPr>
            <a:r>
              <a:rPr lang="en-US" dirty="0">
                <a:solidFill>
                  <a:schemeClr val="tx2"/>
                </a:solidFill>
                <a:latin typeface="+mj-lt"/>
              </a:rPr>
              <a:t>Current State</a:t>
            </a:r>
          </a:p>
        </p:txBody>
      </p:sp>
      <p:sp>
        <p:nvSpPr>
          <p:cNvPr id="11" name="TextBox 10">
            <a:extLst>
              <a:ext uri="{FF2B5EF4-FFF2-40B4-BE49-F238E27FC236}">
                <a16:creationId xmlns:a16="http://schemas.microsoft.com/office/drawing/2014/main" id="{4D31E7EB-BC0D-1856-0FA1-6AC1FCC96BBC}"/>
              </a:ext>
            </a:extLst>
          </p:cNvPr>
          <p:cNvSpPr txBox="1"/>
          <p:nvPr/>
        </p:nvSpPr>
        <p:spPr>
          <a:xfrm>
            <a:off x="907182" y="2216930"/>
            <a:ext cx="2663686" cy="369332"/>
          </a:xfrm>
          <a:prstGeom prst="rect">
            <a:avLst/>
          </a:prstGeom>
          <a:noFill/>
        </p:spPr>
        <p:txBody>
          <a:bodyPr wrap="square" lIns="0" tIns="0" rIns="0" bIns="0" rtlCol="0">
            <a:spAutoFit/>
          </a:bodyPr>
          <a:lstStyle/>
          <a:p>
            <a:pPr algn="ctr">
              <a:lnSpc>
                <a:spcPct val="75000"/>
              </a:lnSpc>
            </a:pPr>
            <a:r>
              <a:rPr lang="en-US" sz="1600" dirty="0"/>
              <a:t>Captures the customer’s current thinking</a:t>
            </a:r>
          </a:p>
        </p:txBody>
      </p:sp>
      <p:sp>
        <p:nvSpPr>
          <p:cNvPr id="12" name="TextBox 11">
            <a:extLst>
              <a:ext uri="{FF2B5EF4-FFF2-40B4-BE49-F238E27FC236}">
                <a16:creationId xmlns:a16="http://schemas.microsoft.com/office/drawing/2014/main" id="{C16869D0-DB8E-05AD-C91C-0C6DDABF88B3}"/>
              </a:ext>
            </a:extLst>
          </p:cNvPr>
          <p:cNvSpPr txBox="1"/>
          <p:nvPr/>
        </p:nvSpPr>
        <p:spPr>
          <a:xfrm>
            <a:off x="5158505" y="2216930"/>
            <a:ext cx="1902042" cy="369332"/>
          </a:xfrm>
          <a:prstGeom prst="rect">
            <a:avLst/>
          </a:prstGeom>
          <a:noFill/>
        </p:spPr>
        <p:txBody>
          <a:bodyPr wrap="square" lIns="0" tIns="0" rIns="0" bIns="0" rtlCol="0">
            <a:spAutoFit/>
          </a:bodyPr>
          <a:lstStyle/>
          <a:p>
            <a:pPr algn="ctr">
              <a:lnSpc>
                <a:spcPct val="75000"/>
              </a:lnSpc>
            </a:pPr>
            <a:r>
              <a:rPr lang="en-US" sz="1600"/>
              <a:t>What the customer is missing</a:t>
            </a:r>
          </a:p>
        </p:txBody>
      </p:sp>
      <p:sp>
        <p:nvSpPr>
          <p:cNvPr id="13" name="TextBox 12">
            <a:extLst>
              <a:ext uri="{FF2B5EF4-FFF2-40B4-BE49-F238E27FC236}">
                <a16:creationId xmlns:a16="http://schemas.microsoft.com/office/drawing/2014/main" id="{F597B9BF-6701-1910-7158-B7B5FF8158E2}"/>
              </a:ext>
            </a:extLst>
          </p:cNvPr>
          <p:cNvSpPr txBox="1"/>
          <p:nvPr/>
        </p:nvSpPr>
        <p:spPr>
          <a:xfrm>
            <a:off x="4972490" y="1400071"/>
            <a:ext cx="2274073" cy="276999"/>
          </a:xfrm>
          <a:prstGeom prst="rect">
            <a:avLst/>
          </a:prstGeom>
          <a:noFill/>
        </p:spPr>
        <p:txBody>
          <a:bodyPr wrap="square" lIns="0" tIns="0" rIns="0" bIns="0" rtlCol="0">
            <a:spAutoFit/>
          </a:bodyPr>
          <a:lstStyle/>
          <a:p>
            <a:pPr algn="ctr">
              <a:spcAft>
                <a:spcPts val="600"/>
              </a:spcAft>
            </a:pPr>
            <a:r>
              <a:rPr lang="en-US">
                <a:solidFill>
                  <a:schemeClr val="bg1"/>
                </a:solidFill>
                <a:latin typeface="+mj-lt"/>
              </a:rPr>
              <a:t>GAP</a:t>
            </a:r>
          </a:p>
        </p:txBody>
      </p:sp>
      <p:sp>
        <p:nvSpPr>
          <p:cNvPr id="14" name="TextBox 13">
            <a:extLst>
              <a:ext uri="{FF2B5EF4-FFF2-40B4-BE49-F238E27FC236}">
                <a16:creationId xmlns:a16="http://schemas.microsoft.com/office/drawing/2014/main" id="{C7D7AC1D-237A-714F-C1EA-8E9755CF57D4}"/>
              </a:ext>
            </a:extLst>
          </p:cNvPr>
          <p:cNvSpPr txBox="1"/>
          <p:nvPr/>
        </p:nvSpPr>
        <p:spPr>
          <a:xfrm>
            <a:off x="8771020" y="2216930"/>
            <a:ext cx="2415754" cy="553998"/>
          </a:xfrm>
          <a:prstGeom prst="rect">
            <a:avLst/>
          </a:prstGeom>
          <a:noFill/>
        </p:spPr>
        <p:txBody>
          <a:bodyPr wrap="square" lIns="0" tIns="0" rIns="0" bIns="0" rtlCol="0">
            <a:spAutoFit/>
          </a:bodyPr>
          <a:lstStyle/>
          <a:p>
            <a:pPr algn="ctr">
              <a:lnSpc>
                <a:spcPct val="75000"/>
              </a:lnSpc>
            </a:pPr>
            <a:r>
              <a:rPr lang="en-US" sz="1600"/>
              <a:t>Offers a new way to address the problem (leading to your solution)</a:t>
            </a:r>
          </a:p>
        </p:txBody>
      </p:sp>
      <p:sp>
        <p:nvSpPr>
          <p:cNvPr id="15" name="TextBox 14">
            <a:extLst>
              <a:ext uri="{FF2B5EF4-FFF2-40B4-BE49-F238E27FC236}">
                <a16:creationId xmlns:a16="http://schemas.microsoft.com/office/drawing/2014/main" id="{D89B6C4F-554F-C0BB-E964-B4144D3E0AB9}"/>
              </a:ext>
            </a:extLst>
          </p:cNvPr>
          <p:cNvSpPr txBox="1"/>
          <p:nvPr/>
        </p:nvSpPr>
        <p:spPr>
          <a:xfrm>
            <a:off x="8841861" y="1765201"/>
            <a:ext cx="2274073" cy="276999"/>
          </a:xfrm>
          <a:prstGeom prst="rect">
            <a:avLst/>
          </a:prstGeom>
          <a:noFill/>
        </p:spPr>
        <p:txBody>
          <a:bodyPr wrap="square" lIns="0" tIns="0" rIns="0" bIns="0" rtlCol="0">
            <a:spAutoFit/>
          </a:bodyPr>
          <a:lstStyle/>
          <a:p>
            <a:pPr algn="ctr">
              <a:spcAft>
                <a:spcPts val="600"/>
              </a:spcAft>
            </a:pPr>
            <a:r>
              <a:rPr lang="en-US">
                <a:solidFill>
                  <a:schemeClr val="accent2"/>
                </a:solidFill>
                <a:latin typeface="+mj-lt"/>
              </a:rPr>
              <a:t>New Approach</a:t>
            </a:r>
          </a:p>
        </p:txBody>
      </p:sp>
      <p:sp>
        <p:nvSpPr>
          <p:cNvPr id="17" name="TextBox 16">
            <a:extLst>
              <a:ext uri="{FF2B5EF4-FFF2-40B4-BE49-F238E27FC236}">
                <a16:creationId xmlns:a16="http://schemas.microsoft.com/office/drawing/2014/main" id="{8AFEC2DB-F099-C7AB-78CC-5B2BCB12D687}"/>
              </a:ext>
            </a:extLst>
          </p:cNvPr>
          <p:cNvSpPr txBox="1"/>
          <p:nvPr/>
        </p:nvSpPr>
        <p:spPr>
          <a:xfrm>
            <a:off x="8841861" y="939903"/>
            <a:ext cx="2274073" cy="923330"/>
          </a:xfrm>
          <a:prstGeom prst="rect">
            <a:avLst/>
          </a:prstGeom>
          <a:noFill/>
        </p:spPr>
        <p:txBody>
          <a:bodyPr wrap="square" lIns="0" tIns="0" rIns="0" bIns="0" rtlCol="0">
            <a:spAutoFit/>
          </a:bodyPr>
          <a:lstStyle/>
          <a:p>
            <a:pPr algn="ctr">
              <a:spcAft>
                <a:spcPts val="600"/>
              </a:spcAft>
            </a:pPr>
            <a:r>
              <a:rPr lang="en-US" sz="6000">
                <a:solidFill>
                  <a:schemeClr val="accent2"/>
                </a:solidFill>
                <a:latin typeface="+mj-lt"/>
              </a:rPr>
              <a:t>B</a:t>
            </a:r>
          </a:p>
        </p:txBody>
      </p:sp>
      <p:sp>
        <p:nvSpPr>
          <p:cNvPr id="20" name="Content Placeholder 1">
            <a:extLst>
              <a:ext uri="{FF2B5EF4-FFF2-40B4-BE49-F238E27FC236}">
                <a16:creationId xmlns:a16="http://schemas.microsoft.com/office/drawing/2014/main" id="{CC70C3CA-DADE-0487-F7FA-67552CFAA991}"/>
              </a:ext>
            </a:extLst>
          </p:cNvPr>
          <p:cNvSpPr>
            <a:spLocks noGrp="1"/>
          </p:cNvSpPr>
          <p:nvPr>
            <p:ph sz="quarter" idx="10"/>
          </p:nvPr>
        </p:nvSpPr>
        <p:spPr>
          <a:xfrm>
            <a:off x="3527580" y="4479372"/>
            <a:ext cx="6451317" cy="1692771"/>
          </a:xfrm>
        </p:spPr>
        <p:txBody>
          <a:bodyPr/>
          <a:lstStyle/>
          <a:p>
            <a:pPr marL="0" lvl="2" indent="0" defTabSz="822960">
              <a:lnSpc>
                <a:spcPct val="110000"/>
              </a:lnSpc>
              <a:spcBef>
                <a:spcPts val="450"/>
              </a:spcBef>
              <a:spcAft>
                <a:spcPts val="480"/>
              </a:spcAft>
              <a:buClr>
                <a:schemeClr val="accent2"/>
              </a:buClr>
              <a:buSzPct val="100000"/>
              <a:buNone/>
            </a:pPr>
            <a:r>
              <a:rPr lang="en-US" sz="2400" dirty="0">
                <a:latin typeface="Lyon Text Bold" panose="02000505080000020004" pitchFamily="50" charset="0"/>
              </a:rPr>
              <a:t>Revealing Value might sound like: </a:t>
            </a:r>
          </a:p>
          <a:p>
            <a:pPr marL="177800" lvl="2" indent="-177800" defTabSz="822960">
              <a:buClr>
                <a:schemeClr val="accent2"/>
              </a:buClr>
              <a:buSzPct val="100000"/>
              <a:buFont typeface="Arial" panose="020B0604020202020204" pitchFamily="34" charset="0"/>
              <a:buChar char="•"/>
            </a:pPr>
            <a:r>
              <a:rPr lang="en-US" sz="1800" dirty="0"/>
              <a:t>The good news is, this is an easy fix…</a:t>
            </a:r>
          </a:p>
          <a:p>
            <a:pPr marL="177800" lvl="2" indent="-177800" defTabSz="822960">
              <a:buClr>
                <a:schemeClr val="accent2"/>
              </a:buClr>
              <a:buSzPct val="100000"/>
              <a:buFont typeface="Arial" panose="020B0604020202020204" pitchFamily="34" charset="0"/>
              <a:buChar char="•"/>
            </a:pPr>
            <a:r>
              <a:rPr lang="en-US" sz="1800" dirty="0"/>
              <a:t>Imagine if there was a way to…</a:t>
            </a:r>
          </a:p>
          <a:p>
            <a:pPr marL="177800" lvl="2" indent="-177800" defTabSz="822960">
              <a:buClr>
                <a:schemeClr val="accent2"/>
              </a:buClr>
              <a:buSzPct val="100000"/>
              <a:buFont typeface="Arial" panose="020B0604020202020204" pitchFamily="34" charset="0"/>
              <a:buChar char="•"/>
            </a:pPr>
            <a:r>
              <a:rPr lang="en-US" sz="1800" dirty="0"/>
              <a:t>Wouldn't it be great if you could…</a:t>
            </a:r>
          </a:p>
          <a:p>
            <a:pPr marL="177800" lvl="2" indent="-177800" defTabSz="822960">
              <a:buClr>
                <a:schemeClr val="accent2"/>
              </a:buClr>
              <a:buSzPct val="100000"/>
              <a:buFont typeface="Arial" panose="020B0604020202020204" pitchFamily="34" charset="0"/>
              <a:buChar char="•"/>
            </a:pPr>
            <a:r>
              <a:rPr lang="en-US" sz="1800" dirty="0"/>
              <a:t>Now imagine a scenario where instead of X you…</a:t>
            </a:r>
          </a:p>
          <a:p>
            <a:pPr marL="285750" lvl="2" indent="-285750" defTabSz="822960">
              <a:lnSpc>
                <a:spcPct val="110000"/>
              </a:lnSpc>
              <a:spcBef>
                <a:spcPts val="450"/>
              </a:spcBef>
              <a:spcAft>
                <a:spcPts val="480"/>
              </a:spcAft>
              <a:buClr>
                <a:schemeClr val="accent2"/>
              </a:buClr>
              <a:buSzPct val="100000"/>
              <a:buFont typeface="Arial" panose="020B0604020202020204" pitchFamily="34" charset="0"/>
              <a:buChar char="•"/>
            </a:pPr>
            <a:endParaRPr lang="en-US" sz="1800" dirty="0">
              <a:solidFill>
                <a:schemeClr val="tx2"/>
              </a:solidFill>
            </a:endParaRPr>
          </a:p>
        </p:txBody>
      </p:sp>
      <p:sp>
        <p:nvSpPr>
          <p:cNvPr id="5" name="Slide Number Placeholder 3">
            <a:extLst>
              <a:ext uri="{FF2B5EF4-FFF2-40B4-BE49-F238E27FC236}">
                <a16:creationId xmlns:a16="http://schemas.microsoft.com/office/drawing/2014/main" id="{3C9061FC-BE54-FE92-1254-D74CE62F06B3}"/>
              </a:ext>
            </a:extLst>
          </p:cNvPr>
          <p:cNvSpPr txBox="1">
            <a:spLocks/>
          </p:cNvSpPr>
          <p:nvPr/>
        </p:nvSpPr>
        <p:spPr>
          <a:xfrm>
            <a:off x="537687" y="6273022"/>
            <a:ext cx="540000" cy="26987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B9B3B01-9C27-4D4B-B55E-30DD78B743D4}" type="slidenum">
              <a:rPr lang="en-US" sz="1000" smtClean="0">
                <a:solidFill>
                  <a:srgbClr val="000000"/>
                </a:solidFill>
                <a:latin typeface="Arial"/>
              </a:rPr>
              <a:pPr>
                <a:defRPr/>
              </a:pPr>
              <a:t>28</a:t>
            </a:fld>
            <a:endParaRPr lang="en-US" sz="1000">
              <a:solidFill>
                <a:srgbClr val="000000"/>
              </a:solidFill>
              <a:latin typeface="Arial"/>
            </a:endParaRPr>
          </a:p>
        </p:txBody>
      </p:sp>
    </p:spTree>
    <p:custDataLst>
      <p:tags r:id="rId1"/>
    </p:custDataLst>
    <p:extLst>
      <p:ext uri="{BB962C8B-B14F-4D97-AF65-F5344CB8AC3E}">
        <p14:creationId xmlns:p14="http://schemas.microsoft.com/office/powerpoint/2010/main" val="190484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8EFB-A513-0684-C46E-9197EC510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21DA8-9C6B-156E-3BB1-7E9CAB229677}"/>
              </a:ext>
            </a:extLst>
          </p:cNvPr>
          <p:cNvSpPr>
            <a:spLocks noGrp="1"/>
          </p:cNvSpPr>
          <p:nvPr>
            <p:ph type="title"/>
          </p:nvPr>
        </p:nvSpPr>
        <p:spPr>
          <a:xfrm>
            <a:off x="365127" y="146176"/>
            <a:ext cx="2782050" cy="452062"/>
          </a:xfrm>
        </p:spPr>
        <p:txBody>
          <a:bodyPr anchor="ctr">
            <a:normAutofit/>
          </a:bodyPr>
          <a:lstStyle/>
          <a:p>
            <a:pPr lvl="0">
              <a:defRPr/>
            </a:pPr>
            <a:r>
              <a:rPr lang="en-GB" sz="2400" dirty="0">
                <a:solidFill>
                  <a:srgbClr val="F36633"/>
                </a:solidFill>
                <a:latin typeface="Arial"/>
              </a:rPr>
              <a:t>IMPACT Model</a:t>
            </a:r>
            <a:endParaRPr lang="en-US" sz="2400" dirty="0">
              <a:solidFill>
                <a:srgbClr val="F36633"/>
              </a:solidFill>
              <a:latin typeface="Arial"/>
            </a:endParaRPr>
          </a:p>
        </p:txBody>
      </p:sp>
      <p:sp>
        <p:nvSpPr>
          <p:cNvPr id="25" name="Rectangle 24">
            <a:extLst>
              <a:ext uri="{FF2B5EF4-FFF2-40B4-BE49-F238E27FC236}">
                <a16:creationId xmlns:a16="http://schemas.microsoft.com/office/drawing/2014/main" id="{34C40353-C8C0-7041-8613-D1D3D2502BA1}"/>
              </a:ext>
            </a:extLst>
          </p:cNvPr>
          <p:cNvSpPr/>
          <p:nvPr/>
        </p:nvSpPr>
        <p:spPr bwMode="auto">
          <a:xfrm>
            <a:off x="2185514" y="8878694"/>
            <a:ext cx="1549579" cy="4281473"/>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50" b="0" i="1" u="none" strike="noStrike" kern="0" cap="none" spc="0" normalizeH="0" baseline="0" noProof="0">
              <a:ln>
                <a:noFill/>
              </a:ln>
              <a:solidFill>
                <a:srgbClr val="000000"/>
              </a:solidFill>
              <a:effectLst/>
              <a:uLnTx/>
              <a:uFillTx/>
              <a:latin typeface="Arial"/>
              <a:ea typeface="+mn-ea"/>
              <a:cs typeface="Noto Sans"/>
            </a:endParaRPr>
          </a:p>
        </p:txBody>
      </p:sp>
      <p:pic>
        <p:nvPicPr>
          <p:cNvPr id="45" name="Picture 6" descr="Discounted Trelegy Online - Insulin Outlet">
            <a:extLst>
              <a:ext uri="{FF2B5EF4-FFF2-40B4-BE49-F238E27FC236}">
                <a16:creationId xmlns:a16="http://schemas.microsoft.com/office/drawing/2014/main" id="{DC2D4974-1F57-38A5-4177-B16E01BDF3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B8E4AABF-343F-1611-0A41-AE45B4E8EF0D}"/>
              </a:ext>
            </a:extLst>
          </p:cNvPr>
          <p:cNvSpPr/>
          <p:nvPr/>
        </p:nvSpPr>
        <p:spPr bwMode="auto">
          <a:xfrm>
            <a:off x="9701560" y="2358276"/>
            <a:ext cx="2201513" cy="4377571"/>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33" name="Rectangle: Rounded Corners 32">
            <a:extLst>
              <a:ext uri="{FF2B5EF4-FFF2-40B4-BE49-F238E27FC236}">
                <a16:creationId xmlns:a16="http://schemas.microsoft.com/office/drawing/2014/main" id="{5DC52680-4A19-9BC2-8369-9442FDE4CF63}"/>
              </a:ext>
            </a:extLst>
          </p:cNvPr>
          <p:cNvSpPr/>
          <p:nvPr/>
        </p:nvSpPr>
        <p:spPr bwMode="auto">
          <a:xfrm>
            <a:off x="7213604" y="2379023"/>
            <a:ext cx="2309296" cy="4373904"/>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R="0" lvl="0" algn="l" defTabSz="1219170" rtl="0" eaLnBrk="0" fontAlgn="auto" latinLnBrk="0" hangingPunct="0">
              <a:lnSpc>
                <a:spcPct val="100000"/>
              </a:lnSpc>
              <a:spcBef>
                <a:spcPts val="300"/>
              </a:spcBef>
              <a:spcAft>
                <a:spcPts val="300"/>
              </a:spcAft>
              <a:buClr>
                <a:srgbClr val="494F53"/>
              </a:buClr>
              <a:buSzPct val="110000"/>
              <a:tabLst/>
              <a:defRPr/>
            </a:pPr>
            <a:endParaRPr kumimoji="0" lang="en-GB" sz="1600" b="0" i="0" u="none" strike="noStrike" kern="0" cap="none" spc="0" normalizeH="0" baseline="0" noProof="0" dirty="0">
              <a:ln>
                <a:noFill/>
              </a:ln>
              <a:solidFill>
                <a:srgbClr val="000000"/>
              </a:solidFill>
              <a:effectLst/>
              <a:uLnTx/>
              <a:uFillTx/>
              <a:latin typeface="Lato"/>
              <a:ea typeface="+mn-ea"/>
              <a:cs typeface="+mn-cs"/>
            </a:endParaRPr>
          </a:p>
        </p:txBody>
      </p:sp>
      <p:sp>
        <p:nvSpPr>
          <p:cNvPr id="34" name="Rectangle: Rounded Corners 33">
            <a:extLst>
              <a:ext uri="{FF2B5EF4-FFF2-40B4-BE49-F238E27FC236}">
                <a16:creationId xmlns:a16="http://schemas.microsoft.com/office/drawing/2014/main" id="{F34860A3-A5F1-6682-DF9E-D4A29D73715C}"/>
              </a:ext>
            </a:extLst>
          </p:cNvPr>
          <p:cNvSpPr/>
          <p:nvPr/>
        </p:nvSpPr>
        <p:spPr bwMode="auto">
          <a:xfrm>
            <a:off x="4666919" y="2379022"/>
            <a:ext cx="2391445" cy="4383843"/>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R="0" lvl="0" algn="l" defTabSz="1219170" rtl="0" eaLnBrk="0" fontAlgn="auto" latinLnBrk="0" hangingPunct="0">
              <a:lnSpc>
                <a:spcPct val="100000"/>
              </a:lnSpc>
              <a:spcBef>
                <a:spcPts val="300"/>
              </a:spcBef>
              <a:spcAft>
                <a:spcPts val="300"/>
              </a:spcAft>
              <a:buClr>
                <a:srgbClr val="494F53"/>
              </a:buClr>
              <a:buSzPct val="110000"/>
              <a:tabLst/>
              <a:defRPr/>
            </a:pPr>
            <a:endParaRPr kumimoji="0" lang="en-GB" sz="1600" b="0" i="0" u="none" strike="noStrike" kern="0" cap="none" spc="0" normalizeH="0" baseline="0" noProof="0" dirty="0">
              <a:ln>
                <a:noFill/>
              </a:ln>
              <a:solidFill>
                <a:srgbClr val="000000"/>
              </a:solidFill>
              <a:effectLst/>
              <a:uLnTx/>
              <a:uFillTx/>
              <a:latin typeface="Lato"/>
              <a:ea typeface="+mn-ea"/>
              <a:cs typeface="+mn-cs"/>
            </a:endParaRPr>
          </a:p>
        </p:txBody>
      </p:sp>
      <p:sp>
        <p:nvSpPr>
          <p:cNvPr id="44" name="Rectangle: Rounded Corners 43">
            <a:extLst>
              <a:ext uri="{FF2B5EF4-FFF2-40B4-BE49-F238E27FC236}">
                <a16:creationId xmlns:a16="http://schemas.microsoft.com/office/drawing/2014/main" id="{506BDB02-B32F-E85F-9FDD-4E470BE4E51A}"/>
              </a:ext>
            </a:extLst>
          </p:cNvPr>
          <p:cNvSpPr/>
          <p:nvPr/>
        </p:nvSpPr>
        <p:spPr bwMode="auto">
          <a:xfrm>
            <a:off x="2185514" y="2370793"/>
            <a:ext cx="2391445" cy="4417927"/>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46" name="Rectangle: Rounded Corners 45">
            <a:extLst>
              <a:ext uri="{FF2B5EF4-FFF2-40B4-BE49-F238E27FC236}">
                <a16:creationId xmlns:a16="http://schemas.microsoft.com/office/drawing/2014/main" id="{6E9C59AD-09B9-B879-1BBF-0CBA6C67A4A0}"/>
              </a:ext>
            </a:extLst>
          </p:cNvPr>
          <p:cNvSpPr/>
          <p:nvPr/>
        </p:nvSpPr>
        <p:spPr bwMode="auto">
          <a:xfrm>
            <a:off x="333400" y="2358276"/>
            <a:ext cx="1734397" cy="4417927"/>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47" name="Rectangle: Rounded Corners 46">
            <a:extLst>
              <a:ext uri="{FF2B5EF4-FFF2-40B4-BE49-F238E27FC236}">
                <a16:creationId xmlns:a16="http://schemas.microsoft.com/office/drawing/2014/main" id="{1ACCFB49-4058-C760-1094-2E707CA0CD44}"/>
              </a:ext>
            </a:extLst>
          </p:cNvPr>
          <p:cNvSpPr/>
          <p:nvPr/>
        </p:nvSpPr>
        <p:spPr bwMode="auto">
          <a:xfrm>
            <a:off x="358678" y="1050300"/>
            <a:ext cx="1654749" cy="1219049"/>
          </a:xfrm>
          <a:prstGeom prst="roundRect">
            <a:avLst/>
          </a:prstGeom>
          <a:gradFill flip="none" rotWithShape="1">
            <a:gsLst>
              <a:gs pos="0">
                <a:srgbClr val="419D7C">
                  <a:shade val="30000"/>
                  <a:satMod val="115000"/>
                </a:srgbClr>
              </a:gs>
              <a:gs pos="50000">
                <a:srgbClr val="419D7C">
                  <a:shade val="67500"/>
                  <a:satMod val="115000"/>
                </a:srgbClr>
              </a:gs>
              <a:gs pos="100000">
                <a:srgbClr val="419D7C">
                  <a:shade val="100000"/>
                  <a:satMod val="115000"/>
                </a:srgbClr>
              </a:gs>
            </a:gsLst>
            <a:lin ang="2700000" scaled="1"/>
            <a:tileRect/>
          </a:gradFill>
          <a:ln w="79375">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vert" wrap="square" lIns="36000" tIns="36000" rIns="36000" bIns="36000" numCol="1" spcCol="0" rtlCol="0" fromWordArt="0" anchor="ctr" anchorCtr="0" forceAA="0" compatLnSpc="1">
            <a:prstTxWarp prst="textNoShape">
              <a:avLst/>
            </a:prstTxWarp>
            <a:noAutofit/>
          </a:bodyPr>
          <a:lstStyle/>
          <a:p>
            <a:pPr algn="ctr" eaLnBrk="0" hangingPunct="0">
              <a:lnSpc>
                <a:spcPct val="90000"/>
              </a:lnSpc>
              <a:buClr>
                <a:srgbClr val="F36633"/>
              </a:buClr>
              <a:buSzPct val="110000"/>
            </a:pPr>
            <a:endParaRPr lang="en-US" sz="1400" kern="0" err="1">
              <a:solidFill>
                <a:prstClr val="white"/>
              </a:solidFill>
              <a:latin typeface="Arial"/>
            </a:endParaRPr>
          </a:p>
        </p:txBody>
      </p:sp>
      <p:sp>
        <p:nvSpPr>
          <p:cNvPr id="48" name="Rectangle: Rounded Corners 47">
            <a:extLst>
              <a:ext uri="{FF2B5EF4-FFF2-40B4-BE49-F238E27FC236}">
                <a16:creationId xmlns:a16="http://schemas.microsoft.com/office/drawing/2014/main" id="{104BE879-1004-3F40-E549-BF000BF22AC5}"/>
              </a:ext>
            </a:extLst>
          </p:cNvPr>
          <p:cNvSpPr/>
          <p:nvPr/>
        </p:nvSpPr>
        <p:spPr bwMode="auto">
          <a:xfrm>
            <a:off x="2135736" y="1054982"/>
            <a:ext cx="2391446" cy="1201851"/>
          </a:xfrm>
          <a:prstGeom prst="round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49" name="Rectangle: Rounded Corners 48">
            <a:extLst>
              <a:ext uri="{FF2B5EF4-FFF2-40B4-BE49-F238E27FC236}">
                <a16:creationId xmlns:a16="http://schemas.microsoft.com/office/drawing/2014/main" id="{55C75685-A2F4-CC49-867B-9673E44993CE}"/>
              </a:ext>
            </a:extLst>
          </p:cNvPr>
          <p:cNvSpPr/>
          <p:nvPr/>
        </p:nvSpPr>
        <p:spPr bwMode="auto">
          <a:xfrm>
            <a:off x="4715407" y="1071432"/>
            <a:ext cx="2342958" cy="1197918"/>
          </a:xfrm>
          <a:prstGeom prst="roundRect">
            <a:avLst/>
          </a:prstGeom>
          <a:gradFill flip="none" rotWithShape="1">
            <a:gsLst>
              <a:gs pos="0">
                <a:srgbClr val="CC3399">
                  <a:shade val="30000"/>
                  <a:satMod val="115000"/>
                </a:srgbClr>
              </a:gs>
              <a:gs pos="50000">
                <a:srgbClr val="CC3399">
                  <a:shade val="67500"/>
                  <a:satMod val="115000"/>
                </a:srgbClr>
              </a:gs>
              <a:gs pos="100000">
                <a:srgbClr val="CC3399">
                  <a:shade val="100000"/>
                  <a:satMod val="115000"/>
                </a:srgbClr>
              </a:gs>
            </a:gsLst>
            <a:lin ang="2700000" scaled="1"/>
            <a:tileRect/>
          </a:gradFill>
          <a:ln>
            <a:noFill/>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50" name="Rectangle: Rounded Corners 49">
            <a:extLst>
              <a:ext uri="{FF2B5EF4-FFF2-40B4-BE49-F238E27FC236}">
                <a16:creationId xmlns:a16="http://schemas.microsoft.com/office/drawing/2014/main" id="{A94CC872-6929-6F2C-F681-46469C8F933E}"/>
              </a:ext>
            </a:extLst>
          </p:cNvPr>
          <p:cNvSpPr/>
          <p:nvPr/>
        </p:nvSpPr>
        <p:spPr bwMode="auto">
          <a:xfrm>
            <a:off x="7213605" y="1054982"/>
            <a:ext cx="2309296" cy="1205170"/>
          </a:xfrm>
          <a:prstGeom prst="roundRect">
            <a:avLst/>
          </a:prstGeom>
          <a:gradFill flip="none" rotWithShape="1">
            <a:gsLst>
              <a:gs pos="0">
                <a:srgbClr val="FF9900">
                  <a:shade val="30000"/>
                  <a:satMod val="115000"/>
                </a:srgbClr>
              </a:gs>
              <a:gs pos="50000">
                <a:srgbClr val="FF9900">
                  <a:shade val="67500"/>
                  <a:satMod val="115000"/>
                </a:srgbClr>
              </a:gs>
              <a:gs pos="100000">
                <a:srgbClr val="FF9900">
                  <a:shade val="100000"/>
                  <a:satMod val="115000"/>
                </a:srgb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2124" tIns="41061" rIns="82124" bIns="41061" anchor="ctr"/>
          <a:lstStyle/>
          <a:p>
            <a:pPr algn="ctr" defTabSz="814388">
              <a:lnSpc>
                <a:spcPct val="90000"/>
              </a:lnSpc>
            </a:pPr>
            <a:r>
              <a:rPr lang="en-US" sz="2400" dirty="0">
                <a:solidFill>
                  <a:schemeClr val="tx1"/>
                </a:solidFill>
                <a:latin typeface="Arial" charset="0"/>
              </a:rPr>
              <a:t>s</a:t>
            </a:r>
          </a:p>
        </p:txBody>
      </p:sp>
      <p:sp>
        <p:nvSpPr>
          <p:cNvPr id="53" name="Arrow: Left 52">
            <a:extLst>
              <a:ext uri="{FF2B5EF4-FFF2-40B4-BE49-F238E27FC236}">
                <a16:creationId xmlns:a16="http://schemas.microsoft.com/office/drawing/2014/main" id="{F2F85E14-EB6B-A522-4484-A19852D11245}"/>
              </a:ext>
            </a:extLst>
          </p:cNvPr>
          <p:cNvSpPr/>
          <p:nvPr/>
        </p:nvSpPr>
        <p:spPr bwMode="auto">
          <a:xfrm flipH="1">
            <a:off x="9741918" y="1080630"/>
            <a:ext cx="2201513" cy="1188720"/>
          </a:xfrm>
          <a:prstGeom prst="leftArrow">
            <a:avLst>
              <a:gd name="adj1" fmla="val 100000"/>
              <a:gd name="adj2" fmla="val 22500"/>
            </a:avLst>
          </a:prstGeom>
          <a:gradFill flip="none" rotWithShape="1">
            <a:gsLst>
              <a:gs pos="0">
                <a:srgbClr val="D34538">
                  <a:shade val="30000"/>
                  <a:satMod val="115000"/>
                </a:srgbClr>
              </a:gs>
              <a:gs pos="50000">
                <a:srgbClr val="D34538">
                  <a:shade val="67500"/>
                  <a:satMod val="115000"/>
                </a:srgbClr>
              </a:gs>
              <a:gs pos="100000">
                <a:srgbClr val="D34538">
                  <a:shade val="100000"/>
                  <a:satMod val="115000"/>
                </a:srgbClr>
              </a:gs>
            </a:gsLst>
            <a:lin ang="8100000" scaled="1"/>
            <a:tileRect/>
          </a:gradFill>
          <a:ln>
            <a:noFill/>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55" name="Rectangle 54">
            <a:extLst>
              <a:ext uri="{FF2B5EF4-FFF2-40B4-BE49-F238E27FC236}">
                <a16:creationId xmlns:a16="http://schemas.microsoft.com/office/drawing/2014/main" id="{D07FAD24-D6F3-CF9E-1FE2-9BC12351A0C7}"/>
              </a:ext>
            </a:extLst>
          </p:cNvPr>
          <p:cNvSpPr/>
          <p:nvPr/>
        </p:nvSpPr>
        <p:spPr bwMode="auto">
          <a:xfrm>
            <a:off x="2019260" y="2203169"/>
            <a:ext cx="1549579" cy="4532678"/>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50" b="0" i="1" u="none" strike="noStrike" kern="0" cap="none" spc="0" normalizeH="0" baseline="0" noProof="0">
              <a:ln>
                <a:noFill/>
              </a:ln>
              <a:solidFill>
                <a:srgbClr val="000000"/>
              </a:solidFill>
              <a:effectLst/>
              <a:uLnTx/>
              <a:uFillTx/>
              <a:latin typeface="Arial"/>
              <a:ea typeface="+mn-ea"/>
              <a:cs typeface="Noto Sans"/>
            </a:endParaRPr>
          </a:p>
        </p:txBody>
      </p:sp>
      <p:sp>
        <p:nvSpPr>
          <p:cNvPr id="56" name="Rectangle 55">
            <a:extLst>
              <a:ext uri="{FF2B5EF4-FFF2-40B4-BE49-F238E27FC236}">
                <a16:creationId xmlns:a16="http://schemas.microsoft.com/office/drawing/2014/main" id="{2B139170-9A02-4271-F640-8F69FFB1D53F}"/>
              </a:ext>
            </a:extLst>
          </p:cNvPr>
          <p:cNvSpPr/>
          <p:nvPr/>
        </p:nvSpPr>
        <p:spPr bwMode="auto">
          <a:xfrm>
            <a:off x="3655839" y="2309706"/>
            <a:ext cx="1579465" cy="440111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100" b="0" i="1" u="none" strike="noStrike" kern="0" cap="none" spc="0" normalizeH="0" baseline="0" noProof="0">
              <a:ln>
                <a:noFill/>
              </a:ln>
              <a:solidFill>
                <a:srgbClr val="000000"/>
              </a:solidFill>
              <a:effectLst/>
              <a:uLnTx/>
              <a:uFillTx/>
              <a:latin typeface="Arial"/>
              <a:ea typeface="+mn-ea"/>
              <a:cs typeface="Noto Sans"/>
            </a:endParaRPr>
          </a:p>
        </p:txBody>
      </p:sp>
      <p:sp>
        <p:nvSpPr>
          <p:cNvPr id="57" name="TextBox 56">
            <a:extLst>
              <a:ext uri="{FF2B5EF4-FFF2-40B4-BE49-F238E27FC236}">
                <a16:creationId xmlns:a16="http://schemas.microsoft.com/office/drawing/2014/main" id="{A8D98DC5-A924-DDFD-C4E2-4E1584C9F020}"/>
              </a:ext>
            </a:extLst>
          </p:cNvPr>
          <p:cNvSpPr txBox="1"/>
          <p:nvPr/>
        </p:nvSpPr>
        <p:spPr>
          <a:xfrm>
            <a:off x="333401" y="1774512"/>
            <a:ext cx="1644626"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PREPARE</a:t>
            </a:r>
          </a:p>
        </p:txBody>
      </p:sp>
      <p:sp>
        <p:nvSpPr>
          <p:cNvPr id="58" name="TextBox 57">
            <a:extLst>
              <a:ext uri="{FF2B5EF4-FFF2-40B4-BE49-F238E27FC236}">
                <a16:creationId xmlns:a16="http://schemas.microsoft.com/office/drawing/2014/main" id="{5E825E48-868F-406F-69A8-23808AA33691}"/>
              </a:ext>
            </a:extLst>
          </p:cNvPr>
          <p:cNvSpPr txBox="1"/>
          <p:nvPr/>
        </p:nvSpPr>
        <p:spPr>
          <a:xfrm>
            <a:off x="2545045" y="1806411"/>
            <a:ext cx="1644626"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ENGAGE</a:t>
            </a:r>
          </a:p>
        </p:txBody>
      </p:sp>
      <p:sp>
        <p:nvSpPr>
          <p:cNvPr id="59" name="TextBox 58">
            <a:extLst>
              <a:ext uri="{FF2B5EF4-FFF2-40B4-BE49-F238E27FC236}">
                <a16:creationId xmlns:a16="http://schemas.microsoft.com/office/drawing/2014/main" id="{945F4468-4E90-BF96-6AD2-B7B450062729}"/>
              </a:ext>
            </a:extLst>
          </p:cNvPr>
          <p:cNvSpPr txBox="1"/>
          <p:nvPr/>
        </p:nvSpPr>
        <p:spPr>
          <a:xfrm>
            <a:off x="4923244" y="1688901"/>
            <a:ext cx="1878793"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CREATE OPPORTUNITY</a:t>
            </a:r>
          </a:p>
        </p:txBody>
      </p:sp>
      <p:sp>
        <p:nvSpPr>
          <p:cNvPr id="60" name="TextBox 59">
            <a:extLst>
              <a:ext uri="{FF2B5EF4-FFF2-40B4-BE49-F238E27FC236}">
                <a16:creationId xmlns:a16="http://schemas.microsoft.com/office/drawing/2014/main" id="{2A7B7A63-4403-88DA-AF16-39C66D10815A}"/>
              </a:ext>
            </a:extLst>
          </p:cNvPr>
          <p:cNvSpPr txBox="1"/>
          <p:nvPr/>
        </p:nvSpPr>
        <p:spPr>
          <a:xfrm>
            <a:off x="10081385" y="1655497"/>
            <a:ext cx="1394550" cy="546287"/>
          </a:xfrm>
          <a:prstGeom prst="rect">
            <a:avLst/>
          </a:prstGeom>
          <a:noFill/>
        </p:spPr>
        <p:txBody>
          <a:bodyPr wrap="square" lIns="180000" tIns="180000" rIns="180000" bIns="180000" rtlCol="0" anchor="ctr">
            <a:noAutofit/>
          </a:bodyPr>
          <a:lstStyle/>
          <a:p>
            <a:pPr marL="0" marR="0" lvl="0" indent="0" algn="ctr" defTabSz="914400">
              <a:lnSpc>
                <a:spcPct val="100000"/>
              </a:lnSpc>
              <a:spcBef>
                <a:spcPts val="0"/>
              </a:spcBef>
              <a:spcAft>
                <a:spcPts val="0"/>
              </a:spcAft>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a:rPr>
              <a:t>CLOSE</a:t>
            </a:r>
            <a:r>
              <a:rPr lang="en-US" sz="1200" b="1" dirty="0">
                <a:solidFill>
                  <a:schemeClr val="bg1"/>
                </a:solidFill>
                <a:latin typeface="Arial"/>
                <a:cs typeface="Arial"/>
              </a:rPr>
              <a:t> WITH IMPACT GSO</a:t>
            </a:r>
            <a:endParaRPr lang="en-US" sz="1200" dirty="0">
              <a:solidFill>
                <a:schemeClr val="bg1"/>
              </a:solidFill>
              <a:latin typeface="Arial"/>
              <a:cs typeface="Arial"/>
            </a:endParaRPr>
          </a:p>
        </p:txBody>
      </p:sp>
      <p:sp>
        <p:nvSpPr>
          <p:cNvPr id="63" name="TextBox 62">
            <a:extLst>
              <a:ext uri="{FF2B5EF4-FFF2-40B4-BE49-F238E27FC236}">
                <a16:creationId xmlns:a16="http://schemas.microsoft.com/office/drawing/2014/main" id="{983904C0-8970-6FF7-3042-9FA4F4AC5D03}"/>
              </a:ext>
            </a:extLst>
          </p:cNvPr>
          <p:cNvSpPr txBox="1"/>
          <p:nvPr/>
        </p:nvSpPr>
        <p:spPr>
          <a:xfrm>
            <a:off x="7402333" y="1742308"/>
            <a:ext cx="1878793" cy="382370"/>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INFLUENCE</a:t>
            </a:r>
          </a:p>
        </p:txBody>
      </p:sp>
      <p:sp>
        <p:nvSpPr>
          <p:cNvPr id="64" name="Rectangle 63">
            <a:extLst>
              <a:ext uri="{FF2B5EF4-FFF2-40B4-BE49-F238E27FC236}">
                <a16:creationId xmlns:a16="http://schemas.microsoft.com/office/drawing/2014/main" id="{7796D693-8043-0714-D627-08FB788501E1}"/>
              </a:ext>
            </a:extLst>
          </p:cNvPr>
          <p:cNvSpPr/>
          <p:nvPr/>
        </p:nvSpPr>
        <p:spPr bwMode="auto">
          <a:xfrm>
            <a:off x="380762" y="2296770"/>
            <a:ext cx="1560605" cy="44140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100" b="0" i="1" u="none" strike="noStrike" kern="0" cap="none" spc="0" normalizeH="0" baseline="0" noProof="0">
              <a:ln>
                <a:noFill/>
              </a:ln>
              <a:solidFill>
                <a:srgbClr val="000000"/>
              </a:solidFill>
              <a:effectLst/>
              <a:uLnTx/>
              <a:uFillTx/>
              <a:latin typeface="Arial"/>
              <a:ea typeface="+mn-ea"/>
              <a:cs typeface="Noto Sans"/>
            </a:endParaRPr>
          </a:p>
        </p:txBody>
      </p:sp>
      <p:sp>
        <p:nvSpPr>
          <p:cNvPr id="65" name="Rectangle 64">
            <a:extLst>
              <a:ext uri="{FF2B5EF4-FFF2-40B4-BE49-F238E27FC236}">
                <a16:creationId xmlns:a16="http://schemas.microsoft.com/office/drawing/2014/main" id="{DA230197-61A0-20CB-C421-D09944166FE1}"/>
              </a:ext>
            </a:extLst>
          </p:cNvPr>
          <p:cNvSpPr/>
          <p:nvPr/>
        </p:nvSpPr>
        <p:spPr bwMode="auto">
          <a:xfrm>
            <a:off x="7070133" y="2307682"/>
            <a:ext cx="1405769" cy="4483412"/>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00" b="0" i="1" u="none" strike="noStrike" kern="0" cap="none" spc="0" normalizeH="0" baseline="0" noProof="0">
              <a:ln>
                <a:noFill/>
              </a:ln>
              <a:solidFill>
                <a:srgbClr val="000000"/>
              </a:solidFill>
              <a:effectLst/>
              <a:uLnTx/>
              <a:uFillTx/>
              <a:latin typeface="Arial"/>
              <a:ea typeface="+mn-ea"/>
              <a:cs typeface="Noto Sans"/>
            </a:endParaRPr>
          </a:p>
        </p:txBody>
      </p:sp>
      <p:pic>
        <p:nvPicPr>
          <p:cNvPr id="68" name="Graphic 67" descr="Sling outline">
            <a:extLst>
              <a:ext uri="{FF2B5EF4-FFF2-40B4-BE49-F238E27FC236}">
                <a16:creationId xmlns:a16="http://schemas.microsoft.com/office/drawing/2014/main" id="{9439B10D-612D-25E6-DABA-D465CB9E1263}"/>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3102467" y="1076383"/>
            <a:ext cx="632626" cy="632624"/>
          </a:xfrm>
          <a:prstGeom prst="rect">
            <a:avLst/>
          </a:prstGeom>
        </p:spPr>
      </p:pic>
      <p:pic>
        <p:nvPicPr>
          <p:cNvPr id="69" name="Graphic 68" descr="Care outline">
            <a:extLst>
              <a:ext uri="{FF2B5EF4-FFF2-40B4-BE49-F238E27FC236}">
                <a16:creationId xmlns:a16="http://schemas.microsoft.com/office/drawing/2014/main" id="{8213BB6E-BFEA-9F4B-5937-AE40DF9CB7A6}"/>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5588320" y="1054982"/>
            <a:ext cx="548640" cy="548640"/>
          </a:xfrm>
          <a:prstGeom prst="rect">
            <a:avLst/>
          </a:prstGeom>
        </p:spPr>
      </p:pic>
      <p:pic>
        <p:nvPicPr>
          <p:cNvPr id="72" name="Graphic 71" descr="Handshake outline">
            <a:extLst>
              <a:ext uri="{FF2B5EF4-FFF2-40B4-BE49-F238E27FC236}">
                <a16:creationId xmlns:a16="http://schemas.microsoft.com/office/drawing/2014/main" id="{54516FF9-0926-120F-BC2D-3489D708344F}"/>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10371281" y="1092361"/>
            <a:ext cx="548640" cy="548640"/>
          </a:xfrm>
          <a:prstGeom prst="rect">
            <a:avLst/>
          </a:prstGeom>
        </p:spPr>
      </p:pic>
      <p:pic>
        <p:nvPicPr>
          <p:cNvPr id="79" name="Graphic 78" descr="Head with gears outline">
            <a:extLst>
              <a:ext uri="{FF2B5EF4-FFF2-40B4-BE49-F238E27FC236}">
                <a16:creationId xmlns:a16="http://schemas.microsoft.com/office/drawing/2014/main" id="{D49580DB-1C79-5A79-D698-D6B91D3D3EC9}"/>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07706" y="1054982"/>
            <a:ext cx="724564" cy="724564"/>
          </a:xfrm>
          <a:prstGeom prst="rect">
            <a:avLst/>
          </a:prstGeom>
        </p:spPr>
      </p:pic>
      <p:sp>
        <p:nvSpPr>
          <p:cNvPr id="80" name="Rectangle 79">
            <a:extLst>
              <a:ext uri="{FF2B5EF4-FFF2-40B4-BE49-F238E27FC236}">
                <a16:creationId xmlns:a16="http://schemas.microsoft.com/office/drawing/2014/main" id="{BB9F310B-1478-8EC5-9C16-FB3E056382D0}"/>
              </a:ext>
            </a:extLst>
          </p:cNvPr>
          <p:cNvSpPr/>
          <p:nvPr/>
        </p:nvSpPr>
        <p:spPr bwMode="auto">
          <a:xfrm>
            <a:off x="8751167" y="2336916"/>
            <a:ext cx="1459104" cy="437390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950" b="0" i="1" u="none" strike="noStrike" kern="0" cap="none" spc="0" normalizeH="0" baseline="0" noProof="0">
              <a:ln>
                <a:noFill/>
              </a:ln>
              <a:solidFill>
                <a:srgbClr val="000000"/>
              </a:solidFill>
              <a:effectLst/>
              <a:uLnTx/>
              <a:uFillTx/>
              <a:latin typeface="Arial"/>
              <a:ea typeface="+mn-ea"/>
              <a:cs typeface="+mn-cs"/>
            </a:endParaRPr>
          </a:p>
        </p:txBody>
      </p:sp>
      <p:sp>
        <p:nvSpPr>
          <p:cNvPr id="81" name="Rectangle 80">
            <a:extLst>
              <a:ext uri="{FF2B5EF4-FFF2-40B4-BE49-F238E27FC236}">
                <a16:creationId xmlns:a16="http://schemas.microsoft.com/office/drawing/2014/main" id="{C6BC0176-183F-6E80-FA7B-F7B6CE358EFB}"/>
              </a:ext>
            </a:extLst>
          </p:cNvPr>
          <p:cNvSpPr/>
          <p:nvPr/>
        </p:nvSpPr>
        <p:spPr bwMode="auto">
          <a:xfrm>
            <a:off x="5398330" y="2336916"/>
            <a:ext cx="1459104" cy="437390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950" b="0" i="1" u="none" strike="noStrike" kern="0" cap="none" spc="0" normalizeH="0" baseline="0" noProof="0">
              <a:ln>
                <a:noFill/>
              </a:ln>
              <a:solidFill>
                <a:srgbClr val="000000"/>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54506DED-FF2E-D317-C0AB-41D51BC563AF}"/>
              </a:ext>
            </a:extLst>
          </p:cNvPr>
          <p:cNvSpPr/>
          <p:nvPr/>
        </p:nvSpPr>
        <p:spPr bwMode="auto">
          <a:xfrm>
            <a:off x="4610799" y="966476"/>
            <a:ext cx="3672872" cy="5837682"/>
          </a:xfrm>
          <a:prstGeom prst="roundRect">
            <a:avLst/>
          </a:prstGeom>
          <a:noFill/>
          <a:ln w="19050">
            <a:solidFill>
              <a:schemeClr val="tx1"/>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US" sz="1600" kern="0" err="1">
              <a:solidFill>
                <a:schemeClr val="tx1"/>
              </a:solidFill>
            </a:endParaRPr>
          </a:p>
        </p:txBody>
      </p:sp>
      <p:sp>
        <p:nvSpPr>
          <p:cNvPr id="4" name="Lampada">
            <a:extLst>
              <a:ext uri="{FF2B5EF4-FFF2-40B4-BE49-F238E27FC236}">
                <a16:creationId xmlns:a16="http://schemas.microsoft.com/office/drawing/2014/main" id="{F77EC15E-8B46-D317-4E64-57FF9EEC211A}"/>
              </a:ext>
            </a:extLst>
          </p:cNvPr>
          <p:cNvSpPr/>
          <p:nvPr/>
        </p:nvSpPr>
        <p:spPr>
          <a:xfrm>
            <a:off x="8099459" y="1150840"/>
            <a:ext cx="537586" cy="567703"/>
          </a:xfrm>
          <a:custGeom>
            <a:avLst/>
            <a:gdLst/>
            <a:ahLst/>
            <a:cxnLst/>
            <a:rect l="l" t="t" r="r" b="b"/>
            <a:pathLst>
              <a:path w="1705013" h="1794750">
                <a:moveTo>
                  <a:pt x="0" y="0"/>
                </a:moveTo>
                <a:lnTo>
                  <a:pt x="1705013" y="0"/>
                </a:lnTo>
                <a:lnTo>
                  <a:pt x="1705013" y="1794750"/>
                </a:lnTo>
                <a:lnTo>
                  <a:pt x="0" y="1794750"/>
                </a:lnTo>
                <a:lnTo>
                  <a:pt x="0" y="0"/>
                </a:lnTo>
                <a:close/>
              </a:path>
            </a:pathLst>
          </a:custGeom>
          <a: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a:blipFill>
          <a:effectLst>
            <a:outerShdw blurRad="63500" sx="102000" sy="102000" algn="ctr" rotWithShape="0">
              <a:prstClr val="black">
                <a:alpha val="40000"/>
              </a:prstClr>
            </a:outerShdw>
          </a:effectLst>
        </p:spPr>
        <p:txBody>
          <a:bodyPr/>
          <a:lstStyle/>
          <a:p>
            <a:endParaRPr lang="en-GB"/>
          </a:p>
        </p:txBody>
      </p:sp>
      <p:sp>
        <p:nvSpPr>
          <p:cNvPr id="7" name="Subtitle 2">
            <a:extLst>
              <a:ext uri="{FF2B5EF4-FFF2-40B4-BE49-F238E27FC236}">
                <a16:creationId xmlns:a16="http://schemas.microsoft.com/office/drawing/2014/main" id="{A3534DDF-1D1D-BBA9-CE8E-AD3A9A656AA1}"/>
              </a:ext>
            </a:extLst>
          </p:cNvPr>
          <p:cNvSpPr txBox="1">
            <a:spLocks/>
          </p:cNvSpPr>
          <p:nvPr/>
        </p:nvSpPr>
        <p:spPr>
          <a:xfrm>
            <a:off x="406878" y="628180"/>
            <a:ext cx="11460164" cy="352800"/>
          </a:xfrm>
          <a:prstGeom prst="rect">
            <a:avLst/>
          </a:prstGeom>
        </p:spPr>
        <p:txBody>
          <a:bodyPr vert="horz" wrap="square" lIns="0" tIns="0" rIns="0" bIns="0" rtlCol="0" anchor="t" anchorCtr="0">
            <a:noAutofit/>
          </a:bodyPr>
          <a:lstStyle>
            <a:lvl1pPr marL="0" indent="0" algn="l" defTabSz="1219170" rtl="0" eaLnBrk="1" latinLnBrk="0" hangingPunct="1">
              <a:spcBef>
                <a:spcPts val="0"/>
              </a:spcBef>
              <a:spcAft>
                <a:spcPts val="0"/>
              </a:spcAft>
              <a:buClr>
                <a:schemeClr val="tx2"/>
              </a:buClr>
              <a:buSzPct val="110000"/>
              <a:buFont typeface="Arial" panose="020B0604020202020204" pitchFamily="34" charset="0"/>
              <a:buNone/>
              <a:defRPr sz="2400" i="0" kern="1200">
                <a:solidFill>
                  <a:schemeClr val="tx1"/>
                </a:solidFill>
                <a:latin typeface="+mn-lt"/>
                <a:ea typeface="+mn-ea"/>
                <a:cs typeface="+mn-cs"/>
              </a:defRPr>
            </a:lvl1pPr>
            <a:lvl2pPr marL="609616" indent="0" algn="ctr" defTabSz="1219170" rtl="0" eaLnBrk="1" latinLnBrk="0" hangingPunct="1">
              <a:spcBef>
                <a:spcPts val="300"/>
              </a:spcBef>
              <a:spcAft>
                <a:spcPts val="300"/>
              </a:spcAft>
              <a:buClr>
                <a:schemeClr val="tx1"/>
              </a:buClr>
              <a:buFont typeface="Arial" panose="020B0604020202020204" pitchFamily="34" charset="0"/>
              <a:buNone/>
              <a:defRPr sz="2000" kern="1200">
                <a:solidFill>
                  <a:schemeClr val="tx1">
                    <a:tint val="75000"/>
                  </a:schemeClr>
                </a:solidFill>
                <a:latin typeface="+mn-lt"/>
                <a:ea typeface="+mn-ea"/>
                <a:cs typeface="+mn-cs"/>
              </a:defRPr>
            </a:lvl2pPr>
            <a:lvl3pPr marL="1219231" indent="0" algn="ctr" defTabSz="1219170" rtl="0" eaLnBrk="1" latinLnBrk="0" hangingPunct="1">
              <a:spcBef>
                <a:spcPts val="300"/>
              </a:spcBef>
              <a:spcAft>
                <a:spcPts val="300"/>
              </a:spcAft>
              <a:buClr>
                <a:schemeClr val="tx1"/>
              </a:buClr>
              <a:buFont typeface="Arial" panose="020B0604020202020204" pitchFamily="34" charset="0"/>
              <a:buNone/>
              <a:defRPr sz="1800" kern="1200">
                <a:solidFill>
                  <a:schemeClr val="tx1">
                    <a:tint val="75000"/>
                  </a:schemeClr>
                </a:solidFill>
                <a:latin typeface="+mn-lt"/>
                <a:ea typeface="+mn-ea"/>
                <a:cs typeface="+mn-cs"/>
              </a:defRPr>
            </a:lvl3pPr>
            <a:lvl4pPr marL="1828845" indent="0" algn="ctr" defTabSz="1219170" rtl="0" eaLnBrk="1" latinLnBrk="0" hangingPunct="1">
              <a:spcBef>
                <a:spcPts val="300"/>
              </a:spcBef>
              <a:spcAft>
                <a:spcPts val="300"/>
              </a:spcAft>
              <a:buClr>
                <a:schemeClr val="tx1"/>
              </a:buClr>
              <a:buFont typeface="Arial" panose="020B0604020202020204" pitchFamily="34" charset="0"/>
              <a:buNone/>
              <a:defRPr sz="1600" kern="1200">
                <a:solidFill>
                  <a:schemeClr val="tx1">
                    <a:tint val="75000"/>
                  </a:schemeClr>
                </a:solidFill>
                <a:latin typeface="+mn-lt"/>
                <a:ea typeface="+mn-ea"/>
                <a:cs typeface="+mn-cs"/>
              </a:defRPr>
            </a:lvl4pPr>
            <a:lvl5pPr marL="2438461" indent="0" algn="ctr" defTabSz="1219170" rtl="0" eaLnBrk="1" latinLnBrk="0" hangingPunct="1">
              <a:spcBef>
                <a:spcPts val="300"/>
              </a:spcBef>
              <a:spcAft>
                <a:spcPts val="300"/>
              </a:spcAft>
              <a:buClr>
                <a:schemeClr val="tx1"/>
              </a:buClr>
              <a:buFont typeface="Arial" panose="020B0604020202020204" pitchFamily="34" charset="0"/>
              <a:buNone/>
              <a:defRPr sz="1400" b="0" kern="1200">
                <a:solidFill>
                  <a:schemeClr val="tx1">
                    <a:tint val="75000"/>
                  </a:schemeClr>
                </a:solidFill>
                <a:latin typeface="+mn-lt"/>
                <a:ea typeface="+mn-ea"/>
                <a:cs typeface="+mn-cs"/>
              </a:defRPr>
            </a:lvl5pPr>
            <a:lvl6pPr marL="3048076" indent="0" algn="ctr" defTabSz="1219170" rtl="0" eaLnBrk="1" latinLnBrk="0" hangingPunct="1">
              <a:spcBef>
                <a:spcPts val="300"/>
              </a:spcBef>
              <a:spcAft>
                <a:spcPts val="300"/>
              </a:spcAft>
              <a:buClr>
                <a:schemeClr val="tx1"/>
              </a:buClr>
              <a:buFont typeface="Arial" panose="020B0604020202020204" pitchFamily="34" charset="0"/>
              <a:buNone/>
              <a:defRPr sz="1200" kern="1200">
                <a:solidFill>
                  <a:schemeClr val="tx1">
                    <a:tint val="75000"/>
                  </a:schemeClr>
                </a:solidFill>
                <a:latin typeface="+mn-lt"/>
                <a:ea typeface="+mn-ea"/>
                <a:cs typeface="+mn-cs"/>
              </a:defRPr>
            </a:lvl6pPr>
            <a:lvl7pPr marL="3657692" indent="0" algn="ctr" defTabSz="1219170" rtl="0" eaLnBrk="1" latinLnBrk="0" hangingPunct="1">
              <a:spcBef>
                <a:spcPts val="300"/>
              </a:spcBef>
              <a:spcAft>
                <a:spcPts val="300"/>
              </a:spcAft>
              <a:buClr>
                <a:schemeClr val="tx1"/>
              </a:buClr>
              <a:buFont typeface="Arial" panose="020B0604020202020204" pitchFamily="34" charset="0"/>
              <a:buNone/>
              <a:defRPr sz="1200" kern="1200">
                <a:solidFill>
                  <a:schemeClr val="tx1">
                    <a:tint val="75000"/>
                  </a:schemeClr>
                </a:solidFill>
                <a:latin typeface="+mn-lt"/>
                <a:ea typeface="+mn-ea"/>
                <a:cs typeface="+mn-cs"/>
              </a:defRPr>
            </a:lvl7pPr>
            <a:lvl8pPr marL="4267307" indent="0" algn="ctr" defTabSz="1219170" rtl="0" eaLnBrk="1" latinLnBrk="0" hangingPunct="1">
              <a:spcBef>
                <a:spcPts val="300"/>
              </a:spcBef>
              <a:spcAft>
                <a:spcPts val="300"/>
              </a:spcAft>
              <a:buClr>
                <a:schemeClr val="tx1"/>
              </a:buClr>
              <a:buFont typeface="Arial" panose="020B0604020202020204" pitchFamily="34" charset="0"/>
              <a:buNone/>
              <a:defRPr sz="1200" kern="1200">
                <a:solidFill>
                  <a:schemeClr val="tx1">
                    <a:tint val="75000"/>
                  </a:schemeClr>
                </a:solidFill>
                <a:latin typeface="+mn-lt"/>
                <a:ea typeface="+mn-ea"/>
                <a:cs typeface="+mn-cs"/>
              </a:defRPr>
            </a:lvl8pPr>
            <a:lvl9pPr marL="4876922" indent="0" algn="ctr" defTabSz="1219170" rtl="0" eaLnBrk="1" latinLnBrk="0" hangingPunct="1">
              <a:spcBef>
                <a:spcPts val="300"/>
              </a:spcBef>
              <a:spcAft>
                <a:spcPts val="300"/>
              </a:spcAft>
              <a:buClr>
                <a:schemeClr val="tx1"/>
              </a:buClr>
              <a:buFont typeface="Arial" panose="020B0604020202020204" pitchFamily="34" charset="0"/>
              <a:buNone/>
              <a:defRPr sz="1200" kern="1200">
                <a:solidFill>
                  <a:schemeClr val="tx1">
                    <a:tint val="75000"/>
                  </a:schemeClr>
                </a:solidFill>
                <a:latin typeface="+mn-lt"/>
                <a:ea typeface="+mn-ea"/>
                <a:cs typeface="+mn-cs"/>
              </a:defRPr>
            </a:lvl9pPr>
          </a:lstStyle>
          <a:p>
            <a:r>
              <a:rPr lang="en-US" sz="2000" b="1" dirty="0"/>
              <a:t>HCP Profile:</a:t>
            </a:r>
            <a:endParaRPr lang="en-US" sz="2000" dirty="0"/>
          </a:p>
        </p:txBody>
      </p:sp>
    </p:spTree>
    <p:extLst>
      <p:ext uri="{BB962C8B-B14F-4D97-AF65-F5344CB8AC3E}">
        <p14:creationId xmlns:p14="http://schemas.microsoft.com/office/powerpoint/2010/main" val="3548198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E64D59C0-4798-A447-611A-6E98962B5F6A}"/>
              </a:ext>
            </a:extLst>
          </p:cNvPr>
          <p:cNvSpPr>
            <a:spLocks noGrp="1" noRot="1" noMove="1" noResize="1" noEditPoints="1" noAdjustHandles="1" noChangeArrowheads="1" noChangeShapeType="1"/>
          </p:cNvSpPr>
          <p:nvPr>
            <p:ph type="title"/>
          </p:nvPr>
        </p:nvSpPr>
        <p:spPr/>
        <p:txBody>
          <a:bodyPr/>
          <a:lstStyle/>
          <a:p>
            <a:r>
              <a:rPr lang="en-US" dirty="0">
                <a:effectLst>
                  <a:outerShdw blurRad="38100" dist="38100" dir="2700000" algn="tl">
                    <a:srgbClr val="000000">
                      <a:alpha val="43137"/>
                    </a:srgbClr>
                  </a:outerShdw>
                </a:effectLst>
                <a:latin typeface="Barlow Black" panose="00000A00000000000000" pitchFamily="2" charset="0"/>
              </a:rPr>
              <a:t>Influence</a:t>
            </a:r>
            <a:r>
              <a:rPr lang="en-US" dirty="0">
                <a:latin typeface="Barlow Black" panose="00000A00000000000000" pitchFamily="2" charset="0"/>
              </a:rPr>
              <a:t> </a:t>
            </a:r>
            <a:endParaRPr lang="en-GB" dirty="0">
              <a:latin typeface="Barlow Black" panose="00000A00000000000000" pitchFamily="2" charset="0"/>
            </a:endParaRPr>
          </a:p>
        </p:txBody>
      </p:sp>
      <p:sp>
        <p:nvSpPr>
          <p:cNvPr id="39" name="Block Arc 38">
            <a:extLst>
              <a:ext uri="{FF2B5EF4-FFF2-40B4-BE49-F238E27FC236}">
                <a16:creationId xmlns:a16="http://schemas.microsoft.com/office/drawing/2014/main" id="{06B619BB-46BE-3E7E-F965-508D66BBF754}"/>
              </a:ext>
            </a:extLst>
          </p:cNvPr>
          <p:cNvSpPr/>
          <p:nvPr/>
        </p:nvSpPr>
        <p:spPr bwMode="auto">
          <a:xfrm rot="8617814">
            <a:off x="-288414" y="1607828"/>
            <a:ext cx="3568804" cy="3508305"/>
          </a:xfrm>
          <a:prstGeom prst="blockArc">
            <a:avLst>
              <a:gd name="adj1" fmla="val 10063642"/>
              <a:gd name="adj2" fmla="val 15344001"/>
              <a:gd name="adj3" fmla="val 31295"/>
            </a:avLst>
          </a:prstGeom>
          <a:solidFill>
            <a:srgbClr val="C00000"/>
          </a:soli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dirty="0">
              <a:solidFill>
                <a:schemeClr val="tx1"/>
              </a:solidFill>
            </a:endParaRPr>
          </a:p>
        </p:txBody>
      </p:sp>
      <p:sp>
        <p:nvSpPr>
          <p:cNvPr id="45" name="Impact">
            <a:extLst>
              <a:ext uri="{FF2B5EF4-FFF2-40B4-BE49-F238E27FC236}">
                <a16:creationId xmlns:a16="http://schemas.microsoft.com/office/drawing/2014/main" id="{7ACF7440-ADF6-7847-C419-9C9D836B785F}"/>
              </a:ext>
            </a:extLst>
          </p:cNvPr>
          <p:cNvSpPr txBox="1"/>
          <p:nvPr/>
        </p:nvSpPr>
        <p:spPr>
          <a:xfrm rot="5400000">
            <a:off x="2392718" y="3206733"/>
            <a:ext cx="887473" cy="310497"/>
          </a:xfrm>
          <a:prstGeom prst="rect">
            <a:avLst/>
          </a:prstGeom>
          <a:noFill/>
        </p:spPr>
        <p:txBody>
          <a:bodyPr spcFirstLastPara="1" wrap="square" numCol="1">
            <a:prstTxWarp prst="textArchUp">
              <a:avLst/>
            </a:prstTxWarp>
            <a:spAutoFit/>
          </a:bodyPr>
          <a:lstStyle>
            <a:defPPr>
              <a:defRPr lang="en-US"/>
            </a:defPPr>
            <a:lvl1pPr algn="ctr">
              <a:lnSpc>
                <a:spcPts val="5207"/>
              </a:lnSpc>
              <a:spcBef>
                <a:spcPct val="0"/>
              </a:spcBef>
              <a:defRPr sz="2800">
                <a:solidFill>
                  <a:schemeClr val="bg1"/>
                </a:solidFill>
                <a:effectLst>
                  <a:outerShdw blurRad="38100" dist="38100" dir="2700000" algn="tl">
                    <a:srgbClr val="000000">
                      <a:alpha val="43137"/>
                    </a:srgbClr>
                  </a:outerShdw>
                </a:effectLst>
                <a:latin typeface="Barlow Black" panose="00000A00000000000000" pitchFamily="2" charset="0"/>
              </a:defRPr>
            </a:lvl1pPr>
          </a:lstStyle>
          <a:p>
            <a:r>
              <a:rPr lang="en-US" sz="1867"/>
              <a:t>IMPACT GSO</a:t>
            </a:r>
          </a:p>
        </p:txBody>
      </p:sp>
      <p:sp>
        <p:nvSpPr>
          <p:cNvPr id="63" name="alvo">
            <a:extLst>
              <a:ext uri="{FF2B5EF4-FFF2-40B4-BE49-F238E27FC236}">
                <a16:creationId xmlns:a16="http://schemas.microsoft.com/office/drawing/2014/main" id="{2249342E-BBCC-B886-FBA7-58DEBCF19F1B}"/>
              </a:ext>
            </a:extLst>
          </p:cNvPr>
          <p:cNvSpPr/>
          <p:nvPr/>
        </p:nvSpPr>
        <p:spPr>
          <a:xfrm rot="5137599">
            <a:off x="2358970" y="3062805"/>
            <a:ext cx="527238" cy="490691"/>
          </a:xfrm>
          <a:custGeom>
            <a:avLst/>
            <a:gdLst/>
            <a:ahLst/>
            <a:cxnLst/>
            <a:rect l="l" t="t" r="r" b="b"/>
            <a:pathLst>
              <a:path w="1989592" h="1851679">
                <a:moveTo>
                  <a:pt x="0" y="0"/>
                </a:moveTo>
                <a:lnTo>
                  <a:pt x="1989592" y="0"/>
                </a:lnTo>
                <a:lnTo>
                  <a:pt x="1989592" y="1851680"/>
                </a:lnTo>
                <a:lnTo>
                  <a:pt x="0" y="1851680"/>
                </a:lnTo>
                <a:lnTo>
                  <a:pt x="0" y="0"/>
                </a:lnTo>
                <a:close/>
              </a:path>
            </a:pathLst>
          </a:custGeom>
          <a:blipFill>
            <a:blip r:embed="rId2">
              <a:extLst>
                <a:ext uri="{96DAC541-7B7A-43D3-8B79-37D633B846F1}">
                  <asvg:svgBlip xmlns:asvg="http://schemas.microsoft.com/office/drawing/2016/SVG/main" r:embed="rId3"/>
                </a:ext>
              </a:extLst>
            </a:blip>
            <a:stretch>
              <a:fillRect/>
            </a:stretch>
          </a:blipFill>
          <a:effectLst>
            <a:outerShdw blurRad="50800" dist="38100" dir="5400000" algn="t" rotWithShape="0">
              <a:prstClr val="black">
                <a:alpha val="40000"/>
              </a:prstClr>
            </a:outerShdw>
          </a:effectLst>
        </p:spPr>
        <p:txBody>
          <a:bodyPr/>
          <a:lstStyle/>
          <a:p>
            <a:endParaRPr lang="en-GB" sz="1200"/>
          </a:p>
        </p:txBody>
      </p:sp>
      <p:sp>
        <p:nvSpPr>
          <p:cNvPr id="54" name="triangulo 4">
            <a:extLst>
              <a:ext uri="{FF2B5EF4-FFF2-40B4-BE49-F238E27FC236}">
                <a16:creationId xmlns:a16="http://schemas.microsoft.com/office/drawing/2014/main" id="{2F3FB0A7-38E5-E6E0-4571-8C96A354A49D}"/>
              </a:ext>
            </a:extLst>
          </p:cNvPr>
          <p:cNvSpPr/>
          <p:nvPr/>
        </p:nvSpPr>
        <p:spPr bwMode="auto">
          <a:xfrm rot="5400000">
            <a:off x="1870878" y="3195878"/>
            <a:ext cx="498642" cy="332205"/>
          </a:xfrm>
          <a:prstGeom prst="triangle">
            <a:avLst/>
          </a:prstGeom>
          <a:solidFill>
            <a:schemeClr val="tx1">
              <a:lumMod val="75000"/>
              <a:lumOff val="2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5" name="no 4">
            <a:extLst>
              <a:ext uri="{FF2B5EF4-FFF2-40B4-BE49-F238E27FC236}">
                <a16:creationId xmlns:a16="http://schemas.microsoft.com/office/drawing/2014/main" id="{138CA5DB-CAB6-E021-A6D0-83216AFC7A58}"/>
              </a:ext>
            </a:extLst>
          </p:cNvPr>
          <p:cNvSpPr txBox="1"/>
          <p:nvPr/>
        </p:nvSpPr>
        <p:spPr>
          <a:xfrm rot="5400000">
            <a:off x="2031116" y="3175547"/>
            <a:ext cx="221318"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067" b="1">
                <a:solidFill>
                  <a:schemeClr val="bg1"/>
                </a:solidFill>
                <a:effectLst>
                  <a:outerShdw blurRad="38100" dist="38100" dir="2700000" algn="tl">
                    <a:srgbClr val="000000">
                      <a:alpha val="43137"/>
                    </a:srgbClr>
                  </a:outerShdw>
                </a:effectLst>
                <a:latin typeface="Barlow Black" panose="00000A00000000000000" pitchFamily="2" charset="0"/>
              </a:rPr>
              <a:t>4</a:t>
            </a:r>
            <a:endParaRPr lang="pt-BR" sz="933" b="1">
              <a:solidFill>
                <a:schemeClr val="bg1"/>
              </a:solidFill>
              <a:effectLst>
                <a:outerShdw blurRad="38100" dist="38100" dir="2700000" algn="tl">
                  <a:srgbClr val="000000">
                    <a:alpha val="43137"/>
                  </a:srgbClr>
                </a:outerShdw>
              </a:effectLst>
              <a:latin typeface="Barlow Black" panose="00000A00000000000000" pitchFamily="2" charset="0"/>
            </a:endParaRPr>
          </a:p>
        </p:txBody>
      </p:sp>
      <p:sp>
        <p:nvSpPr>
          <p:cNvPr id="38" name="Arco azul">
            <a:extLst>
              <a:ext uri="{FF2B5EF4-FFF2-40B4-BE49-F238E27FC236}">
                <a16:creationId xmlns:a16="http://schemas.microsoft.com/office/drawing/2014/main" id="{47CD23C0-0045-622D-8965-9AFB323C3C64}"/>
              </a:ext>
            </a:extLst>
          </p:cNvPr>
          <p:cNvSpPr/>
          <p:nvPr/>
        </p:nvSpPr>
        <p:spPr bwMode="auto">
          <a:xfrm rot="14072406">
            <a:off x="-300181" y="1579348"/>
            <a:ext cx="3568804" cy="3508305"/>
          </a:xfrm>
          <a:prstGeom prst="blockArc">
            <a:avLst>
              <a:gd name="adj1" fmla="val 9925285"/>
              <a:gd name="adj2" fmla="val 15410585"/>
              <a:gd name="adj3" fmla="val 31333"/>
            </a:avLst>
          </a:prstGeom>
          <a:gradFill flip="none" rotWithShape="1">
            <a:gsLst>
              <a:gs pos="0">
                <a:srgbClr val="279DD8"/>
              </a:gs>
              <a:gs pos="82000">
                <a:srgbClr val="3057A4"/>
              </a:gs>
            </a:gsLst>
            <a:lin ang="2700000" scaled="1"/>
            <a:tileRect/>
          </a:gra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a:solidFill>
                <a:schemeClr val="tx1"/>
              </a:solidFill>
            </a:endParaRPr>
          </a:p>
        </p:txBody>
      </p:sp>
      <p:sp>
        <p:nvSpPr>
          <p:cNvPr id="42" name="ENGAGE">
            <a:extLst>
              <a:ext uri="{FF2B5EF4-FFF2-40B4-BE49-F238E27FC236}">
                <a16:creationId xmlns:a16="http://schemas.microsoft.com/office/drawing/2014/main" id="{4DB1CA4C-7C55-A73C-808A-1FC27797B6B7}"/>
              </a:ext>
            </a:extLst>
          </p:cNvPr>
          <p:cNvSpPr txBox="1"/>
          <p:nvPr/>
        </p:nvSpPr>
        <p:spPr>
          <a:xfrm rot="10800000">
            <a:off x="1107560" y="4471983"/>
            <a:ext cx="887473" cy="310497"/>
          </a:xfrm>
          <a:prstGeom prst="rect">
            <a:avLst/>
          </a:prstGeom>
          <a:noFill/>
        </p:spPr>
        <p:txBody>
          <a:bodyPr spcFirstLastPara="1" wrap="square" numCol="1">
            <a:prstTxWarp prst="textArchUp">
              <a:avLst/>
            </a:prstTxWarp>
            <a:spAutoFit/>
          </a:bodyPr>
          <a:lstStyle>
            <a:defPPr>
              <a:defRPr lang="en-US"/>
            </a:defPPr>
            <a:lvl1pPr algn="ctr">
              <a:lnSpc>
                <a:spcPts val="5207"/>
              </a:lnSpc>
              <a:spcBef>
                <a:spcPct val="0"/>
              </a:spcBef>
              <a:defRPr sz="2800">
                <a:solidFill>
                  <a:schemeClr val="bg1"/>
                </a:solidFill>
                <a:effectLst>
                  <a:outerShdw blurRad="38100" dist="38100" dir="2700000" algn="tl">
                    <a:srgbClr val="000000">
                      <a:alpha val="43137"/>
                    </a:srgbClr>
                  </a:outerShdw>
                </a:effectLst>
                <a:latin typeface="Barlow Black" panose="00000A00000000000000" pitchFamily="2" charset="0"/>
              </a:defRPr>
            </a:lvl1pPr>
          </a:lstStyle>
          <a:p>
            <a:r>
              <a:rPr lang="en-US" sz="1600"/>
              <a:t>ENGAGE</a:t>
            </a:r>
          </a:p>
        </p:txBody>
      </p:sp>
      <p:sp>
        <p:nvSpPr>
          <p:cNvPr id="57" name="Triangulo 1">
            <a:extLst>
              <a:ext uri="{FF2B5EF4-FFF2-40B4-BE49-F238E27FC236}">
                <a16:creationId xmlns:a16="http://schemas.microsoft.com/office/drawing/2014/main" id="{63287E69-F256-5DAF-C141-2BEF2CF3024C}"/>
              </a:ext>
            </a:extLst>
          </p:cNvPr>
          <p:cNvSpPr/>
          <p:nvPr/>
        </p:nvSpPr>
        <p:spPr bwMode="auto">
          <a:xfrm rot="10800000">
            <a:off x="1263750" y="3769610"/>
            <a:ext cx="498642" cy="332205"/>
          </a:xfrm>
          <a:prstGeom prst="triangle">
            <a:avLst/>
          </a:prstGeom>
          <a:solidFill>
            <a:schemeClr val="tx1">
              <a:lumMod val="75000"/>
              <a:lumOff val="2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8" name="No 1">
            <a:extLst>
              <a:ext uri="{FF2B5EF4-FFF2-40B4-BE49-F238E27FC236}">
                <a16:creationId xmlns:a16="http://schemas.microsoft.com/office/drawing/2014/main" id="{BCCB4A20-1F2A-20FB-E103-F8FE1EBFA393}"/>
              </a:ext>
            </a:extLst>
          </p:cNvPr>
          <p:cNvSpPr txBox="1"/>
          <p:nvPr/>
        </p:nvSpPr>
        <p:spPr>
          <a:xfrm rot="10800000">
            <a:off x="1407850" y="3776292"/>
            <a:ext cx="221318"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067" b="1">
                <a:solidFill>
                  <a:schemeClr val="bg1"/>
                </a:solidFill>
                <a:effectLst>
                  <a:outerShdw blurRad="38100" dist="38100" dir="2700000" algn="tl">
                    <a:srgbClr val="000000">
                      <a:alpha val="43137"/>
                    </a:srgbClr>
                  </a:outerShdw>
                </a:effectLst>
                <a:latin typeface="Barlow Black" panose="00000A00000000000000" pitchFamily="2" charset="0"/>
              </a:rPr>
              <a:t>1</a:t>
            </a:r>
            <a:endParaRPr lang="pt-BR" sz="933" b="1">
              <a:solidFill>
                <a:schemeClr val="bg1"/>
              </a:solidFill>
              <a:effectLst>
                <a:outerShdw blurRad="38100" dist="38100" dir="2700000" algn="tl">
                  <a:srgbClr val="000000">
                    <a:alpha val="43137"/>
                  </a:srgbClr>
                </a:outerShdw>
              </a:effectLst>
              <a:latin typeface="Barlow Black" panose="00000A00000000000000" pitchFamily="2" charset="0"/>
            </a:endParaRPr>
          </a:p>
        </p:txBody>
      </p:sp>
      <p:sp>
        <p:nvSpPr>
          <p:cNvPr id="5143" name="Imã">
            <a:extLst>
              <a:ext uri="{FF2B5EF4-FFF2-40B4-BE49-F238E27FC236}">
                <a16:creationId xmlns:a16="http://schemas.microsoft.com/office/drawing/2014/main" id="{073504AD-CC0D-5142-FE3D-341D7A85497C}"/>
              </a:ext>
            </a:extLst>
          </p:cNvPr>
          <p:cNvSpPr/>
          <p:nvPr/>
        </p:nvSpPr>
        <p:spPr>
          <a:xfrm rot="10800000">
            <a:off x="1272632" y="4230205"/>
            <a:ext cx="659939" cy="434735"/>
          </a:xfrm>
          <a:custGeom>
            <a:avLst/>
            <a:gdLst/>
            <a:ahLst/>
            <a:cxnLst/>
            <a:rect l="l" t="t" r="r" b="b"/>
            <a:pathLst>
              <a:path w="2542677" h="1674988">
                <a:moveTo>
                  <a:pt x="0" y="0"/>
                </a:moveTo>
                <a:lnTo>
                  <a:pt x="2542677" y="0"/>
                </a:lnTo>
                <a:lnTo>
                  <a:pt x="2542677" y="1674988"/>
                </a:lnTo>
                <a:lnTo>
                  <a:pt x="0" y="1674988"/>
                </a:lnTo>
                <a:lnTo>
                  <a:pt x="0" y="0"/>
                </a:lnTo>
                <a:close/>
              </a:path>
            </a:pathLst>
          </a:custGeom>
          <a:blipFill>
            <a:blip r:embed="rId4">
              <a:extLst>
                <a:ext uri="{96DAC541-7B7A-43D3-8B79-37D633B846F1}">
                  <asvg:svgBlip xmlns:asvg="http://schemas.microsoft.com/office/drawing/2016/SVG/main" r:embed="rId5"/>
                </a:ext>
              </a:extLst>
            </a:blip>
            <a:stretch>
              <a:fillRect/>
            </a:stretch>
          </a:blipFill>
          <a:effectLst>
            <a:outerShdw blurRad="50800" dist="38100" dir="5400000" algn="t" rotWithShape="0">
              <a:prstClr val="black">
                <a:alpha val="40000"/>
              </a:prstClr>
            </a:outerShdw>
          </a:effectLst>
        </p:spPr>
        <p:txBody>
          <a:bodyPr/>
          <a:lstStyle/>
          <a:p>
            <a:endParaRPr lang="en-GB" sz="1200"/>
          </a:p>
        </p:txBody>
      </p:sp>
      <p:sp>
        <p:nvSpPr>
          <p:cNvPr id="48" name="Triangulo 2">
            <a:extLst>
              <a:ext uri="{FF2B5EF4-FFF2-40B4-BE49-F238E27FC236}">
                <a16:creationId xmlns:a16="http://schemas.microsoft.com/office/drawing/2014/main" id="{C52C7AEB-5795-871A-45AB-FB89CE66ABB3}"/>
              </a:ext>
            </a:extLst>
          </p:cNvPr>
          <p:cNvSpPr/>
          <p:nvPr/>
        </p:nvSpPr>
        <p:spPr bwMode="auto">
          <a:xfrm rot="16200000">
            <a:off x="626853" y="3189650"/>
            <a:ext cx="498642" cy="332205"/>
          </a:xfrm>
          <a:prstGeom prst="triangle">
            <a:avLst/>
          </a:prstGeom>
          <a:solidFill>
            <a:schemeClr val="tx1">
              <a:lumMod val="75000"/>
              <a:lumOff val="2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43" name="Oportunity">
            <a:extLst>
              <a:ext uri="{FF2B5EF4-FFF2-40B4-BE49-F238E27FC236}">
                <a16:creationId xmlns:a16="http://schemas.microsoft.com/office/drawing/2014/main" id="{97FF6E64-88E3-351A-9197-AE2548EAD39A}"/>
              </a:ext>
            </a:extLst>
          </p:cNvPr>
          <p:cNvSpPr txBox="1"/>
          <p:nvPr/>
        </p:nvSpPr>
        <p:spPr>
          <a:xfrm rot="16200000">
            <a:off x="-409633" y="3223975"/>
            <a:ext cx="1169533" cy="310497"/>
          </a:xfrm>
          <a:prstGeom prst="rect">
            <a:avLst/>
          </a:prstGeom>
          <a:noFill/>
        </p:spPr>
        <p:txBody>
          <a:bodyPr wrap="square">
            <a:prstTxWarp prst="textArchUp">
              <a:avLst/>
            </a:prstTxWarp>
            <a:spAutoFit/>
          </a:bodyPr>
          <a:lstStyle/>
          <a:p>
            <a:pPr algn="ctr">
              <a:lnSpc>
                <a:spcPts val="3472"/>
              </a:lnSpc>
              <a:spcBef>
                <a:spcPct val="0"/>
              </a:spcBef>
            </a:pPr>
            <a:r>
              <a:rPr lang="en-US" sz="1867">
                <a:solidFill>
                  <a:schemeClr val="bg1"/>
                </a:solidFill>
                <a:effectLst>
                  <a:outerShdw blurRad="38100" dist="38100" dir="2700000" algn="tl">
                    <a:srgbClr val="000000">
                      <a:alpha val="43137"/>
                    </a:srgbClr>
                  </a:outerShdw>
                </a:effectLst>
                <a:latin typeface="Barlow Black" panose="00000A00000000000000" pitchFamily="2" charset="0"/>
              </a:rPr>
              <a:t>CREATE OPPORTUNITY</a:t>
            </a:r>
          </a:p>
        </p:txBody>
      </p:sp>
      <p:sp>
        <p:nvSpPr>
          <p:cNvPr id="49" name="No 2">
            <a:extLst>
              <a:ext uri="{FF2B5EF4-FFF2-40B4-BE49-F238E27FC236}">
                <a16:creationId xmlns:a16="http://schemas.microsoft.com/office/drawing/2014/main" id="{E9F37D51-31AD-E9B4-A777-37507B4D99C0}"/>
              </a:ext>
            </a:extLst>
          </p:cNvPr>
          <p:cNvSpPr txBox="1"/>
          <p:nvPr/>
        </p:nvSpPr>
        <p:spPr>
          <a:xfrm rot="16200000">
            <a:off x="743940" y="3180195"/>
            <a:ext cx="221318"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067" b="1">
                <a:solidFill>
                  <a:schemeClr val="bg1"/>
                </a:solidFill>
                <a:effectLst>
                  <a:outerShdw blurRad="38100" dist="38100" dir="2700000" algn="tl">
                    <a:srgbClr val="000000">
                      <a:alpha val="43137"/>
                    </a:srgbClr>
                  </a:outerShdw>
                </a:effectLst>
                <a:latin typeface="Barlow Black" panose="00000A00000000000000" pitchFamily="2" charset="0"/>
              </a:rPr>
              <a:t>2</a:t>
            </a:r>
            <a:endParaRPr lang="pt-BR" sz="933" b="1">
              <a:solidFill>
                <a:schemeClr val="bg1"/>
              </a:solidFill>
              <a:effectLst>
                <a:outerShdw blurRad="38100" dist="38100" dir="2700000" algn="tl">
                  <a:srgbClr val="000000">
                    <a:alpha val="43137"/>
                  </a:srgbClr>
                </a:outerShdw>
              </a:effectLst>
              <a:latin typeface="Barlow Black" panose="00000A00000000000000" pitchFamily="2" charset="0"/>
            </a:endParaRPr>
          </a:p>
        </p:txBody>
      </p:sp>
      <p:sp>
        <p:nvSpPr>
          <p:cNvPr id="61" name="caixa lampada">
            <a:extLst>
              <a:ext uri="{FF2B5EF4-FFF2-40B4-BE49-F238E27FC236}">
                <a16:creationId xmlns:a16="http://schemas.microsoft.com/office/drawing/2014/main" id="{DD7F1DC4-DF6C-96AA-1AC5-FA3CDEA79878}"/>
              </a:ext>
            </a:extLst>
          </p:cNvPr>
          <p:cNvSpPr/>
          <p:nvPr/>
        </p:nvSpPr>
        <p:spPr>
          <a:xfrm rot="16200000">
            <a:off x="106745" y="3032395"/>
            <a:ext cx="494268" cy="602211"/>
          </a:xfrm>
          <a:custGeom>
            <a:avLst/>
            <a:gdLst/>
            <a:ahLst/>
            <a:cxnLst/>
            <a:rect l="l" t="t" r="r" b="b"/>
            <a:pathLst>
              <a:path w="1628900" h="1998651">
                <a:moveTo>
                  <a:pt x="0" y="0"/>
                </a:moveTo>
                <a:lnTo>
                  <a:pt x="1628900" y="0"/>
                </a:lnTo>
                <a:lnTo>
                  <a:pt x="1628900" y="1998651"/>
                </a:lnTo>
                <a:lnTo>
                  <a:pt x="0" y="1998651"/>
                </a:lnTo>
                <a:lnTo>
                  <a:pt x="0" y="0"/>
                </a:lnTo>
                <a:close/>
              </a:path>
            </a:pathLst>
          </a:custGeom>
          <a:blipFill>
            <a:blip r:embed="rId6">
              <a:extLst>
                <a:ext uri="{96DAC541-7B7A-43D3-8B79-37D633B846F1}">
                  <asvg:svgBlip xmlns:asvg="http://schemas.microsoft.com/office/drawing/2016/SVG/main" r:embed="rId7"/>
                </a:ext>
              </a:extLst>
            </a:blip>
            <a:stretch>
              <a:fillRect/>
            </a:stretch>
          </a:blipFill>
          <a:effectLst>
            <a:outerShdw blurRad="50800" dist="38100" dir="5400000" algn="t" rotWithShape="0">
              <a:prstClr val="black">
                <a:alpha val="40000"/>
              </a:prstClr>
            </a:outerShdw>
          </a:effectLst>
        </p:spPr>
        <p:txBody>
          <a:bodyPr/>
          <a:lstStyle/>
          <a:p>
            <a:endParaRPr lang="en-GB" sz="1200"/>
          </a:p>
        </p:txBody>
      </p:sp>
      <p:sp>
        <p:nvSpPr>
          <p:cNvPr id="41" name="Arco roxo 2">
            <a:extLst>
              <a:ext uri="{FF2B5EF4-FFF2-40B4-BE49-F238E27FC236}">
                <a16:creationId xmlns:a16="http://schemas.microsoft.com/office/drawing/2014/main" id="{6A97491C-18A2-FECE-C8D2-CBD247DE08C1}"/>
              </a:ext>
            </a:extLst>
          </p:cNvPr>
          <p:cNvSpPr/>
          <p:nvPr/>
        </p:nvSpPr>
        <p:spPr bwMode="auto">
          <a:xfrm rot="19428233">
            <a:off x="-274880" y="1558146"/>
            <a:ext cx="3568804" cy="3508305"/>
          </a:xfrm>
          <a:prstGeom prst="blockArc">
            <a:avLst>
              <a:gd name="adj1" fmla="val 10063642"/>
              <a:gd name="adj2" fmla="val 15386513"/>
              <a:gd name="adj3" fmla="val 31228"/>
            </a:avLst>
          </a:prstGeom>
          <a:gradFill flip="none" rotWithShape="1">
            <a:gsLst>
              <a:gs pos="0">
                <a:srgbClr val="CA2181"/>
              </a:gs>
              <a:gs pos="82000">
                <a:srgbClr val="8B0D96"/>
              </a:gs>
            </a:gsLst>
            <a:lin ang="13500000" scaled="1"/>
            <a:tileRect/>
          </a:gra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a:solidFill>
                <a:schemeClr val="tx1"/>
              </a:solidFill>
            </a:endParaRPr>
          </a:p>
        </p:txBody>
      </p:sp>
      <p:sp>
        <p:nvSpPr>
          <p:cNvPr id="71" name="Círculo transparente">
            <a:extLst>
              <a:ext uri="{FF2B5EF4-FFF2-40B4-BE49-F238E27FC236}">
                <a16:creationId xmlns:a16="http://schemas.microsoft.com/office/drawing/2014/main" id="{2E3B1E28-BF0D-803A-5C86-7236C819C464}"/>
              </a:ext>
            </a:extLst>
          </p:cNvPr>
          <p:cNvSpPr/>
          <p:nvPr/>
        </p:nvSpPr>
        <p:spPr bwMode="auto">
          <a:xfrm rot="10800000">
            <a:off x="-367645" y="1322604"/>
            <a:ext cx="4066295" cy="4066295"/>
          </a:xfrm>
          <a:prstGeom prst="ellipse">
            <a:avLst/>
          </a:prstGeom>
          <a:solidFill>
            <a:schemeClr val="bg1">
              <a:alpha val="8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a:solidFill>
                <a:schemeClr val="tx1"/>
              </a:solidFill>
            </a:endParaRPr>
          </a:p>
        </p:txBody>
      </p:sp>
      <p:sp>
        <p:nvSpPr>
          <p:cNvPr id="46" name="Rectangle: Rounded Corners 45">
            <a:extLst>
              <a:ext uri="{FF2B5EF4-FFF2-40B4-BE49-F238E27FC236}">
                <a16:creationId xmlns:a16="http://schemas.microsoft.com/office/drawing/2014/main" id="{AD761A68-3F21-3C31-06AA-C91F5034F00F}"/>
              </a:ext>
            </a:extLst>
          </p:cNvPr>
          <p:cNvSpPr/>
          <p:nvPr/>
        </p:nvSpPr>
        <p:spPr bwMode="auto">
          <a:xfrm rot="10800000">
            <a:off x="879538" y="2736743"/>
            <a:ext cx="1232906" cy="1193515"/>
          </a:xfrm>
          <a:prstGeom prst="roundRect">
            <a:avLst>
              <a:gd name="adj" fmla="val 50000"/>
            </a:avLst>
          </a:prstGeom>
          <a:solidFill>
            <a:schemeClr val="bg1">
              <a:lumMod val="65000"/>
            </a:schemeClr>
          </a:solidFill>
          <a:ln>
            <a:noFill/>
            <a:headEnd/>
            <a:tailEnd/>
          </a:ln>
          <a:effectLst>
            <a:outerShdw blurRad="50800" dist="38100" dir="2700000" algn="tl" rotWithShape="0">
              <a:prstClr val="black">
                <a:alpha val="40000"/>
              </a:prstClr>
            </a:outerShdw>
          </a:effectLst>
          <a:scene3d>
            <a:camera prst="orthographicFront"/>
            <a:lightRig rig="threePt" dir="t"/>
          </a:scene3d>
          <a:sp3d>
            <a:bevelT w="152400" h="44450" prst="angle"/>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40" name="Arco laranja">
            <a:extLst>
              <a:ext uri="{FF2B5EF4-FFF2-40B4-BE49-F238E27FC236}">
                <a16:creationId xmlns:a16="http://schemas.microsoft.com/office/drawing/2014/main" id="{3AC4D793-B704-8941-26A7-99CB45C24507}"/>
              </a:ext>
            </a:extLst>
          </p:cNvPr>
          <p:cNvSpPr/>
          <p:nvPr/>
        </p:nvSpPr>
        <p:spPr bwMode="auto">
          <a:xfrm rot="3188599">
            <a:off x="-265895" y="1584530"/>
            <a:ext cx="3568804" cy="3508305"/>
          </a:xfrm>
          <a:prstGeom prst="blockArc">
            <a:avLst>
              <a:gd name="adj1" fmla="val 10063642"/>
              <a:gd name="adj2" fmla="val 15489323"/>
              <a:gd name="adj3" fmla="val 31297"/>
            </a:avLst>
          </a:prstGeom>
          <a:gradFill>
            <a:gsLst>
              <a:gs pos="0">
                <a:srgbClr val="F57230"/>
              </a:gs>
              <a:gs pos="82000">
                <a:srgbClr val="F9A23F"/>
              </a:gs>
            </a:gsLst>
            <a:lin ang="5400000" scaled="1"/>
          </a:gradFill>
          <a:ln>
            <a:noFill/>
            <a:headEnd/>
            <a:tailEnd/>
          </a:ln>
          <a:effectLst/>
          <a:scene3d>
            <a:camera prst="orthographicFront"/>
            <a:lightRig rig="threePt" dir="t"/>
          </a:scene3d>
          <a:sp3d>
            <a:bevelT w="330200" h="19050" prst="slope"/>
            <a:bevelB w="50800" h="9525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eaLnBrk="0" hangingPunct="0">
              <a:spcBef>
                <a:spcPts val="200"/>
              </a:spcBef>
              <a:spcAft>
                <a:spcPts val="200"/>
              </a:spcAft>
              <a:buClr>
                <a:schemeClr val="tx2"/>
              </a:buClr>
              <a:buSzPct val="110000"/>
            </a:pPr>
            <a:endParaRPr lang="pt-BR" sz="1067" kern="0">
              <a:solidFill>
                <a:schemeClr val="tx1"/>
              </a:solidFill>
            </a:endParaRPr>
          </a:p>
        </p:txBody>
      </p:sp>
      <p:sp>
        <p:nvSpPr>
          <p:cNvPr id="44" name="Influence">
            <a:extLst>
              <a:ext uri="{FF2B5EF4-FFF2-40B4-BE49-F238E27FC236}">
                <a16:creationId xmlns:a16="http://schemas.microsoft.com/office/drawing/2014/main" id="{331F5F93-D315-6910-499D-FAEB396A878D}"/>
              </a:ext>
            </a:extLst>
          </p:cNvPr>
          <p:cNvSpPr txBox="1"/>
          <p:nvPr/>
        </p:nvSpPr>
        <p:spPr>
          <a:xfrm>
            <a:off x="873392" y="1865776"/>
            <a:ext cx="1082706" cy="310497"/>
          </a:xfrm>
          <a:prstGeom prst="rect">
            <a:avLst/>
          </a:prstGeom>
          <a:noFill/>
        </p:spPr>
        <p:txBody>
          <a:bodyPr spcFirstLastPara="1" wrap="square" numCol="1">
            <a:prstTxWarp prst="textArchUp">
              <a:avLst/>
            </a:prstTxWarp>
            <a:spAutoFit/>
          </a:bodyPr>
          <a:lstStyle>
            <a:defPPr>
              <a:defRPr lang="en-US"/>
            </a:defPPr>
            <a:lvl1pPr algn="ctr">
              <a:lnSpc>
                <a:spcPts val="5207"/>
              </a:lnSpc>
              <a:spcBef>
                <a:spcPct val="0"/>
              </a:spcBef>
              <a:defRPr sz="2800">
                <a:solidFill>
                  <a:schemeClr val="bg1"/>
                </a:solidFill>
                <a:effectLst>
                  <a:outerShdw blurRad="38100" dist="38100" dir="2700000" algn="tl">
                    <a:srgbClr val="000000">
                      <a:alpha val="43137"/>
                    </a:srgbClr>
                  </a:outerShdw>
                </a:effectLst>
                <a:latin typeface="Barlow Black" panose="00000A00000000000000" pitchFamily="2" charset="0"/>
              </a:defRPr>
            </a:lvl1pPr>
          </a:lstStyle>
          <a:p>
            <a:r>
              <a:rPr lang="en-US" sz="1600"/>
              <a:t>INFLUENCE</a:t>
            </a:r>
          </a:p>
        </p:txBody>
      </p:sp>
      <p:sp>
        <p:nvSpPr>
          <p:cNvPr id="64" name="Lampada">
            <a:extLst>
              <a:ext uri="{FF2B5EF4-FFF2-40B4-BE49-F238E27FC236}">
                <a16:creationId xmlns:a16="http://schemas.microsoft.com/office/drawing/2014/main" id="{DC79BECE-53BD-980F-2E83-5821C493E4B5}"/>
              </a:ext>
            </a:extLst>
          </p:cNvPr>
          <p:cNvSpPr/>
          <p:nvPr/>
        </p:nvSpPr>
        <p:spPr>
          <a:xfrm>
            <a:off x="1209518" y="1917227"/>
            <a:ext cx="498642" cy="524886"/>
          </a:xfrm>
          <a:custGeom>
            <a:avLst/>
            <a:gdLst/>
            <a:ahLst/>
            <a:cxnLst/>
            <a:rect l="l" t="t" r="r" b="b"/>
            <a:pathLst>
              <a:path w="1705013" h="1794750">
                <a:moveTo>
                  <a:pt x="0" y="0"/>
                </a:moveTo>
                <a:lnTo>
                  <a:pt x="1705013" y="0"/>
                </a:lnTo>
                <a:lnTo>
                  <a:pt x="1705013" y="1794750"/>
                </a:lnTo>
                <a:lnTo>
                  <a:pt x="0" y="1794750"/>
                </a:lnTo>
                <a:lnTo>
                  <a:pt x="0" y="0"/>
                </a:lnTo>
                <a:close/>
              </a:path>
            </a:pathLst>
          </a:custGeom>
          <a:blipFill>
            <a:blip r:embed="rId8">
              <a:extLst>
                <a:ext uri="{96DAC541-7B7A-43D3-8B79-37D633B846F1}">
                  <asvg:svgBlip xmlns:asvg="http://schemas.microsoft.com/office/drawing/2016/SVG/main" r:embed="rId9"/>
                </a:ext>
              </a:extLst>
            </a:blip>
            <a:stretch>
              <a:fillRect/>
            </a:stretch>
          </a:blipFill>
          <a:effectLst>
            <a:outerShdw blurRad="63500" sx="102000" sy="102000" algn="ctr" rotWithShape="0">
              <a:prstClr val="black">
                <a:alpha val="40000"/>
              </a:prstClr>
            </a:outerShdw>
          </a:effectLst>
        </p:spPr>
        <p:txBody>
          <a:bodyPr/>
          <a:lstStyle/>
          <a:p>
            <a:endParaRPr lang="en-GB" sz="1200"/>
          </a:p>
        </p:txBody>
      </p:sp>
      <p:sp>
        <p:nvSpPr>
          <p:cNvPr id="51" name="triangulo 3">
            <a:extLst>
              <a:ext uri="{FF2B5EF4-FFF2-40B4-BE49-F238E27FC236}">
                <a16:creationId xmlns:a16="http://schemas.microsoft.com/office/drawing/2014/main" id="{3A5331E3-E586-7BBB-F428-F0FA4B2EA581}"/>
              </a:ext>
            </a:extLst>
          </p:cNvPr>
          <p:cNvSpPr/>
          <p:nvPr/>
        </p:nvSpPr>
        <p:spPr bwMode="auto">
          <a:xfrm>
            <a:off x="1246670" y="2574280"/>
            <a:ext cx="498642" cy="332205"/>
          </a:xfrm>
          <a:prstGeom prst="triangle">
            <a:avLst/>
          </a:prstGeom>
          <a:solidFill>
            <a:schemeClr val="tx1">
              <a:lumMod val="75000"/>
              <a:lumOff val="2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2" name="no 3">
            <a:extLst>
              <a:ext uri="{FF2B5EF4-FFF2-40B4-BE49-F238E27FC236}">
                <a16:creationId xmlns:a16="http://schemas.microsoft.com/office/drawing/2014/main" id="{76EF7CC1-884E-D660-ACBD-7616A47F7180}"/>
              </a:ext>
            </a:extLst>
          </p:cNvPr>
          <p:cNvSpPr txBox="1"/>
          <p:nvPr/>
        </p:nvSpPr>
        <p:spPr>
          <a:xfrm>
            <a:off x="1379894" y="2537811"/>
            <a:ext cx="221318"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067" b="1">
                <a:solidFill>
                  <a:schemeClr val="bg1"/>
                </a:solidFill>
                <a:effectLst>
                  <a:outerShdw blurRad="38100" dist="38100" dir="2700000" algn="tl">
                    <a:srgbClr val="000000">
                      <a:alpha val="43137"/>
                    </a:srgbClr>
                  </a:outerShdw>
                </a:effectLst>
                <a:latin typeface="Barlow Black" panose="00000A00000000000000" pitchFamily="2" charset="0"/>
              </a:rPr>
              <a:t>3</a:t>
            </a:r>
            <a:endParaRPr lang="pt-BR" sz="933" b="1">
              <a:solidFill>
                <a:schemeClr val="bg1"/>
              </a:solidFill>
              <a:effectLst>
                <a:outerShdw blurRad="38100" dist="38100" dir="2700000" algn="tl">
                  <a:srgbClr val="000000">
                    <a:alpha val="43137"/>
                  </a:srgbClr>
                </a:outerShdw>
              </a:effectLst>
              <a:latin typeface="Barlow Black" panose="00000A00000000000000" pitchFamily="2" charset="0"/>
            </a:endParaRPr>
          </a:p>
        </p:txBody>
      </p:sp>
      <p:sp>
        <p:nvSpPr>
          <p:cNvPr id="59" name="Rectangle: Rounded Corners 58">
            <a:extLst>
              <a:ext uri="{FF2B5EF4-FFF2-40B4-BE49-F238E27FC236}">
                <a16:creationId xmlns:a16="http://schemas.microsoft.com/office/drawing/2014/main" id="{255873F1-5C14-FF59-3670-B9B6F5326779}"/>
              </a:ext>
            </a:extLst>
          </p:cNvPr>
          <p:cNvSpPr/>
          <p:nvPr/>
        </p:nvSpPr>
        <p:spPr bwMode="auto">
          <a:xfrm rot="10800000">
            <a:off x="960036" y="2823540"/>
            <a:ext cx="1071911" cy="1030287"/>
          </a:xfrm>
          <a:prstGeom prst="roundRect">
            <a:avLst>
              <a:gd name="adj" fmla="val 50000"/>
            </a:avLst>
          </a:prstGeom>
          <a:solidFill>
            <a:schemeClr val="bg1">
              <a:lumMod val="85000"/>
            </a:schemeClr>
          </a:solidFill>
          <a:ln>
            <a:noFill/>
            <a:headEnd/>
            <a:tailEnd/>
          </a:ln>
          <a:effectLst>
            <a:outerShdw blurRad="50800" dist="38100" dir="2700000" algn="tl" rotWithShape="0">
              <a:prstClr val="black">
                <a:alpha val="40000"/>
              </a:prstClr>
            </a:outerShdw>
          </a:effectLst>
          <a:scene3d>
            <a:camera prst="orthographicFront"/>
            <a:lightRig rig="threePt" dir="t"/>
          </a:scene3d>
          <a:sp3d>
            <a:bevelT w="152400" h="44450" prst="angle"/>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60" name="TextBox 59">
            <a:extLst>
              <a:ext uri="{FF2B5EF4-FFF2-40B4-BE49-F238E27FC236}">
                <a16:creationId xmlns:a16="http://schemas.microsoft.com/office/drawing/2014/main" id="{C54C651B-2C80-88C8-EEC7-5B14684B565E}"/>
              </a:ext>
            </a:extLst>
          </p:cNvPr>
          <p:cNvSpPr txBox="1"/>
          <p:nvPr/>
        </p:nvSpPr>
        <p:spPr>
          <a:xfrm>
            <a:off x="1050785" y="2976055"/>
            <a:ext cx="981719" cy="361993"/>
          </a:xfrm>
          <a:prstGeom prst="rect">
            <a:avLst/>
          </a:prstGeom>
          <a:noFill/>
        </p:spPr>
        <p:txBody>
          <a:bodyPr wrap="square" lIns="120000" tIns="120000" rIns="120000" bIns="120000" rtlCol="0">
            <a:noAutofit/>
          </a:bodyPr>
          <a:lstStyle/>
          <a:p>
            <a:pPr algn="ctr">
              <a:spcBef>
                <a:spcPts val="200"/>
              </a:spcBef>
              <a:spcAft>
                <a:spcPts val="200"/>
              </a:spcAft>
              <a:buClr>
                <a:schemeClr val="tx2"/>
              </a:buClr>
              <a:buSzPct val="110000"/>
            </a:pPr>
            <a:r>
              <a:rPr lang="pt-BR" sz="1333" b="1" dirty="0">
                <a:solidFill>
                  <a:srgbClr val="EB6E1D"/>
                </a:solidFill>
                <a:latin typeface="Barlow Black" panose="00000A00000000000000" pitchFamily="2" charset="0"/>
              </a:rPr>
              <a:t>IMPACT</a:t>
            </a:r>
          </a:p>
          <a:p>
            <a:pPr algn="ctr">
              <a:spcBef>
                <a:spcPts val="200"/>
              </a:spcBef>
              <a:spcAft>
                <a:spcPts val="200"/>
              </a:spcAft>
              <a:buClr>
                <a:schemeClr val="tx2"/>
              </a:buClr>
              <a:buSzPct val="110000"/>
            </a:pPr>
            <a:r>
              <a:rPr lang="pt-BR" sz="1200" b="1" dirty="0">
                <a:latin typeface="Barlow Black" panose="00000A00000000000000" pitchFamily="2" charset="0"/>
              </a:rPr>
              <a:t>SELLING MODEL</a:t>
            </a:r>
          </a:p>
        </p:txBody>
      </p:sp>
      <p:sp>
        <p:nvSpPr>
          <p:cNvPr id="75" name="Arc 74">
            <a:extLst>
              <a:ext uri="{FF2B5EF4-FFF2-40B4-BE49-F238E27FC236}">
                <a16:creationId xmlns:a16="http://schemas.microsoft.com/office/drawing/2014/main" id="{E56C862B-DEF7-A176-8E24-42612CC55B3F}"/>
              </a:ext>
            </a:extLst>
          </p:cNvPr>
          <p:cNvSpPr/>
          <p:nvPr/>
        </p:nvSpPr>
        <p:spPr>
          <a:xfrm rot="3628162">
            <a:off x="-657318" y="1257803"/>
            <a:ext cx="4495455" cy="4495455"/>
          </a:xfrm>
          <a:prstGeom prst="arc">
            <a:avLst>
              <a:gd name="adj1" fmla="val 13731286"/>
              <a:gd name="adj2" fmla="val 0"/>
            </a:avLst>
          </a:prstGeom>
          <a:ln w="34925" cap="sq">
            <a:solidFill>
              <a:srgbClr val="ED702F"/>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sz="1200"/>
          </a:p>
        </p:txBody>
      </p:sp>
      <p:sp>
        <p:nvSpPr>
          <p:cNvPr id="77" name="Oval 76">
            <a:extLst>
              <a:ext uri="{FF2B5EF4-FFF2-40B4-BE49-F238E27FC236}">
                <a16:creationId xmlns:a16="http://schemas.microsoft.com/office/drawing/2014/main" id="{6CEDA8A2-5F74-D5EF-A315-03EC8B30D860}"/>
              </a:ext>
            </a:extLst>
          </p:cNvPr>
          <p:cNvSpPr/>
          <p:nvPr/>
        </p:nvSpPr>
        <p:spPr bwMode="auto">
          <a:xfrm rot="784839">
            <a:off x="3481654" y="2362200"/>
            <a:ext cx="248621" cy="248621"/>
          </a:xfrm>
          <a:prstGeom prst="ellipse">
            <a:avLst/>
          </a:prstGeom>
          <a:solidFill>
            <a:schemeClr val="bg1"/>
          </a:solidFill>
          <a:ln>
            <a:noFill/>
            <a:headEnd/>
            <a:tailEnd/>
          </a:ln>
          <a:effectLst>
            <a:outerShdw blurRad="25400" dist="50800" dir="3660000" algn="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78" name="Oval 77">
            <a:extLst>
              <a:ext uri="{FF2B5EF4-FFF2-40B4-BE49-F238E27FC236}">
                <a16:creationId xmlns:a16="http://schemas.microsoft.com/office/drawing/2014/main" id="{C335DA82-E110-0983-15E9-91255075D92E}"/>
              </a:ext>
            </a:extLst>
          </p:cNvPr>
          <p:cNvSpPr/>
          <p:nvPr/>
        </p:nvSpPr>
        <p:spPr bwMode="auto">
          <a:xfrm>
            <a:off x="3544903" y="2413000"/>
            <a:ext cx="135277" cy="142740"/>
          </a:xfrm>
          <a:prstGeom prst="ellipse">
            <a:avLst/>
          </a:prstGeom>
          <a:solidFill>
            <a:srgbClr val="ED702F"/>
          </a:solidFill>
          <a:ln>
            <a:noFill/>
            <a:headEnd/>
            <a:tailEnd/>
          </a:ln>
          <a:effectLst>
            <a:innerShdw blurRad="63500" dist="50800" dir="162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cxnSp>
        <p:nvCxnSpPr>
          <p:cNvPr id="80" name="Straight Connector 79">
            <a:extLst>
              <a:ext uri="{FF2B5EF4-FFF2-40B4-BE49-F238E27FC236}">
                <a16:creationId xmlns:a16="http://schemas.microsoft.com/office/drawing/2014/main" id="{35768647-C9B9-5D45-3693-27C78C9BEE46}"/>
              </a:ext>
            </a:extLst>
          </p:cNvPr>
          <p:cNvCxnSpPr>
            <a:cxnSpLocks/>
            <a:stCxn id="77" idx="7"/>
            <a:endCxn id="5123" idx="3"/>
          </p:cNvCxnSpPr>
          <p:nvPr/>
        </p:nvCxnSpPr>
        <p:spPr>
          <a:xfrm flipV="1">
            <a:off x="3711479" y="1818954"/>
            <a:ext cx="558679" cy="601830"/>
          </a:xfrm>
          <a:prstGeom prst="line">
            <a:avLst/>
          </a:prstGeom>
          <a:ln w="34925" cap="sq">
            <a:solidFill>
              <a:srgbClr val="ED702F"/>
            </a:solidFill>
            <a:prstDash val="dash"/>
            <a:miter lim="800000"/>
          </a:ln>
        </p:spPr>
        <p:style>
          <a:lnRef idx="1">
            <a:schemeClr val="accent1"/>
          </a:lnRef>
          <a:fillRef idx="0">
            <a:schemeClr val="accent1"/>
          </a:fillRef>
          <a:effectRef idx="0">
            <a:schemeClr val="accent1"/>
          </a:effectRef>
          <a:fontRef idx="minor">
            <a:schemeClr val="tx1"/>
          </a:fontRef>
        </p:style>
      </p:cxnSp>
      <p:sp>
        <p:nvSpPr>
          <p:cNvPr id="5129" name="Rectangle: Rounded Corners 5128">
            <a:extLst>
              <a:ext uri="{FF2B5EF4-FFF2-40B4-BE49-F238E27FC236}">
                <a16:creationId xmlns:a16="http://schemas.microsoft.com/office/drawing/2014/main" id="{CD222CB8-D632-1EBA-3254-83D30CB4F4F8}"/>
              </a:ext>
            </a:extLst>
          </p:cNvPr>
          <p:cNvSpPr/>
          <p:nvPr/>
        </p:nvSpPr>
        <p:spPr bwMode="auto">
          <a:xfrm>
            <a:off x="4226054" y="1252074"/>
            <a:ext cx="4206746" cy="731745"/>
          </a:xfrm>
          <a:prstGeom prst="roundRect">
            <a:avLst>
              <a:gd name="adj" fmla="val 50000"/>
            </a:avLst>
          </a:prstGeom>
          <a:solidFill>
            <a:schemeClr val="bg1">
              <a:lumMod val="95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123" name="Oval 5122">
            <a:extLst>
              <a:ext uri="{FF2B5EF4-FFF2-40B4-BE49-F238E27FC236}">
                <a16:creationId xmlns:a16="http://schemas.microsoft.com/office/drawing/2014/main" id="{FE0235D9-8ABB-C4AB-4736-0504F5AC758A}"/>
              </a:ext>
            </a:extLst>
          </p:cNvPr>
          <p:cNvSpPr/>
          <p:nvPr/>
        </p:nvSpPr>
        <p:spPr bwMode="auto">
          <a:xfrm rot="830393">
            <a:off x="4219539" y="1214857"/>
            <a:ext cx="750211" cy="791597"/>
          </a:xfrm>
          <a:prstGeom prst="ellipse">
            <a:avLst/>
          </a:prstGeom>
          <a:solidFill>
            <a:srgbClr val="ED702F"/>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130" name="Chord 5129">
            <a:extLst>
              <a:ext uri="{FF2B5EF4-FFF2-40B4-BE49-F238E27FC236}">
                <a16:creationId xmlns:a16="http://schemas.microsoft.com/office/drawing/2014/main" id="{D78FE054-8D10-6D20-B2AC-69776C968087}"/>
              </a:ext>
            </a:extLst>
          </p:cNvPr>
          <p:cNvSpPr/>
          <p:nvPr/>
        </p:nvSpPr>
        <p:spPr bwMode="auto">
          <a:xfrm rot="10800000">
            <a:off x="7721596" y="1298666"/>
            <a:ext cx="639565" cy="638559"/>
          </a:xfrm>
          <a:prstGeom prst="chord">
            <a:avLst>
              <a:gd name="adj1" fmla="val 5507204"/>
              <a:gd name="adj2" fmla="val 16200000"/>
            </a:avLst>
          </a:prstGeom>
          <a:gradFill>
            <a:gsLst>
              <a:gs pos="70000">
                <a:srgbClr val="FF7D37"/>
              </a:gs>
              <a:gs pos="0">
                <a:srgbClr val="FFF488"/>
              </a:gs>
            </a:gsLst>
            <a:lin ang="13500000" scaled="1"/>
          </a:gra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131" name="TextBox 28">
            <a:extLst>
              <a:ext uri="{FF2B5EF4-FFF2-40B4-BE49-F238E27FC236}">
                <a16:creationId xmlns:a16="http://schemas.microsoft.com/office/drawing/2014/main" id="{13E10AF8-2D16-BF5A-B82F-8DCB6256362B}"/>
              </a:ext>
            </a:extLst>
          </p:cNvPr>
          <p:cNvSpPr txBox="1"/>
          <p:nvPr/>
        </p:nvSpPr>
        <p:spPr>
          <a:xfrm>
            <a:off x="5121718" y="1358696"/>
            <a:ext cx="2885865" cy="561051"/>
          </a:xfrm>
          <a:prstGeom prst="rect">
            <a:avLst/>
          </a:prstGeom>
        </p:spPr>
        <p:txBody>
          <a:bodyPr wrap="square" lIns="0" tIns="0" rIns="0" bIns="0" rtlCol="0" anchor="t">
            <a:spAutoFit/>
          </a:bodyPr>
          <a:lstStyle/>
          <a:p>
            <a:pPr algn="ctr" defTabSz="609630">
              <a:spcBef>
                <a:spcPct val="0"/>
              </a:spcBef>
              <a:defRPr/>
            </a:pPr>
            <a:r>
              <a:rPr lang="en-US" sz="1823">
                <a:latin typeface="Barlow Bold"/>
              </a:rPr>
              <a:t>Link Key Selling Messages to agreed patient</a:t>
            </a:r>
          </a:p>
        </p:txBody>
      </p:sp>
      <p:sp>
        <p:nvSpPr>
          <p:cNvPr id="5128" name="Oval 5127">
            <a:extLst>
              <a:ext uri="{FF2B5EF4-FFF2-40B4-BE49-F238E27FC236}">
                <a16:creationId xmlns:a16="http://schemas.microsoft.com/office/drawing/2014/main" id="{E84D31FF-CEF0-BD05-AAE4-14787B691768}"/>
              </a:ext>
            </a:extLst>
          </p:cNvPr>
          <p:cNvSpPr/>
          <p:nvPr/>
        </p:nvSpPr>
        <p:spPr bwMode="auto">
          <a:xfrm rot="310713">
            <a:off x="4158629" y="1150587"/>
            <a:ext cx="872030" cy="920136"/>
          </a:xfrm>
          <a:prstGeom prst="ellipse">
            <a:avLst/>
          </a:prstGeom>
          <a:noFill/>
          <a:ln w="76200">
            <a:solidFill>
              <a:srgbClr val="ED702F"/>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7" name="Oval 6">
            <a:extLst>
              <a:ext uri="{FF2B5EF4-FFF2-40B4-BE49-F238E27FC236}">
                <a16:creationId xmlns:a16="http://schemas.microsoft.com/office/drawing/2014/main" id="{4D56A89B-0931-1E61-A75D-8447167389D7}"/>
              </a:ext>
            </a:extLst>
          </p:cNvPr>
          <p:cNvSpPr/>
          <p:nvPr/>
        </p:nvSpPr>
        <p:spPr bwMode="auto">
          <a:xfrm rot="2584945">
            <a:off x="3727218" y="3435277"/>
            <a:ext cx="248621" cy="248621"/>
          </a:xfrm>
          <a:prstGeom prst="ellipse">
            <a:avLst/>
          </a:prstGeom>
          <a:solidFill>
            <a:schemeClr val="bg1"/>
          </a:solidFill>
          <a:ln>
            <a:noFill/>
            <a:headEnd/>
            <a:tailEnd/>
          </a:ln>
          <a:effectLst>
            <a:outerShdw blurRad="25400" dist="50800" dir="3660000" algn="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11" name="Oval 10">
            <a:extLst>
              <a:ext uri="{FF2B5EF4-FFF2-40B4-BE49-F238E27FC236}">
                <a16:creationId xmlns:a16="http://schemas.microsoft.com/office/drawing/2014/main" id="{F64A6EB0-FF13-D41D-C1EC-F8C8DF87594F}"/>
              </a:ext>
            </a:extLst>
          </p:cNvPr>
          <p:cNvSpPr/>
          <p:nvPr/>
        </p:nvSpPr>
        <p:spPr bwMode="auto">
          <a:xfrm>
            <a:off x="3790467" y="3486077"/>
            <a:ext cx="135277" cy="142740"/>
          </a:xfrm>
          <a:prstGeom prst="ellipse">
            <a:avLst/>
          </a:prstGeom>
          <a:solidFill>
            <a:srgbClr val="ED702F"/>
          </a:solidFill>
          <a:ln>
            <a:noFill/>
            <a:headEnd/>
            <a:tailEnd/>
          </a:ln>
          <a:effectLst>
            <a:innerShdw blurRad="63500" dist="50800" dir="162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cxnSp>
        <p:nvCxnSpPr>
          <p:cNvPr id="12" name="Straight Connector 11">
            <a:extLst>
              <a:ext uri="{FF2B5EF4-FFF2-40B4-BE49-F238E27FC236}">
                <a16:creationId xmlns:a16="http://schemas.microsoft.com/office/drawing/2014/main" id="{D9D08941-D725-0208-2D1E-7698881E6D81}"/>
              </a:ext>
            </a:extLst>
          </p:cNvPr>
          <p:cNvCxnSpPr>
            <a:cxnSpLocks/>
            <a:stCxn id="7" idx="7"/>
          </p:cNvCxnSpPr>
          <p:nvPr/>
        </p:nvCxnSpPr>
        <p:spPr>
          <a:xfrm>
            <a:off x="3975769" y="3555427"/>
            <a:ext cx="874808" cy="0"/>
          </a:xfrm>
          <a:prstGeom prst="line">
            <a:avLst/>
          </a:prstGeom>
          <a:ln w="34925" cap="sq">
            <a:solidFill>
              <a:srgbClr val="ED702F"/>
            </a:solidFill>
            <a:prstDash val="dash"/>
            <a:miter lim="800000"/>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5DB3DB45-A849-C255-7389-BCEEA80249E2}"/>
              </a:ext>
            </a:extLst>
          </p:cNvPr>
          <p:cNvSpPr/>
          <p:nvPr/>
        </p:nvSpPr>
        <p:spPr bwMode="auto">
          <a:xfrm>
            <a:off x="4764120" y="3151933"/>
            <a:ext cx="4206746" cy="731745"/>
          </a:xfrm>
          <a:prstGeom prst="roundRect">
            <a:avLst>
              <a:gd name="adj" fmla="val 50000"/>
            </a:avLst>
          </a:prstGeom>
          <a:solidFill>
            <a:schemeClr val="bg1">
              <a:lumMod val="95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22" name="Oval 21">
            <a:extLst>
              <a:ext uri="{FF2B5EF4-FFF2-40B4-BE49-F238E27FC236}">
                <a16:creationId xmlns:a16="http://schemas.microsoft.com/office/drawing/2014/main" id="{44B491CB-60B2-B90A-4D56-1699701BB0BB}"/>
              </a:ext>
            </a:extLst>
          </p:cNvPr>
          <p:cNvSpPr/>
          <p:nvPr/>
        </p:nvSpPr>
        <p:spPr bwMode="auto">
          <a:xfrm rot="830393">
            <a:off x="4757605" y="3114716"/>
            <a:ext cx="750211" cy="791597"/>
          </a:xfrm>
          <a:prstGeom prst="ellipse">
            <a:avLst/>
          </a:prstGeom>
          <a:solidFill>
            <a:srgbClr val="ED702F"/>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23" name="Oval 22">
            <a:extLst>
              <a:ext uri="{FF2B5EF4-FFF2-40B4-BE49-F238E27FC236}">
                <a16:creationId xmlns:a16="http://schemas.microsoft.com/office/drawing/2014/main" id="{F53BBFE2-4370-A430-41AC-D4B916E0B619}"/>
              </a:ext>
            </a:extLst>
          </p:cNvPr>
          <p:cNvSpPr/>
          <p:nvPr/>
        </p:nvSpPr>
        <p:spPr bwMode="auto">
          <a:xfrm rot="830393">
            <a:off x="4696695" y="3050446"/>
            <a:ext cx="872030" cy="920136"/>
          </a:xfrm>
          <a:prstGeom prst="ellipse">
            <a:avLst/>
          </a:prstGeom>
          <a:noFill/>
          <a:ln w="76200">
            <a:solidFill>
              <a:srgbClr val="ED702F"/>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24" name="Chord 23">
            <a:extLst>
              <a:ext uri="{FF2B5EF4-FFF2-40B4-BE49-F238E27FC236}">
                <a16:creationId xmlns:a16="http://schemas.microsoft.com/office/drawing/2014/main" id="{803DD54E-72FD-ADD9-E981-59D16447089A}"/>
              </a:ext>
            </a:extLst>
          </p:cNvPr>
          <p:cNvSpPr/>
          <p:nvPr/>
        </p:nvSpPr>
        <p:spPr bwMode="auto">
          <a:xfrm rot="10800000">
            <a:off x="8259662" y="3198525"/>
            <a:ext cx="639565" cy="638559"/>
          </a:xfrm>
          <a:prstGeom prst="chord">
            <a:avLst>
              <a:gd name="adj1" fmla="val 5507204"/>
              <a:gd name="adj2" fmla="val 16200000"/>
            </a:avLst>
          </a:prstGeom>
          <a:gradFill>
            <a:gsLst>
              <a:gs pos="70000">
                <a:srgbClr val="FF7D37"/>
              </a:gs>
              <a:gs pos="0">
                <a:srgbClr val="FFF488"/>
              </a:gs>
            </a:gsLst>
            <a:lin ang="13500000" scaled="1"/>
          </a:gra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30" name="TextBox 28">
            <a:extLst>
              <a:ext uri="{FF2B5EF4-FFF2-40B4-BE49-F238E27FC236}">
                <a16:creationId xmlns:a16="http://schemas.microsoft.com/office/drawing/2014/main" id="{A191E60D-0635-8727-0D47-785B2E338E4B}"/>
              </a:ext>
            </a:extLst>
          </p:cNvPr>
          <p:cNvSpPr txBox="1"/>
          <p:nvPr/>
        </p:nvSpPr>
        <p:spPr>
          <a:xfrm>
            <a:off x="5925956" y="3377214"/>
            <a:ext cx="2275127" cy="280526"/>
          </a:xfrm>
          <a:prstGeom prst="rect">
            <a:avLst/>
          </a:prstGeom>
        </p:spPr>
        <p:txBody>
          <a:bodyPr wrap="square" lIns="0" tIns="0" rIns="0" bIns="0" rtlCol="0" anchor="t">
            <a:spAutoFit/>
          </a:bodyPr>
          <a:lstStyle/>
          <a:p>
            <a:pPr algn="ctr">
              <a:spcBef>
                <a:spcPct val="0"/>
              </a:spcBef>
              <a:defRPr/>
            </a:pPr>
            <a:r>
              <a:rPr lang="en-US" sz="1823">
                <a:latin typeface="Barlow Bold"/>
              </a:rPr>
              <a:t>Handle objections</a:t>
            </a:r>
          </a:p>
        </p:txBody>
      </p:sp>
      <p:sp>
        <p:nvSpPr>
          <p:cNvPr id="68" name="Freeform 4">
            <a:extLst>
              <a:ext uri="{FF2B5EF4-FFF2-40B4-BE49-F238E27FC236}">
                <a16:creationId xmlns:a16="http://schemas.microsoft.com/office/drawing/2014/main" id="{797E27D7-5DC2-0DF9-90C9-F68D1DD4D59A}"/>
              </a:ext>
            </a:extLst>
          </p:cNvPr>
          <p:cNvSpPr/>
          <p:nvPr/>
        </p:nvSpPr>
        <p:spPr>
          <a:xfrm>
            <a:off x="4302522" y="1388137"/>
            <a:ext cx="581736" cy="462480"/>
          </a:xfrm>
          <a:custGeom>
            <a:avLst/>
            <a:gdLst/>
            <a:ahLst/>
            <a:cxnLst/>
            <a:rect l="l" t="t" r="r" b="b"/>
            <a:pathLst>
              <a:path w="2768071" h="2200616">
                <a:moveTo>
                  <a:pt x="0" y="0"/>
                </a:moveTo>
                <a:lnTo>
                  <a:pt x="2768071" y="0"/>
                </a:lnTo>
                <a:lnTo>
                  <a:pt x="2768071" y="2200616"/>
                </a:lnTo>
                <a:lnTo>
                  <a:pt x="0" y="2200616"/>
                </a:lnTo>
                <a:lnTo>
                  <a:pt x="0" y="0"/>
                </a:lnTo>
                <a:close/>
              </a:path>
            </a:pathLst>
          </a:custGeom>
          <a:blipFill>
            <a:blip r:embed="rId10">
              <a:extLst>
                <a:ext uri="{96DAC541-7B7A-43D3-8B79-37D633B846F1}">
                  <asvg:svgBlip xmlns:asvg="http://schemas.microsoft.com/office/drawing/2016/SVG/main" r:embed="rId11"/>
                </a:ext>
              </a:extLst>
            </a:blip>
            <a:stretch>
              <a:fillRect/>
            </a:stretch>
          </a:blipFill>
          <a:effectLst>
            <a:outerShdw blurRad="50800" dist="38100" dir="2700000" algn="tl" rotWithShape="0">
              <a:prstClr val="black">
                <a:alpha val="40000"/>
              </a:prstClr>
            </a:outerShdw>
          </a:effectLst>
        </p:spPr>
        <p:txBody>
          <a:bodyPr/>
          <a:lstStyle/>
          <a:p>
            <a:endParaRPr lang="en-GB" sz="1200"/>
          </a:p>
        </p:txBody>
      </p:sp>
      <p:sp>
        <p:nvSpPr>
          <p:cNvPr id="69" name="Freeform 7">
            <a:extLst>
              <a:ext uri="{FF2B5EF4-FFF2-40B4-BE49-F238E27FC236}">
                <a16:creationId xmlns:a16="http://schemas.microsoft.com/office/drawing/2014/main" id="{1DE5F7C2-FF1D-0A67-A92B-4E1B327E98F4}"/>
              </a:ext>
            </a:extLst>
          </p:cNvPr>
          <p:cNvSpPr/>
          <p:nvPr/>
        </p:nvSpPr>
        <p:spPr>
          <a:xfrm>
            <a:off x="4893533" y="3189625"/>
            <a:ext cx="440467" cy="580517"/>
          </a:xfrm>
          <a:custGeom>
            <a:avLst/>
            <a:gdLst/>
            <a:ahLst/>
            <a:cxnLst/>
            <a:rect l="l" t="t" r="r" b="b"/>
            <a:pathLst>
              <a:path w="3122105" h="4114800">
                <a:moveTo>
                  <a:pt x="0" y="0"/>
                </a:moveTo>
                <a:lnTo>
                  <a:pt x="3122104" y="0"/>
                </a:lnTo>
                <a:lnTo>
                  <a:pt x="3122104"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a:stretch>
          </a:blipFill>
          <a:effectLst>
            <a:outerShdw blurRad="50800" dist="38100" dir="2700000" algn="tl" rotWithShape="0">
              <a:prstClr val="black">
                <a:alpha val="40000"/>
              </a:prstClr>
            </a:outerShdw>
          </a:effectLst>
        </p:spPr>
        <p:txBody>
          <a:bodyPr/>
          <a:lstStyle/>
          <a:p>
            <a:endParaRPr lang="en-GB" sz="1200"/>
          </a:p>
        </p:txBody>
      </p:sp>
      <p:grpSp>
        <p:nvGrpSpPr>
          <p:cNvPr id="5126" name="Group 5125">
            <a:extLst>
              <a:ext uri="{FF2B5EF4-FFF2-40B4-BE49-F238E27FC236}">
                <a16:creationId xmlns:a16="http://schemas.microsoft.com/office/drawing/2014/main" id="{B9227188-C755-E40F-FF0B-A3C778CB5EB9}"/>
              </a:ext>
            </a:extLst>
          </p:cNvPr>
          <p:cNvGrpSpPr/>
          <p:nvPr/>
        </p:nvGrpSpPr>
        <p:grpSpPr>
          <a:xfrm>
            <a:off x="10886611" y="3957288"/>
            <a:ext cx="2026603" cy="2026603"/>
            <a:chOff x="16405049" y="11119436"/>
            <a:chExt cx="3039904" cy="3039904"/>
          </a:xfrm>
        </p:grpSpPr>
        <p:sp>
          <p:nvSpPr>
            <p:cNvPr id="5127" name="Oval 5126">
              <a:extLst>
                <a:ext uri="{FF2B5EF4-FFF2-40B4-BE49-F238E27FC236}">
                  <a16:creationId xmlns:a16="http://schemas.microsoft.com/office/drawing/2014/main" id="{043256BC-C611-835A-27D5-305424668239}"/>
                </a:ext>
              </a:extLst>
            </p:cNvPr>
            <p:cNvSpPr/>
            <p:nvPr/>
          </p:nvSpPr>
          <p:spPr bwMode="auto">
            <a:xfrm>
              <a:off x="16405049" y="11119436"/>
              <a:ext cx="3039904" cy="3039904"/>
            </a:xfrm>
            <a:prstGeom prst="ellipse">
              <a:avLst/>
            </a:prstGeom>
            <a:solidFill>
              <a:srgbClr val="FF7D37"/>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0000" tIns="120000" rIns="120000" bIns="120000" numCol="1" spcCol="0" rtlCol="0" fromWordArt="0" anchor="t" anchorCtr="0" forceAA="0" compatLnSpc="1">
              <a:prstTxWarp prst="textNoShape">
                <a:avLst/>
              </a:prstTxWarp>
              <a:noAutofit/>
            </a:bodyPr>
            <a:lstStyle/>
            <a:p>
              <a:pPr marL="190510" indent="-190510" eaLnBrk="0" hangingPunct="0">
                <a:spcBef>
                  <a:spcPts val="200"/>
                </a:spcBef>
                <a:spcAft>
                  <a:spcPts val="200"/>
                </a:spcAft>
                <a:buClr>
                  <a:schemeClr val="tx2"/>
                </a:buClr>
                <a:buSzPct val="110000"/>
                <a:buFont typeface="Arial" panose="020B0604020202020204" pitchFamily="34" charset="0"/>
                <a:buChar char="•"/>
              </a:pPr>
              <a:endParaRPr lang="pt-BR" sz="1067" kern="0" err="1">
                <a:solidFill>
                  <a:schemeClr val="tx1"/>
                </a:solidFill>
              </a:endParaRPr>
            </a:p>
          </p:txBody>
        </p:sp>
        <p:sp>
          <p:nvSpPr>
            <p:cNvPr id="5132" name="TextBox 5131">
              <a:extLst>
                <a:ext uri="{FF2B5EF4-FFF2-40B4-BE49-F238E27FC236}">
                  <a16:creationId xmlns:a16="http://schemas.microsoft.com/office/drawing/2014/main" id="{99BEB440-0929-BC16-CFDE-7F07B04EF081}"/>
                </a:ext>
              </a:extLst>
            </p:cNvPr>
            <p:cNvSpPr txBox="1"/>
            <p:nvPr/>
          </p:nvSpPr>
          <p:spPr>
            <a:xfrm>
              <a:off x="16889872" y="11258617"/>
              <a:ext cx="2053806" cy="1667928"/>
            </a:xfrm>
            <a:prstGeom prst="rect">
              <a:avLst/>
            </a:prstGeom>
            <a:noFill/>
          </p:spPr>
          <p:txBody>
            <a:bodyPr wrap="square" lIns="120000" tIns="120000" rIns="120000" bIns="120000" rtlCol="0">
              <a:noAutofit/>
            </a:bodyPr>
            <a:lstStyle/>
            <a:p>
              <a:pPr>
                <a:spcBef>
                  <a:spcPts val="200"/>
                </a:spcBef>
                <a:spcAft>
                  <a:spcPts val="200"/>
                </a:spcAft>
                <a:buClr>
                  <a:schemeClr val="tx2"/>
                </a:buClr>
                <a:buSzPct val="110000"/>
              </a:pPr>
              <a:r>
                <a:rPr lang="pt-BR" sz="8400">
                  <a:solidFill>
                    <a:srgbClr val="ED702F"/>
                  </a:solidFill>
                  <a:latin typeface="Amasis MT Pro Black" panose="02040A04050005020304" pitchFamily="18" charset="0"/>
                </a:rPr>
                <a:t>3</a:t>
              </a:r>
            </a:p>
          </p:txBody>
        </p:sp>
      </p:grpSp>
      <p:pic>
        <p:nvPicPr>
          <p:cNvPr id="2" name="Picture 6" descr="Discounted Trelegy Online - Insulin Outlet">
            <a:extLst>
              <a:ext uri="{FF2B5EF4-FFF2-40B4-BE49-F238E27FC236}">
                <a16:creationId xmlns:a16="http://schemas.microsoft.com/office/drawing/2014/main" id="{39C61986-5F4F-BA01-D29F-7D88DF774243}"/>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t="32877" b="17814"/>
          <a:stretch/>
        </p:blipFill>
        <p:spPr bwMode="auto">
          <a:xfrm>
            <a:off x="10426566" y="176830"/>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337BDDB0-0EC4-F6A7-D7F5-5BE46ADB37FB}"/>
              </a:ext>
            </a:extLst>
          </p:cNvPr>
          <p:cNvSpPr txBox="1">
            <a:spLocks/>
          </p:cNvSpPr>
          <p:nvPr/>
        </p:nvSpPr>
        <p:spPr>
          <a:xfrm>
            <a:off x="537687" y="6273022"/>
            <a:ext cx="540000" cy="26987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B9B3B01-9C27-4D4B-B55E-30DD78B743D4}" type="slidenum">
              <a:rPr lang="en-US" sz="1000" smtClean="0">
                <a:solidFill>
                  <a:srgbClr val="000000"/>
                </a:solidFill>
                <a:latin typeface="Arial"/>
              </a:rPr>
              <a:pPr>
                <a:defRPr/>
              </a:pPr>
              <a:t>30</a:t>
            </a:fld>
            <a:endParaRPr lang="en-US" sz="1000">
              <a:solidFill>
                <a:srgbClr val="000000"/>
              </a:solidFill>
              <a:latin typeface="Arial"/>
            </a:endParaRPr>
          </a:p>
        </p:txBody>
      </p:sp>
    </p:spTree>
    <p:extLst>
      <p:ext uri="{BB962C8B-B14F-4D97-AF65-F5344CB8AC3E}">
        <p14:creationId xmlns:p14="http://schemas.microsoft.com/office/powerpoint/2010/main" val="41070002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8" grpId="0" animBg="1"/>
      <p:bldP spid="5129" grpId="0" animBg="1"/>
      <p:bldP spid="5123" grpId="0" animBg="1"/>
      <p:bldP spid="5130" grpId="0" animBg="1"/>
      <p:bldP spid="5131" grpId="0"/>
      <p:bldP spid="5128" grpId="0" animBg="1"/>
      <p:bldP spid="7" grpId="0" animBg="1"/>
      <p:bldP spid="11" grpId="0" animBg="1"/>
      <p:bldP spid="21" grpId="0" animBg="1"/>
      <p:bldP spid="22" grpId="0" animBg="1"/>
      <p:bldP spid="23" grpId="0" animBg="1"/>
      <p:bldP spid="24" grpId="0" animBg="1"/>
      <p:bldP spid="3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6EF282F7-8D19-25D8-5EAA-734063B360D8}"/>
              </a:ext>
            </a:extLst>
          </p:cNvPr>
          <p:cNvSpPr/>
          <p:nvPr/>
        </p:nvSpPr>
        <p:spPr>
          <a:xfrm>
            <a:off x="3318419" y="1208312"/>
            <a:ext cx="8506870" cy="4730789"/>
          </a:xfrm>
          <a:prstGeom prst="roundRect">
            <a:avLst/>
          </a:prstGeom>
          <a:solidFill>
            <a:schemeClr val="bg2">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Noto Sans"/>
              </a:rPr>
              <a:t>Improve Lung Function Vs ICS/LABA alone</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Noto Sans"/>
              </a:rPr>
              <a:t>Achieve clinically meaningful improvements in asthma control Vs  ICS/LABA alone</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Noto Sans"/>
              </a:rPr>
              <a:t>Reduce exacerbation Vs ICSLLABA alone</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Noto Sans"/>
              </a:rPr>
              <a:t>Best in class Molecules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Noto Sans"/>
              </a:rPr>
              <a:t>Delivered as one puff once daily in a super easy to use Ellipta device.</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Noto Sans"/>
              </a:rPr>
              <a:t>Approved in Asthma and COPD</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Noto Sans"/>
              </a:rPr>
              <a:t>Superior Lung Function Improvement (……) and provide Greater Moderate/Severe Exacerbation Reduction (</a:t>
            </a:r>
            <a:r>
              <a:rPr lang="en-GB" dirty="0">
                <a:solidFill>
                  <a:prstClr val="black"/>
                </a:solidFill>
                <a:latin typeface="Calibri" panose="020F0502020204030204"/>
                <a:cs typeface="Noto Sans"/>
              </a:rPr>
              <a:t>……</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Noto Sans"/>
              </a:rPr>
              <a:t>) Vs </a:t>
            </a:r>
            <a:r>
              <a:rPr kumimoji="0" lang="en-GB" sz="1800" b="0" i="0" u="none" strike="noStrike" kern="1200" cap="none" spc="0" normalizeH="0" baseline="0" noProof="0" dirty="0" err="1">
                <a:ln>
                  <a:noFill/>
                </a:ln>
                <a:solidFill>
                  <a:prstClr val="black"/>
                </a:solidFill>
                <a:effectLst/>
                <a:uLnTx/>
                <a:uFillTx/>
                <a:latin typeface="Calibri" panose="020F0502020204030204"/>
                <a:ea typeface="+mn-ea"/>
                <a:cs typeface="Noto Sans"/>
              </a:rPr>
              <a:t>Breztri</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Noto Sans"/>
              </a:rPr>
              <a:t> in COPD</a:t>
            </a:r>
          </a:p>
        </p:txBody>
      </p:sp>
      <p:pic>
        <p:nvPicPr>
          <p:cNvPr id="4" name="Picture 3">
            <a:extLst>
              <a:ext uri="{FF2B5EF4-FFF2-40B4-BE49-F238E27FC236}">
                <a16:creationId xmlns:a16="http://schemas.microsoft.com/office/drawing/2014/main" id="{9ACBF5C4-CF5A-D0B6-3281-0D269C80C724}"/>
              </a:ext>
            </a:extLst>
          </p:cNvPr>
          <p:cNvPicPr>
            <a:picLocks noChangeAspect="1"/>
          </p:cNvPicPr>
          <p:nvPr/>
        </p:nvPicPr>
        <p:blipFill>
          <a:blip r:embed="rId3" cstate="screen">
            <a:extLst>
              <a:ext uri="{28A0092B-C50C-407E-A947-70E740481C1C}">
                <a14:useLocalDpi xmlns:a14="http://schemas.microsoft.com/office/drawing/2010/main"/>
              </a:ext>
            </a:extLst>
          </a:blip>
          <a:srcRect l="9174" t="10307" r="11608" b="8870"/>
          <a:stretch/>
        </p:blipFill>
        <p:spPr>
          <a:xfrm>
            <a:off x="0" y="1391555"/>
            <a:ext cx="3159761" cy="4364301"/>
          </a:xfrm>
          <a:prstGeom prst="rect">
            <a:avLst/>
          </a:prstGeom>
        </p:spPr>
      </p:pic>
      <p:sp>
        <p:nvSpPr>
          <p:cNvPr id="5" name="TextBox 11">
            <a:extLst>
              <a:ext uri="{FF2B5EF4-FFF2-40B4-BE49-F238E27FC236}">
                <a16:creationId xmlns:a16="http://schemas.microsoft.com/office/drawing/2014/main" id="{C0E08C44-CA6E-E130-20EA-D907F157BEA9}"/>
              </a:ext>
            </a:extLst>
          </p:cNvPr>
          <p:cNvSpPr txBox="1"/>
          <p:nvPr/>
        </p:nvSpPr>
        <p:spPr>
          <a:xfrm>
            <a:off x="3024730" y="6473639"/>
            <a:ext cx="6562724"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PH" sz="900" b="0" i="0" u="none" strike="noStrike" kern="1200" cap="none" spc="0" normalizeH="0" baseline="0" noProof="0" dirty="0">
                <a:ln>
                  <a:noFill/>
                </a:ln>
                <a:solidFill>
                  <a:srgbClr val="000000"/>
                </a:solidFill>
                <a:effectLst/>
                <a:uLnTx/>
                <a:uFillTx/>
                <a:latin typeface="Arial"/>
                <a:ea typeface="+mn-ea"/>
              </a:rPr>
              <a:t>Disclaimer : </a:t>
            </a:r>
            <a:r>
              <a:rPr lang="en-PH" sz="900" dirty="0">
                <a:solidFill>
                  <a:srgbClr val="000000"/>
                </a:solidFill>
                <a:latin typeface="Arial"/>
              </a:rPr>
              <a:t>Must use</a:t>
            </a:r>
            <a:r>
              <a:rPr kumimoji="0" lang="en-PH" sz="900" b="0" i="0" u="none" strike="noStrike" kern="1200" cap="none" spc="0" normalizeH="0" baseline="0" noProof="0" dirty="0">
                <a:ln>
                  <a:noFill/>
                </a:ln>
                <a:solidFill>
                  <a:srgbClr val="000000"/>
                </a:solidFill>
                <a:effectLst/>
                <a:uLnTx/>
                <a:uFillTx/>
                <a:latin typeface="Arial"/>
                <a:ea typeface="+mn-ea"/>
              </a:rPr>
              <a:t> locally approve e-detailers</a:t>
            </a:r>
          </a:p>
        </p:txBody>
      </p:sp>
      <p:sp>
        <p:nvSpPr>
          <p:cNvPr id="8" name="Title 1">
            <a:extLst>
              <a:ext uri="{FF2B5EF4-FFF2-40B4-BE49-F238E27FC236}">
                <a16:creationId xmlns:a16="http://schemas.microsoft.com/office/drawing/2014/main" id="{D6B0880E-431F-16D6-3B94-5F5A8F235440}"/>
              </a:ext>
            </a:extLst>
          </p:cNvPr>
          <p:cNvSpPr>
            <a:spLocks noGrp="1"/>
          </p:cNvSpPr>
          <p:nvPr>
            <p:ph type="title"/>
          </p:nvPr>
        </p:nvSpPr>
        <p:spPr>
          <a:xfrm>
            <a:off x="365126" y="242888"/>
            <a:ext cx="11460163" cy="430887"/>
          </a:xfrm>
        </p:spPr>
        <p:txBody>
          <a:bodyPr/>
          <a:lstStyle/>
          <a:p>
            <a:r>
              <a:rPr lang="en-US" sz="3200" b="0" dirty="0">
                <a:solidFill>
                  <a:srgbClr val="F36633"/>
                </a:solidFill>
                <a:latin typeface="Arial"/>
              </a:rPr>
              <a:t>Key Messages</a:t>
            </a:r>
          </a:p>
        </p:txBody>
      </p:sp>
      <p:sp>
        <p:nvSpPr>
          <p:cNvPr id="9" name="Rectangle 8">
            <a:extLst>
              <a:ext uri="{FF2B5EF4-FFF2-40B4-BE49-F238E27FC236}">
                <a16:creationId xmlns:a16="http://schemas.microsoft.com/office/drawing/2014/main" id="{8E921FB8-ACBF-E6D3-6082-88A7744BA578}"/>
              </a:ext>
            </a:extLst>
          </p:cNvPr>
          <p:cNvSpPr/>
          <p:nvPr/>
        </p:nvSpPr>
        <p:spPr bwMode="auto">
          <a:xfrm>
            <a:off x="0" y="242888"/>
            <a:ext cx="330416" cy="506474"/>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dirty="0" err="1">
              <a:solidFill>
                <a:schemeClr val="tx1"/>
              </a:solidFill>
            </a:endParaRPr>
          </a:p>
        </p:txBody>
      </p:sp>
      <p:pic>
        <p:nvPicPr>
          <p:cNvPr id="2" name="Picture 6" descr="Discounted Trelegy Online - Insulin Outlet">
            <a:extLst>
              <a:ext uri="{FF2B5EF4-FFF2-40B4-BE49-F238E27FC236}">
                <a16:creationId xmlns:a16="http://schemas.microsoft.com/office/drawing/2014/main" id="{CFBAA6E0-1BCF-7B18-9B85-374553970D6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2877" b="17814"/>
          <a:stretch/>
        </p:blipFill>
        <p:spPr bwMode="auto">
          <a:xfrm>
            <a:off x="10426566" y="176830"/>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FAF823BC-DF8E-85E1-B3D7-CEFB5C40BB79}"/>
              </a:ext>
            </a:extLst>
          </p:cNvPr>
          <p:cNvSpPr>
            <a:spLocks noGrp="1"/>
          </p:cNvSpPr>
          <p:nvPr>
            <p:ph type="sldNum" sz="quarter" idx="11"/>
          </p:nvPr>
        </p:nvSpPr>
        <p:spPr/>
        <p:txBody>
          <a:bodyPr/>
          <a:lstStyle/>
          <a:p>
            <a:fld id="{9F9F533D-B52E-4A2F-BF72-0ADD2D94BD75}" type="slidenum">
              <a:rPr lang="en-GB" smtClean="0"/>
              <a:pPr/>
              <a:t>31</a:t>
            </a:fld>
            <a:endParaRPr lang="en-GB"/>
          </a:p>
        </p:txBody>
      </p:sp>
    </p:spTree>
    <p:extLst>
      <p:ext uri="{BB962C8B-B14F-4D97-AF65-F5344CB8AC3E}">
        <p14:creationId xmlns:p14="http://schemas.microsoft.com/office/powerpoint/2010/main" val="2408269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C86F8836-AF14-DAD3-DEFE-C74D6AFD2B2F}"/>
              </a:ext>
            </a:extLst>
          </p:cNvPr>
          <p:cNvPicPr>
            <a:picLocks noChangeAspect="1"/>
          </p:cNvPicPr>
          <p:nvPr/>
        </p:nvPicPr>
        <p:blipFill>
          <a:blip r:embed="rId7"/>
          <a:stretch>
            <a:fillRect/>
          </a:stretch>
        </p:blipFill>
        <p:spPr>
          <a:xfrm>
            <a:off x="0" y="1"/>
            <a:ext cx="12192000" cy="6857998"/>
          </a:xfrm>
          <a:prstGeom prst="rect">
            <a:avLst/>
          </a:prstGeom>
        </p:spPr>
      </p:pic>
      <p:pic>
        <p:nvPicPr>
          <p:cNvPr id="668" name="Picture 667">
            <a:extLst>
              <a:ext uri="{FF2B5EF4-FFF2-40B4-BE49-F238E27FC236}">
                <a16:creationId xmlns:a16="http://schemas.microsoft.com/office/drawing/2014/main" id="{54504038-B5D2-66DD-6CAA-3BA2FA45666B}"/>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800592" y="-241475"/>
            <a:ext cx="8102286" cy="6169687"/>
          </a:xfrm>
          <a:prstGeom prst="rect">
            <a:avLst/>
          </a:prstGeom>
          <a:effectLst>
            <a:outerShdw blurRad="50800" dist="38100" algn="l" rotWithShape="0">
              <a:prstClr val="black">
                <a:alpha val="40000"/>
              </a:prstClr>
            </a:outerShdw>
          </a:effectLst>
        </p:spPr>
      </p:pic>
      <p:graphicFrame>
        <p:nvGraphicFramePr>
          <p:cNvPr id="4" name="Object 3" hidden="1"/>
          <p:cNvGraphicFramePr>
            <a:graphicFrameLocks noChangeAspect="1"/>
          </p:cNvGraphicFramePr>
          <p:nvPr>
            <p:custDataLst>
              <p:tags r:id="rId1"/>
            </p:custDataLst>
          </p:nvPr>
        </p:nvGraphicFramePr>
        <p:xfrm>
          <a:off x="1525590" y="1590"/>
          <a:ext cx="1587"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4" name="Object 3" hidden="1"/>
                      <p:cNvPicPr/>
                      <p:nvPr/>
                    </p:nvPicPr>
                    <p:blipFill>
                      <a:blip r:embed="rId10"/>
                      <a:stretch>
                        <a:fillRect/>
                      </a:stretch>
                    </p:blipFill>
                    <p:spPr>
                      <a:xfrm>
                        <a:off x="1525590" y="1590"/>
                        <a:ext cx="1587" cy="1587"/>
                      </a:xfrm>
                      <a:prstGeom prst="rect">
                        <a:avLst/>
                      </a:prstGeom>
                    </p:spPr>
                  </p:pic>
                </p:oleObj>
              </mc:Fallback>
            </mc:AlternateContent>
          </a:graphicData>
        </a:graphic>
      </p:graphicFrame>
      <p:grpSp>
        <p:nvGrpSpPr>
          <p:cNvPr id="16" name="Group 15"/>
          <p:cNvGrpSpPr/>
          <p:nvPr/>
        </p:nvGrpSpPr>
        <p:grpSpPr>
          <a:xfrm>
            <a:off x="7618684" y="1564467"/>
            <a:ext cx="2519308" cy="550822"/>
            <a:chOff x="3203575" y="1708025"/>
            <a:chExt cx="3245900" cy="709684"/>
          </a:xfrm>
        </p:grpSpPr>
        <p:sp>
          <p:nvSpPr>
            <p:cNvPr id="2" name="Oval 1"/>
            <p:cNvSpPr/>
            <p:nvPr/>
          </p:nvSpPr>
          <p:spPr bwMode="auto">
            <a:xfrm>
              <a:off x="3203576" y="1708024"/>
              <a:ext cx="709684" cy="709684"/>
            </a:xfrm>
            <a:prstGeom prst="ellipse">
              <a:avLst/>
            </a:prstGeom>
            <a:solidFill>
              <a:schemeClr val="accent1">
                <a:alpha val="77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
                  <a:srgbClr val="FFFFFF"/>
                </a:buClr>
                <a:buSzTx/>
                <a:buFontTx/>
                <a:buNone/>
                <a:tabLst/>
                <a:defRPr/>
              </a:pPr>
              <a:r>
                <a:rPr kumimoji="0" lang="en-GB" sz="3400" b="0" i="0" u="none" strike="noStrike" kern="0" cap="none" spc="0" normalizeH="0" baseline="0" noProof="0">
                  <a:ln>
                    <a:noFill/>
                  </a:ln>
                  <a:solidFill>
                    <a:srgbClr val="FFFFFF"/>
                  </a:solidFill>
                  <a:effectLst/>
                  <a:uLnTx/>
                  <a:uFillTx/>
                  <a:latin typeface="Arial Narrow" panose="020B0606020202030204" pitchFamily="34" charset="0"/>
                  <a:ea typeface="+mn-ea"/>
                  <a:cs typeface="Noto Sans"/>
                </a:rPr>
                <a:t>A</a:t>
              </a:r>
            </a:p>
          </p:txBody>
        </p:sp>
        <p:sp>
          <p:nvSpPr>
            <p:cNvPr id="3" name="Rectangle 2"/>
            <p:cNvSpPr/>
            <p:nvPr/>
          </p:nvSpPr>
          <p:spPr>
            <a:xfrm>
              <a:off x="3828245" y="1737206"/>
              <a:ext cx="2621230" cy="6146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0" i="0" u="none" strike="noStrike" kern="0" cap="none" spc="0" normalizeH="0" baseline="0" noProof="0">
                  <a:ln>
                    <a:noFill/>
                  </a:ln>
                  <a:solidFill>
                    <a:srgbClr val="544F40"/>
                  </a:solidFill>
                  <a:effectLst/>
                  <a:uLnTx/>
                  <a:uFillTx/>
                  <a:latin typeface="Arial" charset="0"/>
                  <a:ea typeface="+mn-ea"/>
                  <a:cs typeface="Noto Sans"/>
                </a:rPr>
                <a:t>cknowledge</a:t>
              </a:r>
              <a:endParaRPr kumimoji="0" lang="en-GB" sz="2500" b="0" i="0" u="none" strike="noStrike" kern="0" cap="none" spc="0" normalizeH="0" baseline="0" noProof="0">
                <a:ln>
                  <a:noFill/>
                </a:ln>
                <a:solidFill>
                  <a:srgbClr val="544F40"/>
                </a:solidFill>
                <a:effectLst/>
                <a:uLnTx/>
                <a:uFillTx/>
                <a:latin typeface="Arial"/>
                <a:ea typeface="+mn-ea"/>
                <a:cs typeface="Noto Sans"/>
              </a:endParaRPr>
            </a:p>
          </p:txBody>
        </p:sp>
      </p:grpSp>
      <p:grpSp>
        <p:nvGrpSpPr>
          <p:cNvPr id="17" name="Group 16"/>
          <p:cNvGrpSpPr/>
          <p:nvPr/>
        </p:nvGrpSpPr>
        <p:grpSpPr>
          <a:xfrm>
            <a:off x="7618686" y="2282198"/>
            <a:ext cx="1310703" cy="550822"/>
            <a:chOff x="3203576" y="2509160"/>
            <a:chExt cx="1688721" cy="709684"/>
          </a:xfrm>
        </p:grpSpPr>
        <p:sp>
          <p:nvSpPr>
            <p:cNvPr id="6" name="Oval 5"/>
            <p:cNvSpPr/>
            <p:nvPr/>
          </p:nvSpPr>
          <p:spPr bwMode="auto">
            <a:xfrm>
              <a:off x="3203576" y="2509160"/>
              <a:ext cx="709684" cy="709684"/>
            </a:xfrm>
            <a:prstGeom prst="ellipse">
              <a:avLst/>
            </a:prstGeom>
            <a:solidFill>
              <a:schemeClr val="accent1">
                <a:lumMod val="60000"/>
                <a:lumOff val="40000"/>
                <a:alpha val="77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
                  <a:srgbClr val="FFFFFF"/>
                </a:buClr>
                <a:buSzTx/>
                <a:buFontTx/>
                <a:buNone/>
                <a:tabLst/>
                <a:defRPr/>
              </a:pPr>
              <a:r>
                <a:rPr kumimoji="0" lang="en-GB" sz="3400" b="0" i="0" u="none" strike="noStrike" kern="0" cap="none" spc="0" normalizeH="0" baseline="0" noProof="0">
                  <a:ln>
                    <a:noFill/>
                  </a:ln>
                  <a:solidFill>
                    <a:srgbClr val="FFFFFF"/>
                  </a:solidFill>
                  <a:effectLst/>
                  <a:uLnTx/>
                  <a:uFillTx/>
                  <a:latin typeface="Arial Narrow" panose="020B0606020202030204" pitchFamily="34" charset="0"/>
                  <a:ea typeface="+mn-ea"/>
                  <a:cs typeface="Noto Sans"/>
                </a:rPr>
                <a:t>P</a:t>
              </a:r>
            </a:p>
          </p:txBody>
        </p:sp>
        <p:sp>
          <p:nvSpPr>
            <p:cNvPr id="5" name="Rectangle 4"/>
            <p:cNvSpPr/>
            <p:nvPr/>
          </p:nvSpPr>
          <p:spPr>
            <a:xfrm>
              <a:off x="3828243" y="2546583"/>
              <a:ext cx="1064054" cy="61464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0" i="0" u="none" strike="noStrike" kern="0" cap="none" spc="0" normalizeH="0" baseline="0" noProof="0">
                  <a:ln>
                    <a:noFill/>
                  </a:ln>
                  <a:solidFill>
                    <a:srgbClr val="544F40"/>
                  </a:solidFill>
                  <a:effectLst/>
                  <a:uLnTx/>
                  <a:uFillTx/>
                  <a:latin typeface="Arial" charset="0"/>
                  <a:ea typeface="+mn-ea"/>
                  <a:cs typeface="Noto Sans"/>
                </a:rPr>
                <a:t>robe</a:t>
              </a:r>
              <a:endParaRPr kumimoji="0" lang="en-GB" sz="2500" b="0" i="0" u="none" strike="noStrike" kern="0" cap="none" spc="0" normalizeH="0" baseline="0" noProof="0">
                <a:ln>
                  <a:noFill/>
                </a:ln>
                <a:solidFill>
                  <a:srgbClr val="544F40"/>
                </a:solidFill>
                <a:effectLst/>
                <a:uLnTx/>
                <a:uFillTx/>
                <a:latin typeface="Arial" charset="0"/>
                <a:ea typeface="+mn-ea"/>
                <a:cs typeface="Noto Sans"/>
              </a:endParaRPr>
            </a:p>
          </p:txBody>
        </p:sp>
      </p:grpSp>
      <p:grpSp>
        <p:nvGrpSpPr>
          <p:cNvPr id="20" name="Group 19"/>
          <p:cNvGrpSpPr/>
          <p:nvPr/>
        </p:nvGrpSpPr>
        <p:grpSpPr>
          <a:xfrm>
            <a:off x="7618684" y="2999930"/>
            <a:ext cx="1523904" cy="550822"/>
            <a:chOff x="3203576" y="3310296"/>
            <a:chExt cx="1963412" cy="709684"/>
          </a:xfrm>
        </p:grpSpPr>
        <p:sp>
          <p:nvSpPr>
            <p:cNvPr id="7" name="Oval 6"/>
            <p:cNvSpPr/>
            <p:nvPr/>
          </p:nvSpPr>
          <p:spPr bwMode="auto">
            <a:xfrm>
              <a:off x="3203576" y="3310296"/>
              <a:ext cx="709684" cy="709684"/>
            </a:xfrm>
            <a:prstGeom prst="ellipse">
              <a:avLst/>
            </a:prstGeom>
            <a:solidFill>
              <a:schemeClr val="accent1">
                <a:lumMod val="75000"/>
                <a:alpha val="77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
                  <a:srgbClr val="FFFFFF"/>
                </a:buClr>
                <a:buSzTx/>
                <a:buFontTx/>
                <a:buNone/>
                <a:tabLst/>
                <a:defRPr/>
              </a:pPr>
              <a:r>
                <a:rPr kumimoji="0" lang="en-GB" sz="3400" b="0" i="0" u="none" strike="noStrike" kern="0" cap="none" spc="0" normalizeH="0" baseline="0" noProof="0">
                  <a:ln>
                    <a:noFill/>
                  </a:ln>
                  <a:solidFill>
                    <a:srgbClr val="FFFFFF"/>
                  </a:solidFill>
                  <a:effectLst/>
                  <a:uLnTx/>
                  <a:uFillTx/>
                  <a:latin typeface="Arial Narrow" panose="020B0606020202030204" pitchFamily="34" charset="0"/>
                  <a:ea typeface="+mn-ea"/>
                  <a:cs typeface="Noto Sans"/>
                </a:rPr>
                <a:t>A</a:t>
              </a:r>
            </a:p>
          </p:txBody>
        </p:sp>
        <p:sp>
          <p:nvSpPr>
            <p:cNvPr id="11" name="Rectangle 10"/>
            <p:cNvSpPr/>
            <p:nvPr/>
          </p:nvSpPr>
          <p:spPr>
            <a:xfrm>
              <a:off x="3828245" y="3320447"/>
              <a:ext cx="1338743" cy="61464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0" i="0" u="none" strike="noStrike" kern="0" cap="none" spc="0" normalizeH="0" baseline="0" noProof="0">
                  <a:ln>
                    <a:noFill/>
                  </a:ln>
                  <a:solidFill>
                    <a:srgbClr val="544F40"/>
                  </a:solidFill>
                  <a:effectLst/>
                  <a:uLnTx/>
                  <a:uFillTx/>
                  <a:latin typeface="Arial" charset="0"/>
                  <a:ea typeface="+mn-ea"/>
                  <a:cs typeface="Noto Sans"/>
                </a:rPr>
                <a:t>nswer</a:t>
              </a:r>
              <a:endParaRPr kumimoji="0" lang="en-GB" sz="2500" b="0" i="0" u="none" strike="noStrike" kern="0" cap="none" spc="0" normalizeH="0" baseline="0" noProof="0">
                <a:ln>
                  <a:noFill/>
                </a:ln>
                <a:solidFill>
                  <a:srgbClr val="544F40"/>
                </a:solidFill>
                <a:effectLst/>
                <a:uLnTx/>
                <a:uFillTx/>
                <a:latin typeface="Arial" charset="0"/>
                <a:ea typeface="+mn-ea"/>
                <a:cs typeface="Noto Sans"/>
              </a:endParaRPr>
            </a:p>
          </p:txBody>
        </p:sp>
      </p:grpSp>
      <p:grpSp>
        <p:nvGrpSpPr>
          <p:cNvPr id="22" name="Group 21"/>
          <p:cNvGrpSpPr/>
          <p:nvPr/>
        </p:nvGrpSpPr>
        <p:grpSpPr>
          <a:xfrm>
            <a:off x="7618686" y="3717662"/>
            <a:ext cx="1560771" cy="550822"/>
            <a:chOff x="3203576" y="4111432"/>
            <a:chExt cx="2010913" cy="709684"/>
          </a:xfrm>
        </p:grpSpPr>
        <p:sp>
          <p:nvSpPr>
            <p:cNvPr id="8" name="Oval 7"/>
            <p:cNvSpPr/>
            <p:nvPr/>
          </p:nvSpPr>
          <p:spPr bwMode="auto">
            <a:xfrm>
              <a:off x="3203576" y="4111432"/>
              <a:ext cx="709684" cy="709684"/>
            </a:xfrm>
            <a:prstGeom prst="ellipse">
              <a:avLst/>
            </a:prstGeom>
            <a:solidFill>
              <a:srgbClr val="8B3C7B">
                <a:alpha val="77000"/>
              </a:srgb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
                  <a:srgbClr val="FFFFFF"/>
                </a:buClr>
                <a:buSzTx/>
                <a:buFontTx/>
                <a:buNone/>
                <a:tabLst/>
                <a:defRPr/>
              </a:pPr>
              <a:r>
                <a:rPr kumimoji="0" lang="en-GB" sz="3400" b="0" i="0" u="none" strike="noStrike" kern="0" cap="none" spc="0" normalizeH="0" baseline="0" noProof="0">
                  <a:ln>
                    <a:noFill/>
                  </a:ln>
                  <a:solidFill>
                    <a:srgbClr val="FFFFFF"/>
                  </a:solidFill>
                  <a:effectLst/>
                  <a:uLnTx/>
                  <a:uFillTx/>
                  <a:latin typeface="Arial Narrow" panose="020B0606020202030204" pitchFamily="34" charset="0"/>
                  <a:ea typeface="+mn-ea"/>
                  <a:cs typeface="Noto Sans"/>
                </a:rPr>
                <a:t>C</a:t>
              </a:r>
            </a:p>
          </p:txBody>
        </p:sp>
        <p:sp>
          <p:nvSpPr>
            <p:cNvPr id="13" name="Rectangle 12"/>
            <p:cNvSpPr/>
            <p:nvPr/>
          </p:nvSpPr>
          <p:spPr>
            <a:xfrm>
              <a:off x="3828243" y="4156458"/>
              <a:ext cx="1386246" cy="61464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0" i="0" u="none" strike="noStrike" kern="0" cap="none" spc="0" normalizeH="0" baseline="0" noProof="0">
                  <a:ln>
                    <a:noFill/>
                  </a:ln>
                  <a:solidFill>
                    <a:srgbClr val="544F40"/>
                  </a:solidFill>
                  <a:effectLst/>
                  <a:uLnTx/>
                  <a:uFillTx/>
                  <a:latin typeface="Arial" charset="0"/>
                  <a:ea typeface="+mn-ea"/>
                  <a:cs typeface="Noto Sans"/>
                </a:rPr>
                <a:t>onfirm</a:t>
              </a:r>
              <a:endParaRPr kumimoji="0" lang="en-GB" sz="2500" b="0" i="0" u="none" strike="noStrike" kern="0" cap="none" spc="0" normalizeH="0" baseline="0" noProof="0">
                <a:ln>
                  <a:noFill/>
                </a:ln>
                <a:solidFill>
                  <a:srgbClr val="544F40"/>
                </a:solidFill>
                <a:effectLst/>
                <a:uLnTx/>
                <a:uFillTx/>
                <a:latin typeface="Arial" charset="0"/>
                <a:ea typeface="+mn-ea"/>
                <a:cs typeface="Noto Sans"/>
              </a:endParaRPr>
            </a:p>
          </p:txBody>
        </p:sp>
      </p:grpSp>
      <p:grpSp>
        <p:nvGrpSpPr>
          <p:cNvPr id="23" name="Group 22"/>
          <p:cNvGrpSpPr/>
          <p:nvPr/>
        </p:nvGrpSpPr>
        <p:grpSpPr>
          <a:xfrm>
            <a:off x="7618684" y="4435393"/>
            <a:ext cx="1879770" cy="550822"/>
            <a:chOff x="3203576" y="4912568"/>
            <a:chExt cx="2421913" cy="709684"/>
          </a:xfrm>
        </p:grpSpPr>
        <p:sp>
          <p:nvSpPr>
            <p:cNvPr id="10" name="Oval 9"/>
            <p:cNvSpPr/>
            <p:nvPr/>
          </p:nvSpPr>
          <p:spPr bwMode="auto">
            <a:xfrm>
              <a:off x="3203576" y="4912568"/>
              <a:ext cx="709684" cy="709684"/>
            </a:xfrm>
            <a:prstGeom prst="ellipse">
              <a:avLst/>
            </a:prstGeom>
            <a:solidFill>
              <a:schemeClr val="accent1">
                <a:lumMod val="50000"/>
                <a:alpha val="77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
                  <a:srgbClr val="FFFFFF"/>
                </a:buClr>
                <a:buSzTx/>
                <a:buFontTx/>
                <a:buNone/>
                <a:tabLst/>
                <a:defRPr/>
              </a:pPr>
              <a:r>
                <a:rPr kumimoji="0" lang="en-GB" sz="3400" b="0" i="0" u="none" strike="noStrike" kern="0" cap="none" spc="0" normalizeH="0" baseline="0" noProof="0">
                  <a:ln>
                    <a:noFill/>
                  </a:ln>
                  <a:solidFill>
                    <a:srgbClr val="FFFFFF"/>
                  </a:solidFill>
                  <a:effectLst/>
                  <a:uLnTx/>
                  <a:uFillTx/>
                  <a:latin typeface="Arial Narrow" panose="020B0606020202030204" pitchFamily="34" charset="0"/>
                  <a:ea typeface="+mn-ea"/>
                  <a:cs typeface="Noto Sans"/>
                </a:rPr>
                <a:t>T</a:t>
              </a:r>
            </a:p>
          </p:txBody>
        </p:sp>
        <p:sp>
          <p:nvSpPr>
            <p:cNvPr id="14" name="Rectangle 13"/>
            <p:cNvSpPr/>
            <p:nvPr/>
          </p:nvSpPr>
          <p:spPr>
            <a:xfrm>
              <a:off x="3828244" y="4956958"/>
              <a:ext cx="1797245" cy="61464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0" i="0" u="none" strike="noStrike" kern="0" cap="none" spc="0" normalizeH="0" baseline="0" noProof="0">
                  <a:ln>
                    <a:noFill/>
                  </a:ln>
                  <a:solidFill>
                    <a:srgbClr val="544F40"/>
                  </a:solidFill>
                  <a:effectLst/>
                  <a:uLnTx/>
                  <a:uFillTx/>
                  <a:latin typeface="Arial" charset="0"/>
                  <a:ea typeface="+mn-ea"/>
                  <a:cs typeface="Noto Sans"/>
                </a:rPr>
                <a:t>ransition</a:t>
              </a:r>
              <a:endParaRPr kumimoji="0" lang="en-GB" sz="2500" b="0" i="0" u="none" strike="noStrike" kern="0" cap="none" spc="0" normalizeH="0" baseline="0" noProof="0">
                <a:ln>
                  <a:noFill/>
                </a:ln>
                <a:solidFill>
                  <a:srgbClr val="544F40"/>
                </a:solidFill>
                <a:effectLst/>
                <a:uLnTx/>
                <a:uFillTx/>
                <a:latin typeface="Arial" charset="0"/>
                <a:ea typeface="+mn-ea"/>
                <a:cs typeface="Noto Sans"/>
              </a:endParaRPr>
            </a:p>
          </p:txBody>
        </p:sp>
      </p:grpSp>
      <p:pic>
        <p:nvPicPr>
          <p:cNvPr id="9" name="7">
            <a:hlinkClick r:id="" action="ppaction://media"/>
          </p:cNvPr>
          <p:cNvPicPr>
            <a:picLocks noChangeAspect="1"/>
          </p:cNvPicPr>
          <p:nvPr>
            <a:audioFile r:link="rId3"/>
            <p:custDataLst>
              <p:tags r:id="rId4"/>
            </p:custDataLst>
            <p:extLst>
              <p:ext uri="{DAA4B4D4-6D71-4841-9C94-3DE7FCFB9230}">
                <p14:media xmlns:p14="http://schemas.microsoft.com/office/powerpoint/2010/main" r:embed="rId2"/>
              </p:ext>
            </p:extLst>
          </p:nvPr>
        </p:nvPicPr>
        <p:blipFill>
          <a:blip r:embed="rId11">
            <a:lum bright="70000" contrast="-70000"/>
          </a:blip>
          <a:stretch>
            <a:fillRect/>
          </a:stretch>
        </p:blipFill>
        <p:spPr>
          <a:xfrm>
            <a:off x="223170" y="6934004"/>
            <a:ext cx="609600" cy="609600"/>
          </a:xfrm>
          <a:prstGeom prst="rect">
            <a:avLst/>
          </a:prstGeom>
        </p:spPr>
      </p:pic>
      <p:sp>
        <p:nvSpPr>
          <p:cNvPr id="54" name="Rectangle 53"/>
          <p:cNvSpPr/>
          <p:nvPr/>
        </p:nvSpPr>
        <p:spPr>
          <a:xfrm>
            <a:off x="3696395" y="4888776"/>
            <a:ext cx="18473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ysClr val="windowText" lastClr="000000"/>
              </a:solidFill>
              <a:effectLst/>
              <a:uLnTx/>
              <a:uFillTx/>
              <a:latin typeface="Arial"/>
              <a:ea typeface="+mn-ea"/>
              <a:cs typeface="Noto Sans"/>
            </a:endParaRPr>
          </a:p>
        </p:txBody>
      </p:sp>
      <p:sp>
        <p:nvSpPr>
          <p:cNvPr id="34" name="Title 1"/>
          <p:cNvSpPr txBox="1">
            <a:spLocks/>
          </p:cNvSpPr>
          <p:nvPr/>
        </p:nvSpPr>
        <p:spPr>
          <a:xfrm>
            <a:off x="2052246" y="1605303"/>
            <a:ext cx="3399648" cy="2585323"/>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2200" b="1" kern="1200">
                <a:solidFill>
                  <a:schemeClr val="accent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3200" b="0" i="0" u="none" strike="noStrike" kern="1200" cap="none" spc="0" normalizeH="0" baseline="0" noProof="0" dirty="0">
                <a:ln>
                  <a:noFill/>
                </a:ln>
                <a:solidFill>
                  <a:srgbClr val="FFFFFF"/>
                </a:solidFill>
                <a:effectLst/>
                <a:uLnTx/>
                <a:uFillTx/>
                <a:latin typeface="Arial"/>
                <a:ea typeface="+mj-ea"/>
                <a:cs typeface="Noto Sans"/>
              </a:rPr>
              <a:t>Remember </a:t>
            </a:r>
            <a:br>
              <a:rPr kumimoji="0" lang="en-GB" sz="3200" b="0" i="0" u="none" strike="noStrike" kern="1200" cap="none" spc="0" normalizeH="0" baseline="0" noProof="0" dirty="0">
                <a:ln>
                  <a:noFill/>
                </a:ln>
                <a:solidFill>
                  <a:srgbClr val="FFFFFF"/>
                </a:solidFill>
                <a:effectLst/>
                <a:uLnTx/>
                <a:uFillTx/>
                <a:latin typeface="Arial"/>
                <a:ea typeface="+mj-ea"/>
                <a:cs typeface="Noto Sans"/>
              </a:rPr>
            </a:br>
            <a:r>
              <a:rPr kumimoji="0" lang="en-GB" sz="3200" b="0" i="0" u="none" strike="noStrike" kern="1200" cap="none" spc="0" normalizeH="0" baseline="0" noProof="0" dirty="0">
                <a:ln>
                  <a:noFill/>
                </a:ln>
                <a:solidFill>
                  <a:srgbClr val="FFFFFF"/>
                </a:solidFill>
                <a:effectLst/>
                <a:uLnTx/>
                <a:uFillTx/>
                <a:latin typeface="Arial"/>
                <a:ea typeface="+mj-ea"/>
                <a:cs typeface="Noto Sans"/>
              </a:rPr>
              <a:t>to address objections through</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7200" b="0" i="0" u="none" strike="noStrike" kern="1200" cap="none" spc="0" normalizeH="0" baseline="0" noProof="0" dirty="0">
                <a:ln>
                  <a:noFill/>
                </a:ln>
                <a:solidFill>
                  <a:srgbClr val="FFFFFF"/>
                </a:solidFill>
                <a:effectLst/>
                <a:uLnTx/>
                <a:uFillTx/>
                <a:latin typeface="Arial"/>
                <a:ea typeface="+mj-ea"/>
                <a:cs typeface="Noto Sans"/>
              </a:rPr>
              <a:t>APACT</a:t>
            </a:r>
          </a:p>
        </p:txBody>
      </p:sp>
      <p:cxnSp>
        <p:nvCxnSpPr>
          <p:cNvPr id="24" name="Straight Connector 23"/>
          <p:cNvCxnSpPr>
            <a:cxnSpLocks/>
          </p:cNvCxnSpPr>
          <p:nvPr/>
        </p:nvCxnSpPr>
        <p:spPr>
          <a:xfrm>
            <a:off x="89210" y="5951303"/>
            <a:ext cx="12102790" cy="0"/>
          </a:xfrm>
          <a:prstGeom prst="line">
            <a:avLst/>
          </a:prstGeom>
          <a:ln w="2857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cxnSpLocks/>
          </p:cNvCxnSpPr>
          <p:nvPr/>
        </p:nvCxnSpPr>
        <p:spPr>
          <a:xfrm>
            <a:off x="2035706" y="4254073"/>
            <a:ext cx="2484574" cy="0"/>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1A6AC51E-D0BE-2E66-465A-2558D4BF7CBF}"/>
              </a:ext>
            </a:extLst>
          </p:cNvPr>
          <p:cNvPicPr>
            <a:picLocks noChangeAspect="1"/>
          </p:cNvPicPr>
          <p:nvPr/>
        </p:nvPicPr>
        <p:blipFill>
          <a:blip r:embed="rId12" cstate="print">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76239" y="6354213"/>
            <a:ext cx="820737" cy="247406"/>
          </a:xfrm>
          <a:prstGeom prst="rect">
            <a:avLst/>
          </a:prstGeom>
        </p:spPr>
      </p:pic>
      <p:pic>
        <p:nvPicPr>
          <p:cNvPr id="28" name="Picture 6" descr="Discounted Trelegy Online - Insulin Outlet">
            <a:extLst>
              <a:ext uri="{FF2B5EF4-FFF2-40B4-BE49-F238E27FC236}">
                <a16:creationId xmlns:a16="http://schemas.microsoft.com/office/drawing/2014/main" id="{CACCBE04-CEC8-1E85-9263-E188F147A2D1}"/>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t="32877" b="17814"/>
          <a:stretch/>
        </p:blipFill>
        <p:spPr bwMode="auto">
          <a:xfrm>
            <a:off x="10426566" y="176830"/>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11">
            <a:extLst>
              <a:ext uri="{FF2B5EF4-FFF2-40B4-BE49-F238E27FC236}">
                <a16:creationId xmlns:a16="http://schemas.microsoft.com/office/drawing/2014/main" id="{30666069-82FF-B590-C14B-95069879BBD1}"/>
              </a:ext>
            </a:extLst>
          </p:cNvPr>
          <p:cNvSpPr>
            <a:spLocks noGrp="1"/>
          </p:cNvSpPr>
          <p:nvPr>
            <p:ph type="sldNum" sz="quarter" idx="21"/>
          </p:nvPr>
        </p:nvSpPr>
        <p:spPr>
          <a:xfrm>
            <a:off x="11275761" y="6303086"/>
            <a:ext cx="540000" cy="269875"/>
          </a:xfrm>
        </p:spPr>
        <p:txBody>
          <a:bodyPr/>
          <a:lstStyle/>
          <a:p>
            <a:fld id="{9F9F533D-B52E-4A2F-BF72-0ADD2D94BD75}" type="slidenum">
              <a:rPr lang="en-GB" smtClean="0"/>
              <a:pPr/>
              <a:t>32</a:t>
            </a:fld>
            <a:endParaRPr lang="en-GB" dirty="0"/>
          </a:p>
        </p:txBody>
      </p:sp>
    </p:spTree>
    <p:extLst>
      <p:ext uri="{BB962C8B-B14F-4D97-AF65-F5344CB8AC3E}">
        <p14:creationId xmlns:p14="http://schemas.microsoft.com/office/powerpoint/2010/main" val="980862684"/>
      </p:ext>
    </p:extLst>
  </p:cSld>
  <p:clrMapOvr>
    <a:masterClrMapping/>
  </p:clrMapOvr>
  <p:transition spd="slow" advClick="0" advTm="12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6500"/>
                                  </p:stCondLst>
                                  <p:childTnLst>
                                    <p:set>
                                      <p:cBhvr>
                                        <p:cTn id="6" dur="1" fill="hold">
                                          <p:stCondLst>
                                            <p:cond delay="999"/>
                                          </p:stCondLst>
                                        </p:cTn>
                                        <p:tgtEl>
                                          <p:spTgt spid="16"/>
                                        </p:tgtEl>
                                        <p:attrNameLst>
                                          <p:attrName>style.visibility</p:attrName>
                                        </p:attrNameLst>
                                      </p:cBhvr>
                                      <p:to>
                                        <p:strVal val="visible"/>
                                      </p:to>
                                    </p:set>
                                  </p:childTnLst>
                                </p:cTn>
                              </p:par>
                              <p:par>
                                <p:cTn id="7" presetID="1" presetClass="entr" presetSubtype="0" fill="hold" nodeType="withEffect">
                                  <p:stCondLst>
                                    <p:cond delay="7500"/>
                                  </p:stCondLst>
                                  <p:childTnLst>
                                    <p:set>
                                      <p:cBhvr>
                                        <p:cTn id="8" dur="1" fill="hold">
                                          <p:stCondLst>
                                            <p:cond delay="999"/>
                                          </p:stCondLst>
                                        </p:cTn>
                                        <p:tgtEl>
                                          <p:spTgt spid="17"/>
                                        </p:tgtEl>
                                        <p:attrNameLst>
                                          <p:attrName>style.visibility</p:attrName>
                                        </p:attrNameLst>
                                      </p:cBhvr>
                                      <p:to>
                                        <p:strVal val="visible"/>
                                      </p:to>
                                    </p:set>
                                  </p:childTnLst>
                                </p:cTn>
                              </p:par>
                              <p:par>
                                <p:cTn id="9" presetID="1" presetClass="entr" presetSubtype="0" fill="hold" nodeType="withEffect">
                                  <p:stCondLst>
                                    <p:cond delay="8500"/>
                                  </p:stCondLst>
                                  <p:childTnLst>
                                    <p:set>
                                      <p:cBhvr>
                                        <p:cTn id="10" dur="1" fill="hold">
                                          <p:stCondLst>
                                            <p:cond delay="999"/>
                                          </p:stCondLst>
                                        </p:cTn>
                                        <p:tgtEl>
                                          <p:spTgt spid="20"/>
                                        </p:tgtEl>
                                        <p:attrNameLst>
                                          <p:attrName>style.visibility</p:attrName>
                                        </p:attrNameLst>
                                      </p:cBhvr>
                                      <p:to>
                                        <p:strVal val="visible"/>
                                      </p:to>
                                    </p:set>
                                  </p:childTnLst>
                                </p:cTn>
                              </p:par>
                              <p:par>
                                <p:cTn id="11" presetID="1" presetClass="entr" presetSubtype="0" fill="hold" nodeType="withEffect">
                                  <p:stCondLst>
                                    <p:cond delay="9500"/>
                                  </p:stCondLst>
                                  <p:childTnLst>
                                    <p:set>
                                      <p:cBhvr>
                                        <p:cTn id="12" dur="1" fill="hold">
                                          <p:stCondLst>
                                            <p:cond delay="999"/>
                                          </p:stCondLst>
                                        </p:cTn>
                                        <p:tgtEl>
                                          <p:spTgt spid="22"/>
                                        </p:tgtEl>
                                        <p:attrNameLst>
                                          <p:attrName>style.visibility</p:attrName>
                                        </p:attrNameLst>
                                      </p:cBhvr>
                                      <p:to>
                                        <p:strVal val="visible"/>
                                      </p:to>
                                    </p:set>
                                  </p:childTnLst>
                                </p:cTn>
                              </p:par>
                              <p:par>
                                <p:cTn id="13" presetID="1" presetClass="entr" presetSubtype="0" fill="hold" nodeType="withEffect">
                                  <p:stCondLst>
                                    <p:cond delay="11000"/>
                                  </p:stCondLst>
                                  <p:childTnLst>
                                    <p:set>
                                      <p:cBhvr>
                                        <p:cTn id="14" dur="1" fill="hold">
                                          <p:stCondLst>
                                            <p:cond delay="999"/>
                                          </p:stCondLst>
                                        </p:cTn>
                                        <p:tgtEl>
                                          <p:spTgt spid="23"/>
                                        </p:tgtEl>
                                        <p:attrNameLst>
                                          <p:attrName>style.visibility</p:attrName>
                                        </p:attrNameLst>
                                      </p:cBhvr>
                                      <p:to>
                                        <p:strVal val="visible"/>
                                      </p:to>
                                    </p:set>
                                  </p:childTnLst>
                                </p:cTn>
                              </p:par>
                            </p:childTnLst>
                          </p:cTn>
                        </p:par>
                        <p:par>
                          <p:cTn id="15" fill="hold">
                            <p:stCondLst>
                              <p:cond delay="12000"/>
                            </p:stCondLst>
                            <p:childTnLst>
                              <p:par>
                                <p:cTn id="16" presetID="22" presetClass="entr" presetSubtype="8" fill="hold" nodeType="afterEffect">
                                  <p:stCondLst>
                                    <p:cond delay="750"/>
                                  </p:stCondLst>
                                  <p:childTnLst>
                                    <p:set>
                                      <p:cBhvr>
                                        <p:cTn id="17" dur="1" fill="hold">
                                          <p:stCondLst>
                                            <p:cond delay="0"/>
                                          </p:stCondLst>
                                        </p:cTn>
                                        <p:tgtEl>
                                          <p:spTgt spid="24"/>
                                        </p:tgtEl>
                                        <p:attrNameLst>
                                          <p:attrName>style.visibility</p:attrName>
                                        </p:attrNameLst>
                                      </p:cBhvr>
                                      <p:to>
                                        <p:strVal val="visible"/>
                                      </p:to>
                                    </p:set>
                                    <p:animEffect transition="in" filter="wipe(left)">
                                      <p:cBhvr>
                                        <p:cTn id="18" dur="1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p:cTn id="19" fill="hold" display="0">
                  <p:stCondLst>
                    <p:cond delay="indefinite"/>
                  </p:stCondLst>
                  <p:endCondLst>
                    <p:cond evt="onStopAudio" delay="0">
                      <p:tgtEl>
                        <p:sldTgt/>
                      </p:tgtEl>
                    </p:cond>
                  </p:endCondLst>
                </p:cTn>
                <p:tgtEl>
                  <p:spTgt spid="9"/>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FF8C5B-B324-2157-74BA-080EBDEA3694}"/>
              </a:ext>
            </a:extLst>
          </p:cNvPr>
          <p:cNvSpPr/>
          <p:nvPr/>
        </p:nvSpPr>
        <p:spPr bwMode="auto">
          <a:xfrm>
            <a:off x="1518251" y="5758967"/>
            <a:ext cx="9149856" cy="594216"/>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4375" tIns="84375" rIns="84375" bIns="84375" numCol="1" spcCol="0" rtlCol="0" fromWordArt="0" anchor="t" anchorCtr="0" forceAA="0" compatLnSpc="1">
            <a:prstTxWarp prst="textNoShape">
              <a:avLst/>
            </a:prstTxWarp>
            <a:noAutofit/>
          </a:bodyPr>
          <a:lstStyle/>
          <a:p>
            <a:pPr marL="133960" marR="0" lvl="0" indent="-133960" algn="l" defTabSz="1219170" rtl="0" eaLnBrk="0" fontAlgn="auto" latinLnBrk="0" hangingPunct="0">
              <a:lnSpc>
                <a:spcPct val="100000"/>
              </a:lnSpc>
              <a:spcBef>
                <a:spcPts val="141"/>
              </a:spcBef>
              <a:spcAft>
                <a:spcPts val="141"/>
              </a:spcAft>
              <a:buClr>
                <a:srgbClr val="F36633"/>
              </a:buClr>
              <a:buSzPct val="110000"/>
              <a:buFont typeface="Arial" panose="020B0604020202020204" pitchFamily="34" charset="0"/>
              <a:buChar char="•"/>
              <a:tabLst/>
              <a:defRPr/>
            </a:pPr>
            <a:endParaRPr kumimoji="0" lang="en-GB" sz="750" b="0" i="0" u="none" strike="noStrike" kern="0" cap="none" spc="0" normalizeH="0" baseline="0" noProof="0" err="1">
              <a:ln>
                <a:noFill/>
              </a:ln>
              <a:solidFill>
                <a:srgbClr val="000000"/>
              </a:solidFill>
              <a:effectLst/>
              <a:uLnTx/>
              <a:uFillTx/>
              <a:latin typeface="GSK Precision Light"/>
              <a:ea typeface="+mn-ea"/>
              <a:cs typeface="Arial"/>
            </a:endParaRPr>
          </a:p>
        </p:txBody>
      </p:sp>
      <p:sp>
        <p:nvSpPr>
          <p:cNvPr id="12" name="Rectangle 2">
            <a:extLst>
              <a:ext uri="{FF2B5EF4-FFF2-40B4-BE49-F238E27FC236}">
                <a16:creationId xmlns:a16="http://schemas.microsoft.com/office/drawing/2014/main" id="{3CB1FA17-9287-D3D4-088D-C222D030D554}"/>
              </a:ext>
            </a:extLst>
          </p:cNvPr>
          <p:cNvSpPr txBox="1">
            <a:spLocks noChangeArrowheads="1"/>
          </p:cNvSpPr>
          <p:nvPr/>
        </p:nvSpPr>
        <p:spPr>
          <a:xfrm>
            <a:off x="399943" y="183029"/>
            <a:ext cx="3337670" cy="288089"/>
          </a:xfrm>
          <a:prstGeom prst="rect">
            <a:avLst/>
          </a:prstGeom>
        </p:spPr>
        <p:txBody>
          <a:bodyPr vert="horz" lIns="0" tIns="0" rIns="0" bIns="0" rtlCol="0" anchor="t"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lang="en-US" sz="2800" kern="1200" spc="-80">
                <a:solidFill>
                  <a:schemeClr val="accent3"/>
                </a:solidFill>
                <a:latin typeface="+mj-lt"/>
                <a:ea typeface="+mn-ea"/>
                <a:cs typeface="+mn-cs"/>
              </a:defRPr>
            </a:lvl1pPr>
          </a:lstStyle>
          <a:p>
            <a:pPr marL="0" marR="0" lvl="0" indent="0" algn="l" defTabSz="685873" rtl="0" eaLnBrk="1" fontAlgn="auto" latinLnBrk="0" hangingPunct="1">
              <a:lnSpc>
                <a:spcPct val="90000"/>
              </a:lnSpc>
              <a:spcBef>
                <a:spcPct val="0"/>
              </a:spcBef>
              <a:spcAft>
                <a:spcPts val="0"/>
              </a:spcAft>
              <a:buClrTx/>
              <a:buSzTx/>
              <a:buFontTx/>
              <a:buNone/>
              <a:tabLst/>
              <a:defRPr/>
            </a:pPr>
            <a:r>
              <a:rPr kumimoji="0" lang="en-GB" sz="2250" b="1" i="0" u="none" strike="noStrike" kern="1200" cap="all" spc="0" normalizeH="0" baseline="0" noProof="0">
                <a:ln>
                  <a:noFill/>
                </a:ln>
                <a:solidFill>
                  <a:srgbClr val="0C2B6B"/>
                </a:solidFill>
                <a:effectLst/>
                <a:uLnTx/>
                <a:uFillTx/>
                <a:latin typeface="GSK Precision" pitchFamily="2" charset="0"/>
                <a:ea typeface="+mn-ea"/>
                <a:cs typeface="Biome" panose="020B0503030204020804" pitchFamily="34" charset="0"/>
              </a:rPr>
              <a:t>TRELEGY OBJECTIONS</a:t>
            </a:r>
          </a:p>
        </p:txBody>
      </p:sp>
      <p:sp>
        <p:nvSpPr>
          <p:cNvPr id="9" name="Freeform: Shape 13">
            <a:extLst>
              <a:ext uri="{FF2B5EF4-FFF2-40B4-BE49-F238E27FC236}">
                <a16:creationId xmlns:a16="http://schemas.microsoft.com/office/drawing/2014/main" id="{E8871A27-413C-2EAF-41F2-B45ACD5AA234}"/>
              </a:ext>
            </a:extLst>
          </p:cNvPr>
          <p:cNvSpPr/>
          <p:nvPr/>
        </p:nvSpPr>
        <p:spPr>
          <a:xfrm rot="10800000" flipH="1">
            <a:off x="-5748" y="0"/>
            <a:ext cx="304608" cy="64533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rgbClr val="0C2B6B"/>
          </a:solidFill>
          <a:ln w="25400" cap="flat" cmpd="sng" algn="ctr">
            <a:noFill/>
            <a:prstDash val="solid"/>
          </a:ln>
          <a:effectLst/>
        </p:spPr>
        <p:txBody>
          <a:bodyPr wrap="square" rtlCol="0" anchor="ctr">
            <a:noAutofit/>
          </a:bodyPr>
          <a:lstStyle/>
          <a:p>
            <a:pPr marL="0" marR="0" lvl="0" indent="0" algn="ctr" defTabSz="428671" rtl="0" eaLnBrk="1" fontAlgn="auto" latinLnBrk="0" hangingPunct="1">
              <a:lnSpc>
                <a:spcPct val="100000"/>
              </a:lnSpc>
              <a:spcBef>
                <a:spcPts val="0"/>
              </a:spcBef>
              <a:spcAft>
                <a:spcPts val="0"/>
              </a:spcAft>
              <a:buClrTx/>
              <a:buSzTx/>
              <a:buFontTx/>
              <a:buNone/>
              <a:tabLst/>
              <a:defRPr/>
            </a:pPr>
            <a:endParaRPr kumimoji="0" lang="en-GB" sz="844" b="0" i="0" u="none" strike="noStrike" kern="0" cap="none" spc="0" normalizeH="0" baseline="0" noProof="0">
              <a:ln>
                <a:noFill/>
              </a:ln>
              <a:solidFill>
                <a:srgbClr val="0C2B6B"/>
              </a:solidFill>
              <a:effectLst/>
              <a:uLnTx/>
              <a:uFillTx/>
              <a:latin typeface="Arial"/>
              <a:ea typeface="+mn-ea"/>
              <a:cs typeface="Noto Sans"/>
            </a:endParaRPr>
          </a:p>
        </p:txBody>
      </p:sp>
      <p:sp>
        <p:nvSpPr>
          <p:cNvPr id="124" name="Rectangle 123">
            <a:extLst>
              <a:ext uri="{FF2B5EF4-FFF2-40B4-BE49-F238E27FC236}">
                <a16:creationId xmlns:a16="http://schemas.microsoft.com/office/drawing/2014/main" id="{3AF187A0-0491-6479-6598-675F16DA080F}"/>
              </a:ext>
            </a:extLst>
          </p:cNvPr>
          <p:cNvSpPr/>
          <p:nvPr/>
        </p:nvSpPr>
        <p:spPr>
          <a:xfrm>
            <a:off x="4164774" y="637398"/>
            <a:ext cx="8027225" cy="756234"/>
          </a:xfrm>
          <a:prstGeom prst="rect">
            <a:avLst/>
          </a:prstGeom>
          <a:solidFill>
            <a:schemeClr val="accent4">
              <a:lumMod val="20000"/>
              <a:lumOff val="80000"/>
            </a:schemeClr>
          </a:solidFill>
          <a:ln w="12700" cap="flat" cmpd="sng" algn="ctr">
            <a:noFill/>
            <a:prstDash val="solid"/>
            <a:miter lim="800000"/>
          </a:ln>
          <a:effectLst/>
        </p:spPr>
        <p:txBody>
          <a:bodyPr rtlCol="0" anchor="ctr"/>
          <a:lstStyle/>
          <a:p>
            <a:pPr marL="0" marR="0" lvl="0" indent="0" algn="ctr" defTabSz="857341"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a typeface="+mn-ea"/>
              <a:cs typeface="Arial"/>
            </a:endParaRPr>
          </a:p>
        </p:txBody>
      </p:sp>
      <p:sp>
        <p:nvSpPr>
          <p:cNvPr id="125" name="Rectangle 124">
            <a:extLst>
              <a:ext uri="{FF2B5EF4-FFF2-40B4-BE49-F238E27FC236}">
                <a16:creationId xmlns:a16="http://schemas.microsoft.com/office/drawing/2014/main" id="{88244165-EAB8-55A7-833B-A7769965BF88}"/>
              </a:ext>
            </a:extLst>
          </p:cNvPr>
          <p:cNvSpPr/>
          <p:nvPr/>
        </p:nvSpPr>
        <p:spPr>
          <a:xfrm>
            <a:off x="-5749" y="645337"/>
            <a:ext cx="4361724" cy="756235"/>
          </a:xfrm>
          <a:prstGeom prst="rect">
            <a:avLst/>
          </a:prstGeom>
          <a:solidFill>
            <a:srgbClr val="0C2B6B"/>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2" normalizeH="0" baseline="0" noProof="0">
                <a:ln>
                  <a:noFill/>
                </a:ln>
                <a:solidFill>
                  <a:srgbClr val="FFFFFF"/>
                </a:solidFill>
                <a:effectLst/>
                <a:uLnTx/>
                <a:uFillTx/>
                <a:latin typeface="GSK Precision" pitchFamily="2" charset="0"/>
                <a:ea typeface="+mn-ea"/>
                <a:cs typeface="Arial"/>
              </a:rPr>
              <a:t>     DPI vs MDI</a:t>
            </a:r>
            <a:endParaRPr kumimoji="0" lang="en-GB" sz="2000" b="0" i="0" u="none" strike="noStrike" kern="1200" cap="none" spc="0" normalizeH="0" baseline="0" noProof="0">
              <a:ln>
                <a:noFill/>
              </a:ln>
              <a:solidFill>
                <a:srgbClr val="F36633"/>
              </a:solidFill>
              <a:effectLst/>
              <a:uLnTx/>
              <a:uFillTx/>
              <a:latin typeface="GSK Precision" pitchFamily="2" charset="0"/>
              <a:ea typeface="+mn-ea"/>
              <a:cs typeface="Arial"/>
            </a:endParaRPr>
          </a:p>
        </p:txBody>
      </p:sp>
      <p:sp>
        <p:nvSpPr>
          <p:cNvPr id="127" name="Rectangle 126">
            <a:hlinkClick r:id="" action="ppaction://noaction"/>
            <a:extLst>
              <a:ext uri="{FF2B5EF4-FFF2-40B4-BE49-F238E27FC236}">
                <a16:creationId xmlns:a16="http://schemas.microsoft.com/office/drawing/2014/main" id="{8DFF1C21-BD12-7199-D951-DC3D92730279}"/>
              </a:ext>
            </a:extLst>
          </p:cNvPr>
          <p:cNvSpPr/>
          <p:nvPr/>
        </p:nvSpPr>
        <p:spPr>
          <a:xfrm>
            <a:off x="-22276" y="1484539"/>
            <a:ext cx="12214276" cy="629087"/>
          </a:xfrm>
          <a:prstGeom prst="rect">
            <a:avLst/>
          </a:prstGeom>
          <a:solidFill>
            <a:schemeClr val="accent3"/>
          </a:solidFill>
          <a:ln w="12700" cap="flat" cmpd="sng" algn="ctr">
            <a:solidFill>
              <a:srgbClr val="92D050"/>
            </a:solid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2" normalizeH="0" baseline="0" noProof="0">
                <a:ln>
                  <a:noFill/>
                </a:ln>
                <a:solidFill>
                  <a:srgbClr val="FFFFFF"/>
                </a:solidFill>
                <a:effectLst/>
                <a:uLnTx/>
                <a:uFillTx/>
                <a:latin typeface="GSK Precision" pitchFamily="2" charset="0"/>
                <a:ea typeface="+mn-ea"/>
                <a:cs typeface="Arial"/>
              </a:rPr>
              <a:t>   Onset of action </a:t>
            </a:r>
            <a:endParaRPr kumimoji="0" lang="en-GB" sz="2000" b="0" i="0" u="none" strike="noStrike" kern="1200" cap="none" spc="0" normalizeH="0" baseline="0" noProof="0">
              <a:ln>
                <a:noFill/>
              </a:ln>
              <a:solidFill>
                <a:srgbClr val="000000"/>
              </a:solidFill>
              <a:effectLst/>
              <a:uLnTx/>
              <a:uFillTx/>
              <a:latin typeface="GSK Precision" pitchFamily="2" charset="0"/>
              <a:ea typeface="+mn-ea"/>
              <a:cs typeface="Arial"/>
            </a:endParaRPr>
          </a:p>
        </p:txBody>
      </p:sp>
      <p:sp>
        <p:nvSpPr>
          <p:cNvPr id="147" name="Rectangle 146">
            <a:hlinkClick r:id="" action="ppaction://noaction"/>
            <a:extLst>
              <a:ext uri="{FF2B5EF4-FFF2-40B4-BE49-F238E27FC236}">
                <a16:creationId xmlns:a16="http://schemas.microsoft.com/office/drawing/2014/main" id="{226098BA-6336-ACD2-534F-7FE0A2F63978}"/>
              </a:ext>
            </a:extLst>
          </p:cNvPr>
          <p:cNvSpPr/>
          <p:nvPr/>
        </p:nvSpPr>
        <p:spPr>
          <a:xfrm>
            <a:off x="4480862" y="767499"/>
            <a:ext cx="2133600" cy="416338"/>
          </a:xfrm>
          <a:prstGeom prst="rect">
            <a:avLst/>
          </a:prstGeom>
          <a:solidFill>
            <a:srgbClr val="0C2B6B">
              <a:alpha val="82000"/>
            </a:srgbClr>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2" normalizeH="0" baseline="0" noProof="0">
                <a:ln>
                  <a:noFill/>
                </a:ln>
                <a:solidFill>
                  <a:srgbClr val="FFFFFF"/>
                </a:solidFill>
                <a:effectLst/>
                <a:uLnTx/>
                <a:uFillTx/>
                <a:latin typeface="GSK Precision Light" pitchFamily="2" charset="0"/>
                <a:ea typeface="+mn-ea"/>
                <a:cs typeface="Arial"/>
              </a:rPr>
              <a:t>    Inspiratory flow Rate</a:t>
            </a:r>
          </a:p>
        </p:txBody>
      </p:sp>
      <p:sp>
        <p:nvSpPr>
          <p:cNvPr id="148" name="Rectangle 147">
            <a:hlinkClick r:id="" action="ppaction://noaction"/>
            <a:extLst>
              <a:ext uri="{FF2B5EF4-FFF2-40B4-BE49-F238E27FC236}">
                <a16:creationId xmlns:a16="http://schemas.microsoft.com/office/drawing/2014/main" id="{65F5842C-D8AB-7D9B-3179-56413477B640}"/>
              </a:ext>
            </a:extLst>
          </p:cNvPr>
          <p:cNvSpPr/>
          <p:nvPr/>
        </p:nvSpPr>
        <p:spPr>
          <a:xfrm>
            <a:off x="9017579" y="767499"/>
            <a:ext cx="2622607" cy="391969"/>
          </a:xfrm>
          <a:prstGeom prst="rect">
            <a:avLst/>
          </a:prstGeom>
          <a:solidFill>
            <a:srgbClr val="0C2B6B">
              <a:alpha val="82000"/>
            </a:srgbClr>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2" normalizeH="0" baseline="0" noProof="0">
                <a:ln>
                  <a:noFill/>
                </a:ln>
                <a:solidFill>
                  <a:srgbClr val="FFFFFF"/>
                </a:solidFill>
                <a:effectLst/>
                <a:uLnTx/>
                <a:uFillTx/>
                <a:latin typeface="GSK Precision Light" pitchFamily="2" charset="0"/>
                <a:ea typeface="+mn-ea"/>
                <a:cs typeface="Arial"/>
              </a:rPr>
              <a:t>   Particle size, lung deposition</a:t>
            </a:r>
          </a:p>
        </p:txBody>
      </p:sp>
      <p:sp>
        <p:nvSpPr>
          <p:cNvPr id="149" name="Rectangle 148">
            <a:hlinkClick r:id="" action="ppaction://noaction"/>
            <a:extLst>
              <a:ext uri="{FF2B5EF4-FFF2-40B4-BE49-F238E27FC236}">
                <a16:creationId xmlns:a16="http://schemas.microsoft.com/office/drawing/2014/main" id="{0DE8C093-0995-BA66-57CC-C07C3913D15E}"/>
              </a:ext>
            </a:extLst>
          </p:cNvPr>
          <p:cNvSpPr/>
          <p:nvPr/>
        </p:nvSpPr>
        <p:spPr>
          <a:xfrm>
            <a:off x="6666103" y="773191"/>
            <a:ext cx="2133601" cy="391969"/>
          </a:xfrm>
          <a:prstGeom prst="rect">
            <a:avLst/>
          </a:prstGeom>
          <a:solidFill>
            <a:srgbClr val="0C2B6B">
              <a:alpha val="82000"/>
            </a:srgbClr>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2" normalizeH="0" baseline="0" noProof="0">
                <a:ln>
                  <a:noFill/>
                </a:ln>
                <a:solidFill>
                  <a:srgbClr val="FFFFFF"/>
                </a:solidFill>
                <a:effectLst/>
                <a:uLnTx/>
                <a:uFillTx/>
                <a:latin typeface="GSK Precision Light" pitchFamily="2" charset="0"/>
                <a:ea typeface="+mn-ea"/>
                <a:cs typeface="Arial"/>
              </a:rPr>
              <a:t>   Patient familiarization</a:t>
            </a:r>
          </a:p>
        </p:txBody>
      </p:sp>
      <p:sp>
        <p:nvSpPr>
          <p:cNvPr id="22" name="Rectangle 21">
            <a:hlinkClick r:id="" action="ppaction://noaction"/>
            <a:extLst>
              <a:ext uri="{FF2B5EF4-FFF2-40B4-BE49-F238E27FC236}">
                <a16:creationId xmlns:a16="http://schemas.microsoft.com/office/drawing/2014/main" id="{5D9301CA-4EA3-995F-3A8F-C61D049F8B05}"/>
              </a:ext>
            </a:extLst>
          </p:cNvPr>
          <p:cNvSpPr/>
          <p:nvPr/>
        </p:nvSpPr>
        <p:spPr>
          <a:xfrm>
            <a:off x="-22277" y="2201421"/>
            <a:ext cx="12214276" cy="597397"/>
          </a:xfrm>
          <a:prstGeom prst="rect">
            <a:avLst/>
          </a:prstGeom>
          <a:solidFill>
            <a:srgbClr val="DC4133"/>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2" normalizeH="0" baseline="0" noProof="0">
                <a:ln>
                  <a:noFill/>
                </a:ln>
                <a:solidFill>
                  <a:srgbClr val="FFFFFF"/>
                </a:solidFill>
                <a:effectLst/>
                <a:uLnTx/>
                <a:uFillTx/>
                <a:latin typeface="GSK Precision" pitchFamily="2" charset="0"/>
                <a:ea typeface="+mn-ea"/>
                <a:cs typeface="Arial"/>
              </a:rPr>
              <a:t>   Regime </a:t>
            </a:r>
            <a:r>
              <a:rPr kumimoji="0" lang="en-GB" sz="2000" b="0" i="0" u="none" strike="noStrike" kern="1200" cap="none" spc="0" normalizeH="0" baseline="0" noProof="0">
                <a:ln>
                  <a:noFill/>
                </a:ln>
                <a:solidFill>
                  <a:srgbClr val="FFFFFF"/>
                </a:solidFill>
                <a:effectLst/>
                <a:uLnTx/>
                <a:uFillTx/>
                <a:latin typeface="GSK Precision" pitchFamily="2" charset="0"/>
                <a:ea typeface="+mn-ea"/>
                <a:cs typeface="Arial"/>
              </a:rPr>
              <a:t>(OD vs</a:t>
            </a:r>
            <a:r>
              <a:rPr kumimoji="0" lang="en-GB" sz="2000" b="0" i="0" u="none" strike="noStrike" kern="1200" cap="none" spc="-26" normalizeH="0" baseline="0" noProof="0">
                <a:ln>
                  <a:noFill/>
                </a:ln>
                <a:solidFill>
                  <a:srgbClr val="FFFFFF"/>
                </a:solidFill>
                <a:effectLst/>
                <a:uLnTx/>
                <a:uFillTx/>
                <a:latin typeface="GSK Precision" pitchFamily="2" charset="0"/>
                <a:ea typeface="+mn-ea"/>
                <a:cs typeface="Arial"/>
              </a:rPr>
              <a:t> </a:t>
            </a:r>
            <a:r>
              <a:rPr kumimoji="0" lang="en-GB" sz="2000" b="0" i="0" u="none" strike="noStrike" kern="1200" cap="none" spc="0" normalizeH="0" baseline="0" noProof="0">
                <a:ln>
                  <a:noFill/>
                </a:ln>
                <a:solidFill>
                  <a:srgbClr val="FFFFFF"/>
                </a:solidFill>
                <a:effectLst/>
                <a:uLnTx/>
                <a:uFillTx/>
                <a:latin typeface="GSK Precision" pitchFamily="2" charset="0"/>
                <a:ea typeface="+mn-ea"/>
                <a:cs typeface="Arial"/>
              </a:rPr>
              <a:t>BD)</a:t>
            </a:r>
            <a:endParaRPr kumimoji="0" lang="en-GB" sz="2000" b="0" i="0" u="none" strike="noStrike" kern="1200" cap="none" spc="0" normalizeH="0" baseline="0" noProof="0">
              <a:ln>
                <a:noFill/>
              </a:ln>
              <a:solidFill>
                <a:srgbClr val="000000"/>
              </a:solidFill>
              <a:effectLst/>
              <a:uLnTx/>
              <a:uFillTx/>
              <a:latin typeface="GSK Precision" pitchFamily="2" charset="0"/>
              <a:ea typeface="+mn-ea"/>
              <a:cs typeface="Arial"/>
            </a:endParaRPr>
          </a:p>
        </p:txBody>
      </p:sp>
      <p:sp>
        <p:nvSpPr>
          <p:cNvPr id="24" name="Rectangle 23">
            <a:extLst>
              <a:ext uri="{FF2B5EF4-FFF2-40B4-BE49-F238E27FC236}">
                <a16:creationId xmlns:a16="http://schemas.microsoft.com/office/drawing/2014/main" id="{77AECAE7-8B29-4672-A6C8-C4AD8A489E00}"/>
              </a:ext>
            </a:extLst>
          </p:cNvPr>
          <p:cNvSpPr/>
          <p:nvPr/>
        </p:nvSpPr>
        <p:spPr>
          <a:xfrm>
            <a:off x="27464" y="5179410"/>
            <a:ext cx="12175674" cy="597397"/>
          </a:xfrm>
          <a:prstGeom prst="rect">
            <a:avLst/>
          </a:prstGeom>
          <a:solidFill>
            <a:srgbClr val="00CCD7"/>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2" normalizeH="0" baseline="0" noProof="0">
                <a:ln>
                  <a:noFill/>
                </a:ln>
                <a:solidFill>
                  <a:srgbClr val="FFFFFF"/>
                </a:solidFill>
                <a:effectLst/>
                <a:uLnTx/>
                <a:uFillTx/>
                <a:latin typeface="GSK Precision" pitchFamily="2" charset="0"/>
                <a:ea typeface="+mn-ea"/>
                <a:cs typeface="Arial"/>
              </a:rPr>
              <a:t>   LAMA role in Asthma</a:t>
            </a:r>
            <a:endParaRPr kumimoji="0" lang="en-GB" sz="2000" b="0" i="0" u="none" strike="noStrike" kern="1200" cap="none" spc="0" normalizeH="0" baseline="0" noProof="0">
              <a:ln>
                <a:noFill/>
              </a:ln>
              <a:solidFill>
                <a:srgbClr val="000000"/>
              </a:solidFill>
              <a:effectLst/>
              <a:uLnTx/>
              <a:uFillTx/>
              <a:latin typeface="GSK Precision" pitchFamily="2" charset="0"/>
              <a:ea typeface="+mn-ea"/>
              <a:cs typeface="Arial"/>
            </a:endParaRPr>
          </a:p>
        </p:txBody>
      </p:sp>
      <p:sp>
        <p:nvSpPr>
          <p:cNvPr id="8" name="object 8">
            <a:extLst>
              <a:ext uri="{FF2B5EF4-FFF2-40B4-BE49-F238E27FC236}">
                <a16:creationId xmlns:a16="http://schemas.microsoft.com/office/drawing/2014/main" id="{03A87437-B4AD-1C24-77C4-EE01AB17867F}"/>
              </a:ext>
            </a:extLst>
          </p:cNvPr>
          <p:cNvSpPr txBox="1"/>
          <p:nvPr/>
        </p:nvSpPr>
        <p:spPr>
          <a:xfrm>
            <a:off x="1884454" y="652043"/>
            <a:ext cx="2501329" cy="638376"/>
          </a:xfrm>
          <a:prstGeom prst="rect">
            <a:avLst/>
          </a:prstGeom>
        </p:spPr>
        <p:txBody>
          <a:bodyPr vert="horz" wrap="square" lIns="0" tIns="65782" rIns="0" bIns="0" rtlCol="0">
            <a:spAutoFit/>
          </a:bodyPr>
          <a:lstStyle/>
          <a:p>
            <a:pPr marL="5954" marR="0" lvl="0" indent="0" algn="l" defTabSz="1219170" rtl="0" eaLnBrk="1" fontAlgn="auto" latinLnBrk="0" hangingPunct="1">
              <a:lnSpc>
                <a:spcPct val="100000"/>
              </a:lnSpc>
              <a:spcBef>
                <a:spcPts val="518"/>
              </a:spcBef>
              <a:spcAft>
                <a:spcPts val="0"/>
              </a:spcAft>
              <a:buClrTx/>
              <a:buSzTx/>
              <a:buFontTx/>
              <a:buNone/>
              <a:tabLst/>
              <a:defRPr/>
            </a:pPr>
            <a:r>
              <a:rPr kumimoji="0" lang="en-GB" sz="1100" b="0" i="0" u="none" strike="noStrike" kern="1200" cap="none" spc="-2" normalizeH="0" baseline="0" noProof="0">
                <a:ln>
                  <a:noFill/>
                </a:ln>
                <a:solidFill>
                  <a:srgbClr val="FFFFFF"/>
                </a:solidFill>
                <a:effectLst/>
                <a:uLnTx/>
                <a:uFillTx/>
                <a:latin typeface="GSK Precision Light" pitchFamily="2" charset="0"/>
                <a:ea typeface="+mn-ea"/>
                <a:cs typeface="Arial"/>
              </a:rPr>
              <a:t>- </a:t>
            </a:r>
            <a:r>
              <a:rPr kumimoji="0" lang="en-GB" sz="1100" b="0" i="0" u="none" strike="noStrike" kern="1200" cap="none" spc="-2" normalizeH="0" baseline="0" noProof="0" err="1">
                <a:ln>
                  <a:noFill/>
                </a:ln>
                <a:solidFill>
                  <a:srgbClr val="FFFFFF"/>
                </a:solidFill>
                <a:effectLst/>
                <a:uLnTx/>
                <a:uFillTx/>
                <a:latin typeface="GSK Precision Light" pitchFamily="2" charset="0"/>
                <a:ea typeface="+mn-ea"/>
                <a:cs typeface="Arial"/>
              </a:rPr>
              <a:t>Breztri</a:t>
            </a:r>
            <a:r>
              <a:rPr kumimoji="0" lang="en-GB" sz="1100" b="0" i="0" u="none" strike="noStrike" kern="1200" cap="none" spc="-2" normalizeH="0" baseline="0" noProof="0">
                <a:ln>
                  <a:noFill/>
                </a:ln>
                <a:solidFill>
                  <a:srgbClr val="FFFFFF"/>
                </a:solidFill>
                <a:effectLst/>
                <a:uLnTx/>
                <a:uFillTx/>
                <a:latin typeface="GSK Precision Light" pitchFamily="2" charset="0"/>
                <a:ea typeface="+mn-ea"/>
                <a:cs typeface="Arial"/>
              </a:rPr>
              <a:t> is in MDI form, Aerosphere.</a:t>
            </a:r>
          </a:p>
          <a:p>
            <a:pPr marL="5954" marR="0" lvl="0" indent="0" algn="l" defTabSz="1219170" rtl="0" eaLnBrk="1" fontAlgn="auto" latinLnBrk="0" hangingPunct="1">
              <a:lnSpc>
                <a:spcPct val="100000"/>
              </a:lnSpc>
              <a:spcBef>
                <a:spcPts val="518"/>
              </a:spcBef>
              <a:spcAft>
                <a:spcPts val="0"/>
              </a:spcAft>
              <a:buClrTx/>
              <a:buSzTx/>
              <a:buFontTx/>
              <a:buNone/>
              <a:tabLst/>
              <a:defRPr/>
            </a:pPr>
            <a:r>
              <a:rPr kumimoji="0" lang="en-GB" sz="1100" b="0" i="0" u="none" strike="noStrike" kern="1200" cap="none" spc="-2" normalizeH="0" baseline="0" noProof="0">
                <a:ln>
                  <a:noFill/>
                </a:ln>
                <a:solidFill>
                  <a:srgbClr val="FFFFFF"/>
                </a:solidFill>
                <a:effectLst/>
                <a:uLnTx/>
                <a:uFillTx/>
                <a:latin typeface="GSK Precision Light" pitchFamily="2" charset="0"/>
                <a:ea typeface="+mn-ea"/>
                <a:cs typeface="Arial"/>
              </a:rPr>
              <a:t>-  small particle size for more lung deposition.</a:t>
            </a:r>
            <a:endParaRPr kumimoji="0" sz="1100" b="0" i="0" u="none" strike="noStrike" kern="1200" cap="none" spc="0" normalizeH="0" baseline="0" noProof="0">
              <a:ln>
                <a:noFill/>
              </a:ln>
              <a:solidFill>
                <a:srgbClr val="000000"/>
              </a:solidFill>
              <a:effectLst/>
              <a:uLnTx/>
              <a:uFillTx/>
              <a:latin typeface="GSK Precision Light" pitchFamily="2" charset="0"/>
              <a:ea typeface="+mn-ea"/>
              <a:cs typeface="Arial"/>
            </a:endParaRPr>
          </a:p>
        </p:txBody>
      </p:sp>
      <p:sp>
        <p:nvSpPr>
          <p:cNvPr id="11" name="object 29">
            <a:extLst>
              <a:ext uri="{FF2B5EF4-FFF2-40B4-BE49-F238E27FC236}">
                <a16:creationId xmlns:a16="http://schemas.microsoft.com/office/drawing/2014/main" id="{86C20FAC-7BC5-7C57-4A78-6AE05213B17E}"/>
              </a:ext>
            </a:extLst>
          </p:cNvPr>
          <p:cNvSpPr/>
          <p:nvPr/>
        </p:nvSpPr>
        <p:spPr>
          <a:xfrm rot="16200000">
            <a:off x="1541386" y="975502"/>
            <a:ext cx="428295" cy="39965"/>
          </a:xfrm>
          <a:custGeom>
            <a:avLst/>
            <a:gdLst/>
            <a:ahLst/>
            <a:cxnLst/>
            <a:rect l="l" t="t" r="r" b="b"/>
            <a:pathLst>
              <a:path w="1125855" h="156845">
                <a:moveTo>
                  <a:pt x="0" y="0"/>
                </a:moveTo>
                <a:lnTo>
                  <a:pt x="423233" y="0"/>
                </a:lnTo>
                <a:lnTo>
                  <a:pt x="443754" y="1630"/>
                </a:lnTo>
                <a:lnTo>
                  <a:pt x="479930" y="14473"/>
                </a:lnTo>
                <a:lnTo>
                  <a:pt x="509919" y="39632"/>
                </a:lnTo>
                <a:lnTo>
                  <a:pt x="534084" y="76557"/>
                </a:lnTo>
                <a:lnTo>
                  <a:pt x="552789" y="124697"/>
                </a:lnTo>
                <a:lnTo>
                  <a:pt x="560206" y="152801"/>
                </a:lnTo>
                <a:lnTo>
                  <a:pt x="561286" y="156621"/>
                </a:lnTo>
                <a:lnTo>
                  <a:pt x="564522" y="156621"/>
                </a:lnTo>
                <a:lnTo>
                  <a:pt x="565597" y="152801"/>
                </a:lnTo>
                <a:lnTo>
                  <a:pt x="573015" y="124697"/>
                </a:lnTo>
                <a:lnTo>
                  <a:pt x="581707" y="99260"/>
                </a:lnTo>
                <a:lnTo>
                  <a:pt x="603096" y="56658"/>
                </a:lnTo>
                <a:lnTo>
                  <a:pt x="630128" y="25548"/>
                </a:lnTo>
                <a:lnTo>
                  <a:pt x="663165" y="6478"/>
                </a:lnTo>
                <a:lnTo>
                  <a:pt x="702570" y="0"/>
                </a:lnTo>
                <a:lnTo>
                  <a:pt x="1125808" y="0"/>
                </a:lnTo>
              </a:path>
            </a:pathLst>
          </a:custGeom>
          <a:ln w="9525">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3" name="object 8">
            <a:extLst>
              <a:ext uri="{FF2B5EF4-FFF2-40B4-BE49-F238E27FC236}">
                <a16:creationId xmlns:a16="http://schemas.microsoft.com/office/drawing/2014/main" id="{7AC1871C-2656-E354-1E8F-C2613109B441}"/>
              </a:ext>
            </a:extLst>
          </p:cNvPr>
          <p:cNvSpPr txBox="1"/>
          <p:nvPr/>
        </p:nvSpPr>
        <p:spPr>
          <a:xfrm>
            <a:off x="2578814" y="1622721"/>
            <a:ext cx="7072975" cy="281868"/>
          </a:xfrm>
          <a:prstGeom prst="rect">
            <a:avLst/>
          </a:prstGeom>
        </p:spPr>
        <p:txBody>
          <a:bodyPr vert="horz" wrap="square" lIns="0" tIns="65782" rIns="0" bIns="0" rtlCol="0">
            <a:spAutoFit/>
          </a:bodyPr>
          <a:lstStyle/>
          <a:p>
            <a:pPr marL="5954" marR="0" lvl="0" indent="0" algn="l" defTabSz="1219170" rtl="0" eaLnBrk="1" fontAlgn="auto" latinLnBrk="0" hangingPunct="1">
              <a:lnSpc>
                <a:spcPct val="100000"/>
              </a:lnSpc>
              <a:spcBef>
                <a:spcPts val="518"/>
              </a:spcBef>
              <a:spcAft>
                <a:spcPts val="0"/>
              </a:spcAft>
              <a:buClrTx/>
              <a:buSzTx/>
              <a:buFontTx/>
              <a:buNone/>
              <a:tabLst/>
              <a:defRPr/>
            </a:pPr>
            <a:r>
              <a:rPr kumimoji="0" lang="en-GB" sz="1400" b="0" i="0" u="none" strike="noStrike" kern="1200" cap="none" spc="-2" normalizeH="0" baseline="0" noProof="0" err="1">
                <a:ln>
                  <a:noFill/>
                </a:ln>
                <a:solidFill>
                  <a:srgbClr val="FFFFFF"/>
                </a:solidFill>
                <a:effectLst/>
                <a:uLnTx/>
                <a:uFillTx/>
                <a:latin typeface="GSK Precision Light" pitchFamily="2" charset="0"/>
                <a:ea typeface="+mn-ea"/>
                <a:cs typeface="Arial"/>
              </a:rPr>
              <a:t>Breztri</a:t>
            </a:r>
            <a:r>
              <a:rPr kumimoji="0" lang="en-GB" sz="1400" b="0" i="0" u="none" strike="noStrike" kern="1200" cap="none" spc="-2" normalizeH="0" baseline="0" noProof="0">
                <a:ln>
                  <a:noFill/>
                </a:ln>
                <a:solidFill>
                  <a:srgbClr val="FFFFFF"/>
                </a:solidFill>
                <a:effectLst/>
                <a:uLnTx/>
                <a:uFillTx/>
                <a:latin typeface="GSK Precision Light" pitchFamily="2" charset="0"/>
                <a:ea typeface="+mn-ea"/>
                <a:cs typeface="Arial"/>
              </a:rPr>
              <a:t> is claiming</a:t>
            </a:r>
            <a:r>
              <a:rPr kumimoji="0" lang="en-US" sz="1400" b="0" i="0" u="none" strike="noStrike" kern="1200" cap="none" spc="-2" normalizeH="0" baseline="0" noProof="0">
                <a:ln>
                  <a:noFill/>
                </a:ln>
                <a:solidFill>
                  <a:srgbClr val="FFFFFF"/>
                </a:solidFill>
                <a:effectLst/>
                <a:uLnTx/>
                <a:uFillTx/>
                <a:latin typeface="GSK Precision Light" pitchFamily="2" charset="0"/>
                <a:ea typeface="+mn-ea"/>
                <a:cs typeface="Arial" panose="020B0604020202020204" pitchFamily="34" charset="0"/>
              </a:rPr>
              <a:t> that it </a:t>
            </a:r>
            <a:r>
              <a:rPr kumimoji="0" lang="en-US" sz="1400" b="0" i="0" u="none" strike="noStrike" kern="1200" cap="none" spc="0" normalizeH="0" baseline="0" noProof="0">
                <a:ln>
                  <a:noFill/>
                </a:ln>
                <a:solidFill>
                  <a:srgbClr val="FFFFFF"/>
                </a:solidFill>
                <a:effectLst/>
                <a:uLnTx/>
                <a:uFillTx/>
                <a:latin typeface="GSK Precision Light" pitchFamily="2" charset="0"/>
                <a:ea typeface="+mn-ea"/>
                <a:cs typeface="Arial" panose="020B0604020202020204" pitchFamily="34" charset="0"/>
              </a:rPr>
              <a:t>has fast onset of action within 5 mins</a:t>
            </a:r>
            <a:r>
              <a:rPr kumimoji="0" lang="en-GB" sz="1400" b="0" i="0" u="none" strike="noStrike" kern="1200" cap="none" spc="-2" normalizeH="0" baseline="0" noProof="0">
                <a:ln>
                  <a:noFill/>
                </a:ln>
                <a:solidFill>
                  <a:srgbClr val="FFFFFF"/>
                </a:solidFill>
                <a:effectLst/>
                <a:uLnTx/>
                <a:uFillTx/>
                <a:latin typeface="GSK Precision Light" pitchFamily="2" charset="0"/>
                <a:ea typeface="+mn-ea"/>
                <a:cs typeface="Arial"/>
              </a:rPr>
              <a:t>.</a:t>
            </a:r>
            <a:endParaRPr kumimoji="0" sz="1400" b="0" i="0" u="none" strike="noStrike" kern="1200" cap="none" spc="0" normalizeH="0" baseline="0" noProof="0">
              <a:ln>
                <a:noFill/>
              </a:ln>
              <a:solidFill>
                <a:srgbClr val="FFFFFF"/>
              </a:solidFill>
              <a:effectLst/>
              <a:uLnTx/>
              <a:uFillTx/>
              <a:latin typeface="GSK Precision Light" pitchFamily="2" charset="0"/>
              <a:ea typeface="+mn-ea"/>
              <a:cs typeface="Arial"/>
            </a:endParaRPr>
          </a:p>
        </p:txBody>
      </p:sp>
      <p:sp>
        <p:nvSpPr>
          <p:cNvPr id="14" name="object 29">
            <a:extLst>
              <a:ext uri="{FF2B5EF4-FFF2-40B4-BE49-F238E27FC236}">
                <a16:creationId xmlns:a16="http://schemas.microsoft.com/office/drawing/2014/main" id="{86207F35-23A5-250A-2CD8-009CD934103B}"/>
              </a:ext>
            </a:extLst>
          </p:cNvPr>
          <p:cNvSpPr/>
          <p:nvPr/>
        </p:nvSpPr>
        <p:spPr>
          <a:xfrm rot="16200000">
            <a:off x="2042458" y="1767445"/>
            <a:ext cx="451015" cy="54302"/>
          </a:xfrm>
          <a:custGeom>
            <a:avLst/>
            <a:gdLst/>
            <a:ahLst/>
            <a:cxnLst/>
            <a:rect l="l" t="t" r="r" b="b"/>
            <a:pathLst>
              <a:path w="1125855" h="156845">
                <a:moveTo>
                  <a:pt x="0" y="0"/>
                </a:moveTo>
                <a:lnTo>
                  <a:pt x="423233" y="0"/>
                </a:lnTo>
                <a:lnTo>
                  <a:pt x="443754" y="1630"/>
                </a:lnTo>
                <a:lnTo>
                  <a:pt x="479930" y="14473"/>
                </a:lnTo>
                <a:lnTo>
                  <a:pt x="509919" y="39632"/>
                </a:lnTo>
                <a:lnTo>
                  <a:pt x="534084" y="76557"/>
                </a:lnTo>
                <a:lnTo>
                  <a:pt x="552789" y="124697"/>
                </a:lnTo>
                <a:lnTo>
                  <a:pt x="560206" y="152801"/>
                </a:lnTo>
                <a:lnTo>
                  <a:pt x="561286" y="156621"/>
                </a:lnTo>
                <a:lnTo>
                  <a:pt x="564522" y="156621"/>
                </a:lnTo>
                <a:lnTo>
                  <a:pt x="565597" y="152801"/>
                </a:lnTo>
                <a:lnTo>
                  <a:pt x="573015" y="124697"/>
                </a:lnTo>
                <a:lnTo>
                  <a:pt x="581707" y="99260"/>
                </a:lnTo>
                <a:lnTo>
                  <a:pt x="603096" y="56658"/>
                </a:lnTo>
                <a:lnTo>
                  <a:pt x="630128" y="25548"/>
                </a:lnTo>
                <a:lnTo>
                  <a:pt x="663165" y="6478"/>
                </a:lnTo>
                <a:lnTo>
                  <a:pt x="702570" y="0"/>
                </a:lnTo>
                <a:lnTo>
                  <a:pt x="1125808" y="0"/>
                </a:lnTo>
              </a:path>
            </a:pathLst>
          </a:custGeom>
          <a:ln w="9525">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8" name="object 8">
            <a:extLst>
              <a:ext uri="{FF2B5EF4-FFF2-40B4-BE49-F238E27FC236}">
                <a16:creationId xmlns:a16="http://schemas.microsoft.com/office/drawing/2014/main" id="{3F815E44-70E0-DF9C-DD68-B7F796F8FC9D}"/>
              </a:ext>
            </a:extLst>
          </p:cNvPr>
          <p:cNvSpPr txBox="1"/>
          <p:nvPr/>
        </p:nvSpPr>
        <p:spPr>
          <a:xfrm>
            <a:off x="2713789" y="2242561"/>
            <a:ext cx="7515143" cy="499876"/>
          </a:xfrm>
          <a:prstGeom prst="rect">
            <a:avLst/>
          </a:prstGeom>
        </p:spPr>
        <p:txBody>
          <a:bodyPr vert="horz" wrap="square" lIns="0" tIns="65782" rIns="0" bIns="0" rtlCol="0">
            <a:spAutoFit/>
          </a:bodyPr>
          <a:lstStyle/>
          <a:p>
            <a:pPr marL="166705" marR="0" lvl="0" indent="-160752" algn="l" defTabSz="1219170" rtl="0" eaLnBrk="1" fontAlgn="auto" latinLnBrk="0" hangingPunct="1">
              <a:lnSpc>
                <a:spcPct val="100000"/>
              </a:lnSpc>
              <a:spcBef>
                <a:spcPts val="518"/>
              </a:spcBef>
              <a:spcAft>
                <a:spcPts val="0"/>
              </a:spcAft>
              <a:buClrTx/>
              <a:buSzTx/>
              <a:buFont typeface="Courier New" panose="02070309020205020404" pitchFamily="49" charset="0"/>
              <a:buChar char="o"/>
              <a:tabLst/>
              <a:defRPr/>
            </a:pPr>
            <a:r>
              <a:rPr kumimoji="0" lang="en-GB" sz="1200" b="0" i="0" u="none" strike="noStrike" kern="100" cap="none" spc="0" normalizeH="0" baseline="0" noProof="0" err="1">
                <a:ln>
                  <a:noFill/>
                </a:ln>
                <a:solidFill>
                  <a:srgbClr val="FFFFFF"/>
                </a:solidFill>
                <a:effectLst/>
                <a:uLnTx/>
                <a:uFillTx/>
                <a:latin typeface="GSK Precision Light" pitchFamily="2" charset="0"/>
                <a:ea typeface="Calibri" panose="020F0502020204030204" pitchFamily="34" charset="0"/>
                <a:cs typeface="Arial" panose="020B0604020202020204" pitchFamily="34" charset="0"/>
              </a:rPr>
              <a:t>Trelegy</a:t>
            </a:r>
            <a:r>
              <a:rPr kumimoji="0" lang="en-GB" sz="1200" b="0" i="0" u="none" strike="noStrike" kern="100" cap="none" spc="0" normalizeH="0" baseline="0" noProof="0">
                <a:ln>
                  <a:noFill/>
                </a:ln>
                <a:solidFill>
                  <a:srgbClr val="FFFFFF"/>
                </a:solidFill>
                <a:effectLst/>
                <a:uLnTx/>
                <a:uFillTx/>
                <a:latin typeface="GSK Precision Light" pitchFamily="2" charset="0"/>
                <a:ea typeface="Calibri" panose="020F0502020204030204" pitchFamily="34" charset="0"/>
                <a:cs typeface="Arial" panose="020B0604020202020204" pitchFamily="34" charset="0"/>
              </a:rPr>
              <a:t> will not cover 24hrs of asthma variability with once daily.</a:t>
            </a:r>
          </a:p>
          <a:p>
            <a:pPr marL="166705" marR="0" lvl="0" indent="-160752" algn="l" defTabSz="1219170" rtl="0" eaLnBrk="1" fontAlgn="auto" latinLnBrk="0" hangingPunct="1">
              <a:lnSpc>
                <a:spcPct val="100000"/>
              </a:lnSpc>
              <a:spcBef>
                <a:spcPts val="518"/>
              </a:spcBef>
              <a:spcAft>
                <a:spcPts val="0"/>
              </a:spcAft>
              <a:buClrTx/>
              <a:buSzTx/>
              <a:buFont typeface="Courier New" panose="02070309020205020404" pitchFamily="49" charset="0"/>
              <a:buChar char="o"/>
              <a:tabLst/>
              <a:defRPr/>
            </a:pPr>
            <a:r>
              <a:rPr kumimoji="0" lang="en-GB" sz="1200" b="0" i="0" u="none" strike="noStrike" kern="100" cap="none" spc="0" normalizeH="0" baseline="0" noProof="0">
                <a:ln>
                  <a:noFill/>
                </a:ln>
                <a:solidFill>
                  <a:srgbClr val="FFFFFF"/>
                </a:solidFill>
                <a:effectLst/>
                <a:uLnTx/>
                <a:uFillTx/>
                <a:latin typeface="GSK Precision Light" pitchFamily="2" charset="0"/>
                <a:ea typeface="Calibri" panose="020F0502020204030204" pitchFamily="34" charset="0"/>
                <a:cs typeface="Arial" panose="020B0604020202020204" pitchFamily="34" charset="0"/>
              </a:rPr>
              <a:t>More frequent administration of ICS is assuring lung protection.</a:t>
            </a:r>
            <a:endParaRPr kumimoji="0" sz="1200" b="0" i="0" u="none" strike="noStrike" kern="1200" cap="none" spc="0" normalizeH="0" baseline="0" noProof="0">
              <a:ln>
                <a:noFill/>
              </a:ln>
              <a:solidFill>
                <a:srgbClr val="FFFFFF"/>
              </a:solidFill>
              <a:effectLst/>
              <a:uLnTx/>
              <a:uFillTx/>
              <a:latin typeface="GSK Precision Light" pitchFamily="2" charset="0"/>
              <a:ea typeface="+mn-ea"/>
              <a:cs typeface="Arial"/>
            </a:endParaRPr>
          </a:p>
        </p:txBody>
      </p:sp>
      <p:sp>
        <p:nvSpPr>
          <p:cNvPr id="19" name="object 29">
            <a:extLst>
              <a:ext uri="{FF2B5EF4-FFF2-40B4-BE49-F238E27FC236}">
                <a16:creationId xmlns:a16="http://schemas.microsoft.com/office/drawing/2014/main" id="{BE3B712B-3D01-F70E-90C3-5B3ADE748E9B}"/>
              </a:ext>
            </a:extLst>
          </p:cNvPr>
          <p:cNvSpPr/>
          <p:nvPr/>
        </p:nvSpPr>
        <p:spPr>
          <a:xfrm rot="16200000">
            <a:off x="2368341" y="2509802"/>
            <a:ext cx="428295" cy="53832"/>
          </a:xfrm>
          <a:custGeom>
            <a:avLst/>
            <a:gdLst/>
            <a:ahLst/>
            <a:cxnLst/>
            <a:rect l="l" t="t" r="r" b="b"/>
            <a:pathLst>
              <a:path w="1125855" h="156845">
                <a:moveTo>
                  <a:pt x="0" y="0"/>
                </a:moveTo>
                <a:lnTo>
                  <a:pt x="423233" y="0"/>
                </a:lnTo>
                <a:lnTo>
                  <a:pt x="443754" y="1630"/>
                </a:lnTo>
                <a:lnTo>
                  <a:pt x="479930" y="14473"/>
                </a:lnTo>
                <a:lnTo>
                  <a:pt x="509919" y="39632"/>
                </a:lnTo>
                <a:lnTo>
                  <a:pt x="534084" y="76557"/>
                </a:lnTo>
                <a:lnTo>
                  <a:pt x="552789" y="124697"/>
                </a:lnTo>
                <a:lnTo>
                  <a:pt x="560206" y="152801"/>
                </a:lnTo>
                <a:lnTo>
                  <a:pt x="561286" y="156621"/>
                </a:lnTo>
                <a:lnTo>
                  <a:pt x="564522" y="156621"/>
                </a:lnTo>
                <a:lnTo>
                  <a:pt x="565597" y="152801"/>
                </a:lnTo>
                <a:lnTo>
                  <a:pt x="573015" y="124697"/>
                </a:lnTo>
                <a:lnTo>
                  <a:pt x="581707" y="99260"/>
                </a:lnTo>
                <a:lnTo>
                  <a:pt x="603096" y="56658"/>
                </a:lnTo>
                <a:lnTo>
                  <a:pt x="630128" y="25548"/>
                </a:lnTo>
                <a:lnTo>
                  <a:pt x="663165" y="6478"/>
                </a:lnTo>
                <a:lnTo>
                  <a:pt x="702570" y="0"/>
                </a:lnTo>
                <a:lnTo>
                  <a:pt x="1125808" y="0"/>
                </a:lnTo>
              </a:path>
            </a:pathLst>
          </a:custGeom>
          <a:ln w="9525">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21" name="TextBox 20">
            <a:extLst>
              <a:ext uri="{FF2B5EF4-FFF2-40B4-BE49-F238E27FC236}">
                <a16:creationId xmlns:a16="http://schemas.microsoft.com/office/drawing/2014/main" id="{AA27D220-8AF5-AF1D-A795-3200B8B9ABB2}"/>
              </a:ext>
            </a:extLst>
          </p:cNvPr>
          <p:cNvSpPr txBox="1"/>
          <p:nvPr/>
        </p:nvSpPr>
        <p:spPr>
          <a:xfrm>
            <a:off x="3793020" y="5262543"/>
            <a:ext cx="5983362" cy="584775"/>
          </a:xfrm>
          <a:prstGeom prst="rect">
            <a:avLst/>
          </a:prstGeom>
          <a:noFill/>
        </p:spPr>
        <p:txBody>
          <a:bodyPr wrap="square">
            <a:spAutoFit/>
          </a:bodyPr>
          <a:lstStyle/>
          <a:p>
            <a:pPr marL="160752" marR="0" lvl="0" indent="-160752" algn="l" defTabSz="121917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dirty="0">
                <a:ln>
                  <a:noFill/>
                </a:ln>
                <a:solidFill>
                  <a:srgbClr val="FFFFFF"/>
                </a:solidFill>
                <a:effectLst/>
                <a:uLnTx/>
                <a:uFillTx/>
                <a:latin typeface="GSK Precision Light" pitchFamily="2" charset="0"/>
                <a:ea typeface="+mn-ea"/>
                <a:cs typeface="Arial" panose="020B0604020202020204" pitchFamily="34" charset="0"/>
              </a:rPr>
              <a:t>I may consider adding LAMA after increasing ICS dose</a:t>
            </a:r>
          </a:p>
          <a:p>
            <a:pPr marL="446525" marR="0" lvl="1" indent="-160752" algn="l" defTabSz="121917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GB" sz="1050" b="0" i="0" u="none" strike="noStrike" kern="100" cap="none" spc="0" normalizeH="0" baseline="0" noProof="0" dirty="0">
                <a:ln>
                  <a:noFill/>
                </a:ln>
                <a:solidFill>
                  <a:srgbClr val="FFFFFF"/>
                </a:solidFill>
                <a:effectLst/>
                <a:uLnTx/>
                <a:uFillTx/>
                <a:latin typeface="GSK Precision Light" pitchFamily="2" charset="0"/>
                <a:ea typeface="+mn-ea"/>
                <a:cs typeface="Arial" panose="020B0604020202020204" pitchFamily="34" charset="0"/>
              </a:rPr>
              <a:t>I don’t believe in LAMA role in Asthma.</a:t>
            </a:r>
          </a:p>
          <a:p>
            <a:pPr marL="446525" marR="0" lvl="1" indent="-160752" algn="l" defTabSz="121917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GB" sz="1050" b="0" i="0" u="none" strike="noStrike" kern="100" cap="none" spc="0" normalizeH="0" baseline="0" noProof="0" dirty="0">
                <a:ln>
                  <a:noFill/>
                </a:ln>
                <a:solidFill>
                  <a:srgbClr val="FFFFFF"/>
                </a:solidFill>
                <a:effectLst/>
                <a:uLnTx/>
                <a:uFillTx/>
                <a:latin typeface="GSK Precision Light" pitchFamily="2" charset="0"/>
                <a:ea typeface="+mn-ea"/>
                <a:cs typeface="Arial" panose="020B0604020202020204" pitchFamily="34" charset="0"/>
              </a:rPr>
              <a:t>SITT vs ICS/LABA in adverse event.</a:t>
            </a:r>
          </a:p>
        </p:txBody>
      </p:sp>
      <p:sp>
        <p:nvSpPr>
          <p:cNvPr id="30" name="object 29">
            <a:extLst>
              <a:ext uri="{FF2B5EF4-FFF2-40B4-BE49-F238E27FC236}">
                <a16:creationId xmlns:a16="http://schemas.microsoft.com/office/drawing/2014/main" id="{EDA36EC3-C06B-919A-7D82-5F4625C206B7}"/>
              </a:ext>
            </a:extLst>
          </p:cNvPr>
          <p:cNvSpPr/>
          <p:nvPr/>
        </p:nvSpPr>
        <p:spPr>
          <a:xfrm rot="16200000">
            <a:off x="2539031" y="3133764"/>
            <a:ext cx="428295" cy="45719"/>
          </a:xfrm>
          <a:custGeom>
            <a:avLst/>
            <a:gdLst/>
            <a:ahLst/>
            <a:cxnLst/>
            <a:rect l="l" t="t" r="r" b="b"/>
            <a:pathLst>
              <a:path w="1125855" h="156845">
                <a:moveTo>
                  <a:pt x="0" y="0"/>
                </a:moveTo>
                <a:lnTo>
                  <a:pt x="423233" y="0"/>
                </a:lnTo>
                <a:lnTo>
                  <a:pt x="443754" y="1630"/>
                </a:lnTo>
                <a:lnTo>
                  <a:pt x="479930" y="14473"/>
                </a:lnTo>
                <a:lnTo>
                  <a:pt x="509919" y="39632"/>
                </a:lnTo>
                <a:lnTo>
                  <a:pt x="534084" y="76557"/>
                </a:lnTo>
                <a:lnTo>
                  <a:pt x="552789" y="124697"/>
                </a:lnTo>
                <a:lnTo>
                  <a:pt x="560206" y="152801"/>
                </a:lnTo>
                <a:lnTo>
                  <a:pt x="561286" y="156621"/>
                </a:lnTo>
                <a:lnTo>
                  <a:pt x="564522" y="156621"/>
                </a:lnTo>
                <a:lnTo>
                  <a:pt x="565597" y="152801"/>
                </a:lnTo>
                <a:lnTo>
                  <a:pt x="573015" y="124697"/>
                </a:lnTo>
                <a:lnTo>
                  <a:pt x="581707" y="99260"/>
                </a:lnTo>
                <a:lnTo>
                  <a:pt x="603096" y="56658"/>
                </a:lnTo>
                <a:lnTo>
                  <a:pt x="630128" y="25548"/>
                </a:lnTo>
                <a:lnTo>
                  <a:pt x="663165" y="6478"/>
                </a:lnTo>
                <a:lnTo>
                  <a:pt x="702570" y="0"/>
                </a:lnTo>
                <a:lnTo>
                  <a:pt x="1125808" y="0"/>
                </a:lnTo>
              </a:path>
            </a:pathLst>
          </a:custGeom>
          <a:ln w="9525">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10" name="Rectangle 9">
            <a:extLst>
              <a:ext uri="{FF2B5EF4-FFF2-40B4-BE49-F238E27FC236}">
                <a16:creationId xmlns:a16="http://schemas.microsoft.com/office/drawing/2014/main" id="{20FA4BE1-A145-2583-E8BB-ABDFE1CDA7E5}"/>
              </a:ext>
            </a:extLst>
          </p:cNvPr>
          <p:cNvSpPr/>
          <p:nvPr/>
        </p:nvSpPr>
        <p:spPr>
          <a:xfrm>
            <a:off x="9576096" y="2931423"/>
            <a:ext cx="5577538" cy="615848"/>
          </a:xfrm>
          <a:prstGeom prst="rect">
            <a:avLst/>
          </a:prstGeom>
          <a:solidFill>
            <a:srgbClr val="CDFDFF"/>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000000"/>
              </a:solidFill>
              <a:effectLst/>
              <a:uLnTx/>
              <a:uFillTx/>
              <a:latin typeface="GSK Precision" pitchFamily="2" charset="0"/>
              <a:ea typeface="+mn-ea"/>
              <a:cs typeface="Arial"/>
            </a:endParaRPr>
          </a:p>
        </p:txBody>
      </p:sp>
      <p:sp>
        <p:nvSpPr>
          <p:cNvPr id="99" name="Rectangle 98">
            <a:hlinkClick r:id="" action="ppaction://noaction"/>
            <a:extLst>
              <a:ext uri="{FF2B5EF4-FFF2-40B4-BE49-F238E27FC236}">
                <a16:creationId xmlns:a16="http://schemas.microsoft.com/office/drawing/2014/main" id="{800C0AA9-08D2-8D20-1E66-8E5F39FA99E9}"/>
              </a:ext>
            </a:extLst>
          </p:cNvPr>
          <p:cNvSpPr/>
          <p:nvPr/>
        </p:nvSpPr>
        <p:spPr>
          <a:xfrm>
            <a:off x="7732903" y="5311935"/>
            <a:ext cx="2394553" cy="310317"/>
          </a:xfrm>
          <a:prstGeom prst="rect">
            <a:avLst/>
          </a:prstGeom>
          <a:solidFill>
            <a:srgbClr val="009CA4">
              <a:alpha val="82000"/>
            </a:srgbClr>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2" normalizeH="0" baseline="0" noProof="0" dirty="0">
                <a:ln>
                  <a:noFill/>
                </a:ln>
                <a:solidFill>
                  <a:srgbClr val="FFFFFF"/>
                </a:solidFill>
                <a:effectLst/>
                <a:uLnTx/>
                <a:uFillTx/>
                <a:latin typeface="GSK Precision Light" pitchFamily="2" charset="0"/>
                <a:ea typeface="+mn-ea"/>
                <a:cs typeface="Arial"/>
              </a:rPr>
              <a:t>  LAMA EFFICACY</a:t>
            </a:r>
            <a:endParaRPr kumimoji="0" lang="en-GB" sz="1600" b="0" i="0" u="none" strike="noStrike" kern="1200" cap="none" spc="0" normalizeH="0" baseline="0" noProof="0" dirty="0">
              <a:ln>
                <a:noFill/>
              </a:ln>
              <a:solidFill>
                <a:srgbClr val="F36633"/>
              </a:solidFill>
              <a:effectLst/>
              <a:uLnTx/>
              <a:uFillTx/>
              <a:latin typeface="GSK Precision Light" pitchFamily="2" charset="0"/>
              <a:ea typeface="+mn-ea"/>
              <a:cs typeface="Arial"/>
            </a:endParaRPr>
          </a:p>
        </p:txBody>
      </p:sp>
      <p:sp>
        <p:nvSpPr>
          <p:cNvPr id="102" name="Rectangle 101">
            <a:hlinkClick r:id="" action="ppaction://noaction"/>
            <a:extLst>
              <a:ext uri="{FF2B5EF4-FFF2-40B4-BE49-F238E27FC236}">
                <a16:creationId xmlns:a16="http://schemas.microsoft.com/office/drawing/2014/main" id="{CB47EB95-B448-23AA-E08C-88995027E234}"/>
              </a:ext>
            </a:extLst>
          </p:cNvPr>
          <p:cNvSpPr/>
          <p:nvPr/>
        </p:nvSpPr>
        <p:spPr>
          <a:xfrm>
            <a:off x="10228932" y="5300055"/>
            <a:ext cx="1927339" cy="318872"/>
          </a:xfrm>
          <a:prstGeom prst="rect">
            <a:avLst/>
          </a:prstGeom>
          <a:solidFill>
            <a:srgbClr val="009CA4">
              <a:alpha val="82000"/>
            </a:srgbClr>
          </a:solidFill>
          <a:ln w="12700" cap="flat" cmpd="sng" algn="ctr">
            <a:noFill/>
            <a:prstDash val="solid"/>
            <a:miter lim="800000"/>
          </a:ln>
          <a:effectLst/>
        </p:spPr>
        <p:txBody>
          <a:bodyPr rtlCol="0" anchor="ctr"/>
          <a:lstStyle/>
          <a:p>
            <a:pPr marL="5954" marR="0" lvl="0" indent="0" algn="l" defTabSz="1219170" rtl="0" eaLnBrk="1" fontAlgn="auto" latinLnBrk="0" hangingPunct="1">
              <a:lnSpc>
                <a:spcPct val="100000"/>
              </a:lnSpc>
              <a:spcBef>
                <a:spcPts val="47"/>
              </a:spcBef>
              <a:spcAft>
                <a:spcPts val="0"/>
              </a:spcAft>
              <a:buClrTx/>
              <a:buSzTx/>
              <a:buFontTx/>
              <a:buNone/>
              <a:tabLst/>
              <a:defRPr/>
            </a:pPr>
            <a:r>
              <a:rPr kumimoji="0" lang="en-GB" sz="1600" b="0" i="0" u="none" strike="noStrike" kern="1200" cap="none" spc="-2" normalizeH="0" baseline="0" noProof="0" dirty="0">
                <a:ln>
                  <a:noFill/>
                </a:ln>
                <a:solidFill>
                  <a:srgbClr val="FFFFFF"/>
                </a:solidFill>
                <a:effectLst/>
                <a:uLnTx/>
                <a:uFillTx/>
                <a:latin typeface="GSK Precision Light" pitchFamily="2" charset="0"/>
                <a:ea typeface="+mn-ea"/>
                <a:cs typeface="Arial"/>
              </a:rPr>
              <a:t>  SITT SAFETY</a:t>
            </a:r>
          </a:p>
        </p:txBody>
      </p:sp>
      <p:sp>
        <p:nvSpPr>
          <p:cNvPr id="32" name="Rectangle 31">
            <a:extLst>
              <a:ext uri="{FF2B5EF4-FFF2-40B4-BE49-F238E27FC236}">
                <a16:creationId xmlns:a16="http://schemas.microsoft.com/office/drawing/2014/main" id="{CD45DDE8-D53C-F978-87D0-E22007AC2F16}"/>
              </a:ext>
            </a:extLst>
          </p:cNvPr>
          <p:cNvSpPr/>
          <p:nvPr/>
        </p:nvSpPr>
        <p:spPr>
          <a:xfrm>
            <a:off x="0" y="2889460"/>
            <a:ext cx="12191999" cy="597397"/>
          </a:xfrm>
          <a:prstGeom prst="rect">
            <a:avLst/>
          </a:prstGeom>
          <a:solidFill>
            <a:srgbClr val="E5C4BD"/>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2" normalizeH="0" baseline="0" noProof="0">
                <a:ln>
                  <a:noFill/>
                </a:ln>
                <a:solidFill>
                  <a:srgbClr val="FFFFFF"/>
                </a:solidFill>
                <a:effectLst/>
                <a:uLnTx/>
                <a:uFillTx/>
                <a:latin typeface="GSK Precision" pitchFamily="2" charset="0"/>
                <a:ea typeface="+mn-ea"/>
                <a:cs typeface="Arial"/>
              </a:rPr>
              <a:t>   ICS role in COPD</a:t>
            </a:r>
            <a:endParaRPr kumimoji="0" lang="en-GB" sz="2000" b="0" i="0" u="none" strike="noStrike" kern="1200" cap="none" spc="0" normalizeH="0" baseline="0" noProof="0">
              <a:ln>
                <a:noFill/>
              </a:ln>
              <a:solidFill>
                <a:srgbClr val="000000"/>
              </a:solidFill>
              <a:effectLst/>
              <a:uLnTx/>
              <a:uFillTx/>
              <a:latin typeface="GSK Precision" pitchFamily="2" charset="0"/>
              <a:ea typeface="+mn-ea"/>
              <a:cs typeface="Arial"/>
            </a:endParaRPr>
          </a:p>
        </p:txBody>
      </p:sp>
      <p:sp>
        <p:nvSpPr>
          <p:cNvPr id="33" name="object 29">
            <a:extLst>
              <a:ext uri="{FF2B5EF4-FFF2-40B4-BE49-F238E27FC236}">
                <a16:creationId xmlns:a16="http://schemas.microsoft.com/office/drawing/2014/main" id="{277897FC-D79F-236C-4998-F97430CCDE2B}"/>
              </a:ext>
            </a:extLst>
          </p:cNvPr>
          <p:cNvSpPr/>
          <p:nvPr/>
        </p:nvSpPr>
        <p:spPr>
          <a:xfrm rot="16200000">
            <a:off x="2519598" y="3839037"/>
            <a:ext cx="428295" cy="53733"/>
          </a:xfrm>
          <a:custGeom>
            <a:avLst/>
            <a:gdLst/>
            <a:ahLst/>
            <a:cxnLst/>
            <a:rect l="l" t="t" r="r" b="b"/>
            <a:pathLst>
              <a:path w="1125855" h="156845">
                <a:moveTo>
                  <a:pt x="0" y="0"/>
                </a:moveTo>
                <a:lnTo>
                  <a:pt x="423233" y="0"/>
                </a:lnTo>
                <a:lnTo>
                  <a:pt x="443754" y="1630"/>
                </a:lnTo>
                <a:lnTo>
                  <a:pt x="479930" y="14473"/>
                </a:lnTo>
                <a:lnTo>
                  <a:pt x="509919" y="39632"/>
                </a:lnTo>
                <a:lnTo>
                  <a:pt x="534084" y="76557"/>
                </a:lnTo>
                <a:lnTo>
                  <a:pt x="552789" y="124697"/>
                </a:lnTo>
                <a:lnTo>
                  <a:pt x="560206" y="152801"/>
                </a:lnTo>
                <a:lnTo>
                  <a:pt x="561286" y="156621"/>
                </a:lnTo>
                <a:lnTo>
                  <a:pt x="564522" y="156621"/>
                </a:lnTo>
                <a:lnTo>
                  <a:pt x="565597" y="152801"/>
                </a:lnTo>
                <a:lnTo>
                  <a:pt x="573015" y="124697"/>
                </a:lnTo>
                <a:lnTo>
                  <a:pt x="581707" y="99260"/>
                </a:lnTo>
                <a:lnTo>
                  <a:pt x="603096" y="56658"/>
                </a:lnTo>
                <a:lnTo>
                  <a:pt x="630128" y="25548"/>
                </a:lnTo>
                <a:lnTo>
                  <a:pt x="663165" y="6478"/>
                </a:lnTo>
                <a:lnTo>
                  <a:pt x="702570" y="0"/>
                </a:lnTo>
                <a:lnTo>
                  <a:pt x="1125808" y="0"/>
                </a:lnTo>
              </a:path>
            </a:pathLst>
          </a:custGeom>
          <a:ln w="9525">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34" name="TextBox 33">
            <a:extLst>
              <a:ext uri="{FF2B5EF4-FFF2-40B4-BE49-F238E27FC236}">
                <a16:creationId xmlns:a16="http://schemas.microsoft.com/office/drawing/2014/main" id="{4CCE8196-9B85-6750-D405-DE5154103E82}"/>
              </a:ext>
            </a:extLst>
          </p:cNvPr>
          <p:cNvSpPr txBox="1"/>
          <p:nvPr/>
        </p:nvSpPr>
        <p:spPr>
          <a:xfrm>
            <a:off x="2834557" y="3017965"/>
            <a:ext cx="7452304" cy="261610"/>
          </a:xfrm>
          <a:prstGeom prst="rect">
            <a:avLst/>
          </a:prstGeom>
          <a:noFill/>
        </p:spPr>
        <p:txBody>
          <a:bodyPr wrap="square">
            <a:spAutoFit/>
          </a:bodyPr>
          <a:lstStyle/>
          <a:p>
            <a:pPr marL="160752" marR="0" lvl="0" indent="-160752" algn="l" defTabSz="121917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a:ln>
                  <a:noFill/>
                </a:ln>
                <a:solidFill>
                  <a:srgbClr val="FFFFFF"/>
                </a:solidFill>
                <a:effectLst/>
                <a:uLnTx/>
                <a:uFillTx/>
                <a:latin typeface="GSK Precision Light" pitchFamily="2" charset="0"/>
                <a:ea typeface="+mn-ea"/>
                <a:cs typeface="Arial" panose="020B0604020202020204" pitchFamily="34" charset="0"/>
              </a:rPr>
              <a:t>Adding ICS increase the risk of pneumonia for COPD Patients</a:t>
            </a:r>
            <a:endParaRPr kumimoji="0" lang="en-GB" sz="1050" b="0" i="0" u="none" strike="noStrike" kern="100" cap="none" spc="0" normalizeH="0" baseline="0" noProof="0">
              <a:ln>
                <a:noFill/>
              </a:ln>
              <a:solidFill>
                <a:srgbClr val="FFFFFF"/>
              </a:solidFill>
              <a:effectLst/>
              <a:uLnTx/>
              <a:uFillTx/>
              <a:latin typeface="GSK Precision Light" pitchFamily="2" charset="0"/>
              <a:ea typeface="+mn-ea"/>
              <a:cs typeface="Arial" panose="020B0604020202020204" pitchFamily="34" charset="0"/>
            </a:endParaRPr>
          </a:p>
        </p:txBody>
      </p:sp>
      <p:sp>
        <p:nvSpPr>
          <p:cNvPr id="35" name="Rectangle 34">
            <a:hlinkClick r:id="" action="ppaction://noaction"/>
            <a:extLst>
              <a:ext uri="{FF2B5EF4-FFF2-40B4-BE49-F238E27FC236}">
                <a16:creationId xmlns:a16="http://schemas.microsoft.com/office/drawing/2014/main" id="{8083F688-0CE0-74BA-AC81-EC679C6B53D6}"/>
              </a:ext>
            </a:extLst>
          </p:cNvPr>
          <p:cNvSpPr/>
          <p:nvPr/>
        </p:nvSpPr>
        <p:spPr>
          <a:xfrm>
            <a:off x="-22278" y="4324047"/>
            <a:ext cx="12214277" cy="781548"/>
          </a:xfrm>
          <a:prstGeom prst="rect">
            <a:avLst/>
          </a:prstGeom>
          <a:solidFill>
            <a:schemeClr val="tx2"/>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2" normalizeH="0" baseline="0" noProof="0">
                <a:ln>
                  <a:noFill/>
                </a:ln>
                <a:solidFill>
                  <a:srgbClr val="FFFFFF"/>
                </a:solidFill>
                <a:effectLst/>
                <a:uLnTx/>
                <a:uFillTx/>
                <a:latin typeface="GSK Precision" pitchFamily="2" charset="0"/>
                <a:ea typeface="+mn-ea"/>
                <a:cs typeface="Arial"/>
              </a:rPr>
              <a:t>TRELEGY vs </a:t>
            </a:r>
            <a:r>
              <a:rPr kumimoji="0" lang="en-GB" sz="2000" b="0" i="0" u="none" strike="noStrike" kern="1200" cap="none" spc="-2" normalizeH="0" baseline="0" noProof="0" err="1">
                <a:ln>
                  <a:noFill/>
                </a:ln>
                <a:solidFill>
                  <a:srgbClr val="FFFFFF"/>
                </a:solidFill>
                <a:effectLst/>
                <a:uLnTx/>
                <a:uFillTx/>
                <a:latin typeface="GSK Precision" pitchFamily="2" charset="0"/>
                <a:ea typeface="+mn-ea"/>
                <a:cs typeface="Arial"/>
              </a:rPr>
              <a:t>Breztri</a:t>
            </a:r>
            <a:r>
              <a:rPr kumimoji="0" lang="en-GB" sz="2000" b="0" i="0" u="none" strike="noStrike" kern="1200" cap="none" spc="-2" normalizeH="0" baseline="0" noProof="0">
                <a:ln>
                  <a:noFill/>
                </a:ln>
                <a:solidFill>
                  <a:srgbClr val="FFFFFF"/>
                </a:solidFill>
                <a:effectLst/>
                <a:uLnTx/>
                <a:uFillTx/>
                <a:latin typeface="GSK Precision" pitchFamily="2" charset="0"/>
                <a:ea typeface="+mn-ea"/>
                <a:cs typeface="Arial"/>
              </a:rPr>
              <a:t> in Asthma</a:t>
            </a:r>
            <a:endParaRPr kumimoji="0" lang="en-GB" sz="2000" b="0" i="0" u="none" strike="noStrike" kern="1200" cap="none" spc="0" normalizeH="0" baseline="0" noProof="0">
              <a:ln>
                <a:noFill/>
              </a:ln>
              <a:solidFill>
                <a:srgbClr val="000000"/>
              </a:solidFill>
              <a:effectLst/>
              <a:uLnTx/>
              <a:uFillTx/>
              <a:latin typeface="GSK Precision" pitchFamily="2" charset="0"/>
              <a:ea typeface="+mn-ea"/>
              <a:cs typeface="Arial"/>
            </a:endParaRPr>
          </a:p>
        </p:txBody>
      </p:sp>
      <p:sp>
        <p:nvSpPr>
          <p:cNvPr id="36" name="Rectangle 35">
            <a:hlinkClick r:id="rId2" action="ppaction://hlinksldjump"/>
            <a:extLst>
              <a:ext uri="{FF2B5EF4-FFF2-40B4-BE49-F238E27FC236}">
                <a16:creationId xmlns:a16="http://schemas.microsoft.com/office/drawing/2014/main" id="{6D052E57-D31B-F28D-8782-AB1C95997877}"/>
              </a:ext>
            </a:extLst>
          </p:cNvPr>
          <p:cNvSpPr/>
          <p:nvPr/>
        </p:nvSpPr>
        <p:spPr>
          <a:xfrm>
            <a:off x="8163" y="3598691"/>
            <a:ext cx="12214276" cy="643402"/>
          </a:xfrm>
          <a:prstGeom prst="rect">
            <a:avLst/>
          </a:prstGeom>
          <a:solidFill>
            <a:srgbClr val="199CC8"/>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2" normalizeH="0" baseline="0" noProof="0">
                <a:ln>
                  <a:noFill/>
                </a:ln>
                <a:solidFill>
                  <a:srgbClr val="FFFFFF"/>
                </a:solidFill>
                <a:effectLst/>
                <a:uLnTx/>
                <a:uFillTx/>
                <a:latin typeface="GSK Precision" pitchFamily="2" charset="0"/>
                <a:ea typeface="+mn-ea"/>
                <a:cs typeface="Arial"/>
              </a:rPr>
              <a:t> TRELEGY vs </a:t>
            </a:r>
            <a:r>
              <a:rPr kumimoji="0" lang="en-GB" sz="2000" b="0" i="0" u="none" strike="noStrike" kern="1200" cap="none" spc="-2" normalizeH="0" baseline="0" noProof="0" err="1">
                <a:ln>
                  <a:noFill/>
                </a:ln>
                <a:solidFill>
                  <a:srgbClr val="FFFFFF"/>
                </a:solidFill>
                <a:effectLst/>
                <a:uLnTx/>
                <a:uFillTx/>
                <a:latin typeface="GSK Precision" pitchFamily="2" charset="0"/>
                <a:ea typeface="+mn-ea"/>
                <a:cs typeface="Arial"/>
              </a:rPr>
              <a:t>Breztri</a:t>
            </a:r>
            <a:r>
              <a:rPr kumimoji="0" lang="en-GB" sz="2000" b="0" i="0" u="none" strike="noStrike" kern="1200" cap="none" spc="-2" normalizeH="0" baseline="0" noProof="0">
                <a:ln>
                  <a:noFill/>
                </a:ln>
                <a:solidFill>
                  <a:srgbClr val="FFFFFF"/>
                </a:solidFill>
                <a:effectLst/>
                <a:uLnTx/>
                <a:uFillTx/>
                <a:latin typeface="GSK Precision" pitchFamily="2" charset="0"/>
                <a:ea typeface="+mn-ea"/>
                <a:cs typeface="Arial"/>
              </a:rPr>
              <a:t> in COPD</a:t>
            </a:r>
            <a:endParaRPr kumimoji="0" lang="en-GB" sz="2000" b="0" i="0" u="none" strike="noStrike" kern="1200" cap="none" spc="0" normalizeH="0" baseline="0" noProof="0">
              <a:ln>
                <a:noFill/>
              </a:ln>
              <a:solidFill>
                <a:srgbClr val="000000"/>
              </a:solidFill>
              <a:effectLst/>
              <a:uLnTx/>
              <a:uFillTx/>
              <a:latin typeface="GSK Precision" pitchFamily="2" charset="0"/>
              <a:ea typeface="+mn-ea"/>
              <a:cs typeface="Arial"/>
            </a:endParaRPr>
          </a:p>
        </p:txBody>
      </p:sp>
      <p:sp>
        <p:nvSpPr>
          <p:cNvPr id="37" name="TextBox 36">
            <a:extLst>
              <a:ext uri="{FF2B5EF4-FFF2-40B4-BE49-F238E27FC236}">
                <a16:creationId xmlns:a16="http://schemas.microsoft.com/office/drawing/2014/main" id="{C2000FC9-2A2A-4306-ED4C-0FC0BF96764A}"/>
              </a:ext>
            </a:extLst>
          </p:cNvPr>
          <p:cNvSpPr txBox="1"/>
          <p:nvPr/>
        </p:nvSpPr>
        <p:spPr>
          <a:xfrm>
            <a:off x="3832119" y="4273790"/>
            <a:ext cx="8359880" cy="856645"/>
          </a:xfrm>
          <a:prstGeom prst="rect">
            <a:avLst/>
          </a:prstGeom>
          <a:noFill/>
        </p:spPr>
        <p:txBody>
          <a:bodyPr wrap="square">
            <a:spAutoFit/>
          </a:bodyPr>
          <a:lstStyle/>
          <a:p>
            <a:pPr marL="139318" marR="2382" lvl="0" indent="-133960" algn="l" defTabSz="1219170" rtl="0" eaLnBrk="1" fontAlgn="auto" latinLnBrk="0" hangingPunct="1">
              <a:lnSpc>
                <a:spcPts val="2025"/>
              </a:lnSpc>
              <a:spcBef>
                <a:spcPts val="300"/>
              </a:spcBef>
              <a:spcAft>
                <a:spcPts val="0"/>
              </a:spcAft>
              <a:buClrTx/>
              <a:buSzTx/>
              <a:buFont typeface="Courier New" panose="02070309020205020404" pitchFamily="49" charset="0"/>
              <a:buChar char="o"/>
              <a:tabLst/>
              <a:defRPr/>
            </a:pPr>
            <a:r>
              <a:rPr kumimoji="0" lang="en-GB" sz="1400" b="0" i="0" u="none" strike="noStrike" kern="1200" cap="none" spc="-2" normalizeH="0" baseline="0" noProof="0">
                <a:ln>
                  <a:noFill/>
                </a:ln>
                <a:solidFill>
                  <a:srgbClr val="FFFFFF"/>
                </a:solidFill>
                <a:effectLst/>
                <a:uLnTx/>
                <a:uFillTx/>
                <a:latin typeface="GSK Precision Light" pitchFamily="2" charset="0"/>
                <a:ea typeface="+mn-ea"/>
                <a:cs typeface="Arial"/>
              </a:rPr>
              <a:t>I do prefer to shift from Symbicort to </a:t>
            </a:r>
            <a:r>
              <a:rPr kumimoji="0" lang="en-GB" sz="1400" b="0" i="0" u="none" strike="noStrike" kern="1200" cap="none" spc="-2" normalizeH="0" baseline="0" noProof="0" err="1">
                <a:ln>
                  <a:noFill/>
                </a:ln>
                <a:solidFill>
                  <a:srgbClr val="FFFFFF"/>
                </a:solidFill>
                <a:effectLst/>
                <a:uLnTx/>
                <a:uFillTx/>
                <a:latin typeface="GSK Precision Light" pitchFamily="2" charset="0"/>
                <a:ea typeface="+mn-ea"/>
                <a:cs typeface="Arial"/>
              </a:rPr>
              <a:t>Breztri</a:t>
            </a:r>
            <a:r>
              <a:rPr kumimoji="0" lang="en-GB" sz="1400" b="0" i="0" u="none" strike="noStrike" kern="1200" cap="none" spc="-2" normalizeH="0" baseline="0" noProof="0">
                <a:ln>
                  <a:noFill/>
                </a:ln>
                <a:solidFill>
                  <a:srgbClr val="FFFFFF"/>
                </a:solidFill>
                <a:effectLst/>
                <a:uLnTx/>
                <a:uFillTx/>
                <a:latin typeface="GSK Precision Light" pitchFamily="2" charset="0"/>
                <a:ea typeface="+mn-ea"/>
                <a:cs typeface="Arial"/>
              </a:rPr>
              <a:t>:</a:t>
            </a:r>
          </a:p>
          <a:p>
            <a:pPr marL="380445" marR="2382" lvl="1" indent="-160752" algn="l" defTabSz="1219170" rtl="0" eaLnBrk="1" fontAlgn="auto" latinLnBrk="0" hangingPunct="1">
              <a:lnSpc>
                <a:spcPct val="100000"/>
              </a:lnSpc>
              <a:spcBef>
                <a:spcPts val="300"/>
              </a:spcBef>
              <a:spcAft>
                <a:spcPts val="0"/>
              </a:spcAft>
              <a:buClrTx/>
              <a:buSzTx/>
              <a:buFont typeface="Wingdings" panose="05000000000000000000" pitchFamily="2" charset="2"/>
              <a:buChar char="Ø"/>
              <a:tabLst/>
              <a:defRPr/>
            </a:pPr>
            <a:r>
              <a:rPr kumimoji="0" lang="en-GB" sz="1400" b="0" i="0" u="none" strike="noStrike" kern="1200" cap="none" spc="-2" normalizeH="0" baseline="0" noProof="0">
                <a:ln>
                  <a:noFill/>
                </a:ln>
                <a:solidFill>
                  <a:srgbClr val="FFFFFF"/>
                </a:solidFill>
                <a:effectLst/>
                <a:uLnTx/>
                <a:uFillTx/>
                <a:latin typeface="GSK Precision Light" pitchFamily="2" charset="0"/>
                <a:ea typeface="+mn-ea"/>
                <a:cs typeface="Arial"/>
              </a:rPr>
              <a:t>Keeping the same ICS/LABA</a:t>
            </a:r>
          </a:p>
          <a:p>
            <a:pPr marL="380445" marR="2382" lvl="1" indent="-160752" algn="l" defTabSz="1219170" rtl="0" eaLnBrk="1" fontAlgn="auto" latinLnBrk="0" hangingPunct="1">
              <a:lnSpc>
                <a:spcPct val="100000"/>
              </a:lnSpc>
              <a:spcBef>
                <a:spcPts val="300"/>
              </a:spcBef>
              <a:spcAft>
                <a:spcPts val="0"/>
              </a:spcAft>
              <a:buClrTx/>
              <a:buSzTx/>
              <a:buFont typeface="Wingdings" panose="05000000000000000000" pitchFamily="2" charset="2"/>
              <a:buChar char="Ø"/>
              <a:tabLst/>
              <a:defRPr/>
            </a:pPr>
            <a:r>
              <a:rPr kumimoji="0" lang="en-GB" sz="1400" b="0" i="0" u="none" strike="noStrike" kern="1200" cap="none" spc="-2" normalizeH="0" baseline="0" noProof="0">
                <a:ln>
                  <a:noFill/>
                </a:ln>
                <a:solidFill>
                  <a:srgbClr val="FFFFFF"/>
                </a:solidFill>
                <a:effectLst/>
                <a:uLnTx/>
                <a:uFillTx/>
                <a:latin typeface="GSK Precision Light" pitchFamily="2" charset="0"/>
                <a:ea typeface="+mn-ea"/>
                <a:cs typeface="Arial"/>
              </a:rPr>
              <a:t>Moving to MDI for more patient convenient/lung deposition/ease of use</a:t>
            </a:r>
            <a:endParaRPr kumimoji="0" lang="en-GB" sz="1400" b="0" i="0" u="none" strike="noStrike" kern="1200" cap="none" spc="0" normalizeH="0" baseline="0" noProof="0">
              <a:ln>
                <a:noFill/>
              </a:ln>
              <a:solidFill>
                <a:srgbClr val="FFFFFF"/>
              </a:solidFill>
              <a:effectLst/>
              <a:uLnTx/>
              <a:uFillTx/>
              <a:latin typeface="GSK Precision Light" pitchFamily="2" charset="0"/>
              <a:ea typeface="+mn-ea"/>
              <a:cs typeface="Arial"/>
            </a:endParaRPr>
          </a:p>
        </p:txBody>
      </p:sp>
      <p:sp>
        <p:nvSpPr>
          <p:cNvPr id="38" name="object 29">
            <a:extLst>
              <a:ext uri="{FF2B5EF4-FFF2-40B4-BE49-F238E27FC236}">
                <a16:creationId xmlns:a16="http://schemas.microsoft.com/office/drawing/2014/main" id="{A0D998BD-1A4F-8D01-C5D6-3B3F98F31B8D}"/>
              </a:ext>
            </a:extLst>
          </p:cNvPr>
          <p:cNvSpPr/>
          <p:nvPr/>
        </p:nvSpPr>
        <p:spPr>
          <a:xfrm rot="16200000">
            <a:off x="3390219" y="4723141"/>
            <a:ext cx="428295" cy="52382"/>
          </a:xfrm>
          <a:custGeom>
            <a:avLst/>
            <a:gdLst/>
            <a:ahLst/>
            <a:cxnLst/>
            <a:rect l="l" t="t" r="r" b="b"/>
            <a:pathLst>
              <a:path w="1125855" h="156845">
                <a:moveTo>
                  <a:pt x="0" y="0"/>
                </a:moveTo>
                <a:lnTo>
                  <a:pt x="423233" y="0"/>
                </a:lnTo>
                <a:lnTo>
                  <a:pt x="443754" y="1630"/>
                </a:lnTo>
                <a:lnTo>
                  <a:pt x="479930" y="14473"/>
                </a:lnTo>
                <a:lnTo>
                  <a:pt x="509919" y="39632"/>
                </a:lnTo>
                <a:lnTo>
                  <a:pt x="534084" y="76557"/>
                </a:lnTo>
                <a:lnTo>
                  <a:pt x="552789" y="124697"/>
                </a:lnTo>
                <a:lnTo>
                  <a:pt x="560206" y="152801"/>
                </a:lnTo>
                <a:lnTo>
                  <a:pt x="561286" y="156621"/>
                </a:lnTo>
                <a:lnTo>
                  <a:pt x="564522" y="156621"/>
                </a:lnTo>
                <a:lnTo>
                  <a:pt x="565597" y="152801"/>
                </a:lnTo>
                <a:lnTo>
                  <a:pt x="573015" y="124697"/>
                </a:lnTo>
                <a:lnTo>
                  <a:pt x="581707" y="99260"/>
                </a:lnTo>
                <a:lnTo>
                  <a:pt x="603096" y="56658"/>
                </a:lnTo>
                <a:lnTo>
                  <a:pt x="630128" y="25548"/>
                </a:lnTo>
                <a:lnTo>
                  <a:pt x="663165" y="6478"/>
                </a:lnTo>
                <a:lnTo>
                  <a:pt x="702570" y="0"/>
                </a:lnTo>
                <a:lnTo>
                  <a:pt x="1125808" y="0"/>
                </a:lnTo>
              </a:path>
            </a:pathLst>
          </a:custGeom>
          <a:ln w="9525">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39" name="object 29">
            <a:extLst>
              <a:ext uri="{FF2B5EF4-FFF2-40B4-BE49-F238E27FC236}">
                <a16:creationId xmlns:a16="http://schemas.microsoft.com/office/drawing/2014/main" id="{C0340D86-AC9C-A641-D678-2D91C912725A}"/>
              </a:ext>
            </a:extLst>
          </p:cNvPr>
          <p:cNvSpPr/>
          <p:nvPr/>
        </p:nvSpPr>
        <p:spPr>
          <a:xfrm rot="16200000">
            <a:off x="3370236" y="5486725"/>
            <a:ext cx="428295" cy="39965"/>
          </a:xfrm>
          <a:custGeom>
            <a:avLst/>
            <a:gdLst/>
            <a:ahLst/>
            <a:cxnLst/>
            <a:rect l="l" t="t" r="r" b="b"/>
            <a:pathLst>
              <a:path w="1125855" h="156845">
                <a:moveTo>
                  <a:pt x="0" y="0"/>
                </a:moveTo>
                <a:lnTo>
                  <a:pt x="423233" y="0"/>
                </a:lnTo>
                <a:lnTo>
                  <a:pt x="443754" y="1630"/>
                </a:lnTo>
                <a:lnTo>
                  <a:pt x="479930" y="14473"/>
                </a:lnTo>
                <a:lnTo>
                  <a:pt x="509919" y="39632"/>
                </a:lnTo>
                <a:lnTo>
                  <a:pt x="534084" y="76557"/>
                </a:lnTo>
                <a:lnTo>
                  <a:pt x="552789" y="124697"/>
                </a:lnTo>
                <a:lnTo>
                  <a:pt x="560206" y="152801"/>
                </a:lnTo>
                <a:lnTo>
                  <a:pt x="561286" y="156621"/>
                </a:lnTo>
                <a:lnTo>
                  <a:pt x="564522" y="156621"/>
                </a:lnTo>
                <a:lnTo>
                  <a:pt x="565597" y="152801"/>
                </a:lnTo>
                <a:lnTo>
                  <a:pt x="573015" y="124697"/>
                </a:lnTo>
                <a:lnTo>
                  <a:pt x="581707" y="99260"/>
                </a:lnTo>
                <a:lnTo>
                  <a:pt x="603096" y="56658"/>
                </a:lnTo>
                <a:lnTo>
                  <a:pt x="630128" y="25548"/>
                </a:lnTo>
                <a:lnTo>
                  <a:pt x="663165" y="6478"/>
                </a:lnTo>
                <a:lnTo>
                  <a:pt x="702570" y="0"/>
                </a:lnTo>
                <a:lnTo>
                  <a:pt x="1125808" y="0"/>
                </a:lnTo>
              </a:path>
            </a:pathLst>
          </a:custGeom>
          <a:ln w="9525">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srgbClr val="000000"/>
              </a:solidFill>
              <a:effectLst/>
              <a:uLnTx/>
              <a:uFillTx/>
              <a:latin typeface="GSK Precision Light"/>
              <a:ea typeface="+mn-ea"/>
              <a:cs typeface="Arial"/>
            </a:endParaRPr>
          </a:p>
        </p:txBody>
      </p:sp>
      <p:sp>
        <p:nvSpPr>
          <p:cNvPr id="40" name="Rectangle 39">
            <a:hlinkClick r:id="rId2" action="ppaction://hlinksldjump"/>
            <a:extLst>
              <a:ext uri="{FF2B5EF4-FFF2-40B4-BE49-F238E27FC236}">
                <a16:creationId xmlns:a16="http://schemas.microsoft.com/office/drawing/2014/main" id="{08D82972-6FBD-6754-2A54-D7EF10700EEF}"/>
              </a:ext>
            </a:extLst>
          </p:cNvPr>
          <p:cNvSpPr/>
          <p:nvPr/>
        </p:nvSpPr>
        <p:spPr>
          <a:xfrm>
            <a:off x="8163" y="5792682"/>
            <a:ext cx="12214276" cy="480549"/>
          </a:xfrm>
          <a:prstGeom prst="rect">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l" defTabSz="857341"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2" normalizeH="0" baseline="0" noProof="0">
                <a:ln>
                  <a:noFill/>
                </a:ln>
                <a:solidFill>
                  <a:srgbClr val="FFFFFF"/>
                </a:solidFill>
                <a:effectLst/>
                <a:uLnTx/>
                <a:uFillTx/>
                <a:latin typeface="GSK Precision" pitchFamily="2" charset="0"/>
                <a:ea typeface="+mn-ea"/>
                <a:cs typeface="Arial"/>
              </a:rPr>
              <a:t>Price Handling</a:t>
            </a:r>
            <a:endParaRPr kumimoji="0" lang="en-GB" sz="2000" b="0" i="0" u="none" strike="noStrike" kern="1200" cap="none" spc="0" normalizeH="0" baseline="0" noProof="0">
              <a:ln>
                <a:noFill/>
              </a:ln>
              <a:solidFill>
                <a:srgbClr val="000000"/>
              </a:solidFill>
              <a:effectLst/>
              <a:uLnTx/>
              <a:uFillTx/>
              <a:latin typeface="GSK Precision" pitchFamily="2" charset="0"/>
              <a:ea typeface="+mn-ea"/>
              <a:cs typeface="Arial"/>
            </a:endParaRPr>
          </a:p>
        </p:txBody>
      </p:sp>
      <p:sp>
        <p:nvSpPr>
          <p:cNvPr id="44" name="TextBox 43">
            <a:extLst>
              <a:ext uri="{FF2B5EF4-FFF2-40B4-BE49-F238E27FC236}">
                <a16:creationId xmlns:a16="http://schemas.microsoft.com/office/drawing/2014/main" id="{770BC96A-B776-5195-487C-6C7092E33C4E}"/>
              </a:ext>
            </a:extLst>
          </p:cNvPr>
          <p:cNvSpPr txBox="1"/>
          <p:nvPr/>
        </p:nvSpPr>
        <p:spPr>
          <a:xfrm>
            <a:off x="3546631" y="3679654"/>
            <a:ext cx="9263509" cy="618439"/>
          </a:xfrm>
          <a:prstGeom prst="rect">
            <a:avLst/>
          </a:prstGeom>
          <a:noFill/>
        </p:spPr>
        <p:txBody>
          <a:bodyPr wrap="square">
            <a:spAutoFit/>
          </a:bodyPr>
          <a:lstStyle/>
          <a:p>
            <a:pPr marL="139318" marR="2382" lvl="0" indent="-133960" algn="l" defTabSz="1219170" rtl="0" eaLnBrk="1" fontAlgn="auto" latinLnBrk="0" hangingPunct="1">
              <a:lnSpc>
                <a:spcPts val="2025"/>
              </a:lnSpc>
              <a:spcBef>
                <a:spcPts val="300"/>
              </a:spcBef>
              <a:spcAft>
                <a:spcPts val="0"/>
              </a:spcAft>
              <a:buClrTx/>
              <a:buSzTx/>
              <a:buFont typeface="Courier New" panose="02070309020205020404" pitchFamily="49" charset="0"/>
              <a:buChar char="o"/>
              <a:tabLst/>
              <a:defRPr/>
            </a:pPr>
            <a:r>
              <a:rPr kumimoji="0" lang="en-GB" sz="1400" b="0" i="0" u="none" strike="noStrike" kern="1200" cap="none" spc="-2" normalizeH="0" baseline="0" noProof="0" dirty="0">
                <a:ln>
                  <a:noFill/>
                </a:ln>
                <a:solidFill>
                  <a:srgbClr val="FFFFFF"/>
                </a:solidFill>
                <a:effectLst/>
                <a:uLnTx/>
                <a:uFillTx/>
                <a:latin typeface="GSK Precision Light" pitchFamily="2" charset="0"/>
                <a:ea typeface="+mn-ea"/>
                <a:cs typeface="Arial"/>
              </a:rPr>
              <a:t>I do prefer to shift from Symbicort to </a:t>
            </a:r>
            <a:r>
              <a:rPr kumimoji="0" lang="en-GB" sz="1400" b="0" i="0" u="none" strike="noStrike" kern="1200" cap="none" spc="-2" normalizeH="0" baseline="0" noProof="0" dirty="0" err="1">
                <a:ln>
                  <a:noFill/>
                </a:ln>
                <a:solidFill>
                  <a:srgbClr val="FFFFFF"/>
                </a:solidFill>
                <a:effectLst/>
                <a:uLnTx/>
                <a:uFillTx/>
                <a:latin typeface="GSK Precision Light" pitchFamily="2" charset="0"/>
                <a:ea typeface="+mn-ea"/>
                <a:cs typeface="Arial"/>
              </a:rPr>
              <a:t>Breztri</a:t>
            </a:r>
            <a:r>
              <a:rPr kumimoji="0" lang="en-GB" sz="1400" b="0" i="0" u="none" strike="noStrike" kern="1200" cap="none" spc="-2" normalizeH="0" baseline="0" noProof="0" dirty="0">
                <a:ln>
                  <a:noFill/>
                </a:ln>
                <a:solidFill>
                  <a:srgbClr val="FFFFFF"/>
                </a:solidFill>
                <a:effectLst/>
                <a:uLnTx/>
                <a:uFillTx/>
                <a:latin typeface="GSK Precision Light" pitchFamily="2" charset="0"/>
                <a:ea typeface="+mn-ea"/>
                <a:cs typeface="Arial"/>
              </a:rPr>
              <a:t>:</a:t>
            </a:r>
          </a:p>
          <a:p>
            <a:pPr marL="5358" marR="2382" lvl="0" indent="0" algn="l" defTabSz="1219170" rtl="0" eaLnBrk="1" fontAlgn="auto" latinLnBrk="0" hangingPunct="1">
              <a:lnSpc>
                <a:spcPts val="2025"/>
              </a:lnSpc>
              <a:spcBef>
                <a:spcPts val="300"/>
              </a:spcBef>
              <a:spcAft>
                <a:spcPts val="0"/>
              </a:spcAft>
              <a:buClrTx/>
              <a:buSzTx/>
              <a:buFontTx/>
              <a:buNone/>
              <a:tabLst/>
              <a:defRPr/>
            </a:pPr>
            <a:r>
              <a:rPr kumimoji="0" lang="en-GB" sz="1400" b="0" i="0" u="none" strike="noStrike" kern="1200" cap="none" spc="-2" normalizeH="0" baseline="0" noProof="0" dirty="0">
                <a:ln>
                  <a:noFill/>
                </a:ln>
                <a:solidFill>
                  <a:srgbClr val="FFFFFF"/>
                </a:solidFill>
                <a:effectLst/>
                <a:uLnTx/>
                <a:uFillTx/>
                <a:latin typeface="GSK Precision Light" pitchFamily="2" charset="0"/>
                <a:ea typeface="+mn-ea"/>
                <a:cs typeface="Arial"/>
              </a:rPr>
              <a:t>- Keeping the same ICS/LABA      - Moving to MDI for more </a:t>
            </a:r>
            <a:r>
              <a:rPr kumimoji="0" lang="en-GB" sz="1400" b="0" i="0" u="none" strike="noStrike" kern="1200" cap="none" spc="-2" normalizeH="0" baseline="0" noProof="0" dirty="0" err="1">
                <a:ln>
                  <a:noFill/>
                </a:ln>
                <a:solidFill>
                  <a:srgbClr val="FFFFFF"/>
                </a:solidFill>
                <a:effectLst/>
                <a:uLnTx/>
                <a:uFillTx/>
                <a:latin typeface="GSK Precision Light" pitchFamily="2" charset="0"/>
                <a:ea typeface="+mn-ea"/>
                <a:cs typeface="Arial"/>
              </a:rPr>
              <a:t>patientconvenient</a:t>
            </a:r>
            <a:r>
              <a:rPr kumimoji="0" lang="en-GB" sz="1400" b="0" i="0" u="none" strike="noStrike" kern="1200" cap="none" spc="-2" normalizeH="0" baseline="0" noProof="0" dirty="0">
                <a:ln>
                  <a:noFill/>
                </a:ln>
                <a:solidFill>
                  <a:srgbClr val="FFFFFF"/>
                </a:solidFill>
                <a:effectLst/>
                <a:uLnTx/>
                <a:uFillTx/>
                <a:latin typeface="GSK Precision Light" pitchFamily="2" charset="0"/>
                <a:ea typeface="+mn-ea"/>
                <a:cs typeface="Arial"/>
              </a:rPr>
              <a:t>/lung deposition/ease of use</a:t>
            </a:r>
            <a:endParaRPr kumimoji="0" lang="en-GB" sz="1400" b="0" i="0" u="none" strike="noStrike" kern="1200" cap="none" spc="0" normalizeH="0" baseline="0" noProof="0" dirty="0">
              <a:ln>
                <a:noFill/>
              </a:ln>
              <a:solidFill>
                <a:srgbClr val="FFFFFF"/>
              </a:solidFill>
              <a:effectLst/>
              <a:uLnTx/>
              <a:uFillTx/>
              <a:latin typeface="GSK Precision Light" pitchFamily="2" charset="0"/>
              <a:ea typeface="+mn-ea"/>
              <a:cs typeface="Arial"/>
            </a:endParaRPr>
          </a:p>
        </p:txBody>
      </p:sp>
      <p:sp>
        <p:nvSpPr>
          <p:cNvPr id="4" name="Footer Placeholder 3">
            <a:extLst>
              <a:ext uri="{FF2B5EF4-FFF2-40B4-BE49-F238E27FC236}">
                <a16:creationId xmlns:a16="http://schemas.microsoft.com/office/drawing/2014/main" id="{24FC10A7-8D06-27FA-4742-DFA97C582970}"/>
              </a:ext>
            </a:extLst>
          </p:cNvPr>
          <p:cNvSpPr txBox="1">
            <a:spLocks/>
          </p:cNvSpPr>
          <p:nvPr/>
        </p:nvSpPr>
        <p:spPr>
          <a:xfrm>
            <a:off x="-109220" y="6595427"/>
            <a:ext cx="5778500" cy="365125"/>
          </a:xfrm>
          <a:prstGeom prst="rect">
            <a:avLst/>
          </a:prstGeom>
        </p:spPr>
        <p:txBody>
          <a:bodyPr vert="horz" lIns="91440" tIns="45720" rIns="91440" bIns="45720" rtlCol="0" anchor="ctr"/>
          <a:lstStyle>
            <a:defPPr>
              <a:defRPr lang="en-US"/>
            </a:defPPr>
            <a:lvl1pPr marL="0" algn="ctr" defTabSz="1219170" rtl="0" eaLnBrk="1" latinLnBrk="0" hangingPunct="1">
              <a:defRPr sz="1200" kern="1200">
                <a:solidFill>
                  <a:schemeClr val="tx1">
                    <a:tint val="75000"/>
                  </a:schemeClr>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tint val="75000"/>
                  </a:srgbClr>
                </a:solidFill>
                <a:effectLst/>
                <a:uLnTx/>
                <a:uFillTx/>
                <a:latin typeface="GSK Precision Light"/>
                <a:ea typeface="+mn-ea"/>
                <a:cs typeface="Arial"/>
              </a:rPr>
              <a:t>Confidential, for internal training purposes only - not to be shared externally</a:t>
            </a:r>
          </a:p>
        </p:txBody>
      </p:sp>
      <p:sp>
        <p:nvSpPr>
          <p:cNvPr id="2" name="Slide Number Placeholder 1">
            <a:extLst>
              <a:ext uri="{FF2B5EF4-FFF2-40B4-BE49-F238E27FC236}">
                <a16:creationId xmlns:a16="http://schemas.microsoft.com/office/drawing/2014/main" id="{6A185574-A320-4D8F-42E3-C64E5E722E78}"/>
              </a:ext>
            </a:extLst>
          </p:cNvPr>
          <p:cNvSpPr>
            <a:spLocks noGrp="1"/>
          </p:cNvSpPr>
          <p:nvPr>
            <p:ph type="sldNum" sz="quarter" idx="12"/>
          </p:nvPr>
        </p:nvSpPr>
        <p:spPr/>
        <p:txBody>
          <a:bodyPr/>
          <a:lstStyle/>
          <a:p>
            <a:fld id="{9F9F533D-B52E-4A2F-BF72-0ADD2D94BD75}" type="slidenum">
              <a:rPr lang="en-GB" smtClean="0"/>
              <a:pPr/>
              <a:t>33</a:t>
            </a:fld>
            <a:endParaRPr lang="en-GB"/>
          </a:p>
        </p:txBody>
      </p:sp>
    </p:spTree>
    <p:extLst>
      <p:ext uri="{BB962C8B-B14F-4D97-AF65-F5344CB8AC3E}">
        <p14:creationId xmlns:p14="http://schemas.microsoft.com/office/powerpoint/2010/main" val="3110211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A7F01-89F2-B362-0D4B-62B2AA347F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58138-D2F6-4097-0C75-CB9BFDD7FE69}"/>
              </a:ext>
            </a:extLst>
          </p:cNvPr>
          <p:cNvSpPr>
            <a:spLocks noGrp="1"/>
          </p:cNvSpPr>
          <p:nvPr>
            <p:ph type="title"/>
          </p:nvPr>
        </p:nvSpPr>
        <p:spPr>
          <a:xfrm>
            <a:off x="365127" y="146176"/>
            <a:ext cx="2782050" cy="452062"/>
          </a:xfrm>
        </p:spPr>
        <p:txBody>
          <a:bodyPr anchor="ctr">
            <a:normAutofit/>
          </a:bodyPr>
          <a:lstStyle/>
          <a:p>
            <a:pPr lvl="0">
              <a:defRPr/>
            </a:pPr>
            <a:r>
              <a:rPr lang="en-GB" sz="2400" dirty="0">
                <a:solidFill>
                  <a:srgbClr val="F36633"/>
                </a:solidFill>
                <a:latin typeface="Arial"/>
              </a:rPr>
              <a:t>IMPACT Model</a:t>
            </a:r>
            <a:endParaRPr lang="en-US" sz="2400" dirty="0">
              <a:solidFill>
                <a:srgbClr val="F36633"/>
              </a:solidFill>
              <a:latin typeface="Arial"/>
            </a:endParaRPr>
          </a:p>
        </p:txBody>
      </p:sp>
      <p:sp>
        <p:nvSpPr>
          <p:cNvPr id="3" name="Subtitle 2">
            <a:extLst>
              <a:ext uri="{FF2B5EF4-FFF2-40B4-BE49-F238E27FC236}">
                <a16:creationId xmlns:a16="http://schemas.microsoft.com/office/drawing/2014/main" id="{522BC050-0A66-E2F4-43ED-883EE32AAA81}"/>
              </a:ext>
            </a:extLst>
          </p:cNvPr>
          <p:cNvSpPr>
            <a:spLocks noGrp="1"/>
          </p:cNvSpPr>
          <p:nvPr>
            <p:ph type="subTitle" idx="1"/>
          </p:nvPr>
        </p:nvSpPr>
        <p:spPr>
          <a:xfrm>
            <a:off x="365125" y="598238"/>
            <a:ext cx="11460164" cy="352800"/>
          </a:xfrm>
        </p:spPr>
        <p:txBody>
          <a:bodyPr/>
          <a:lstStyle/>
          <a:p>
            <a:r>
              <a:rPr lang="en-US" sz="2000" b="1" dirty="0"/>
              <a:t>HCP Profile:</a:t>
            </a:r>
            <a:endParaRPr lang="en-US" sz="2000" dirty="0"/>
          </a:p>
        </p:txBody>
      </p:sp>
      <p:sp>
        <p:nvSpPr>
          <p:cNvPr id="25" name="Rectangle 24">
            <a:extLst>
              <a:ext uri="{FF2B5EF4-FFF2-40B4-BE49-F238E27FC236}">
                <a16:creationId xmlns:a16="http://schemas.microsoft.com/office/drawing/2014/main" id="{A7169FAC-78D4-7891-A8A6-B860A42D50D3}"/>
              </a:ext>
            </a:extLst>
          </p:cNvPr>
          <p:cNvSpPr/>
          <p:nvPr/>
        </p:nvSpPr>
        <p:spPr bwMode="auto">
          <a:xfrm>
            <a:off x="2185514" y="8878694"/>
            <a:ext cx="1549579" cy="4281473"/>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50" b="0" i="1" u="none" strike="noStrike" kern="0" cap="none" spc="0" normalizeH="0" baseline="0" noProof="0">
              <a:ln>
                <a:noFill/>
              </a:ln>
              <a:solidFill>
                <a:srgbClr val="000000"/>
              </a:solidFill>
              <a:effectLst/>
              <a:uLnTx/>
              <a:uFillTx/>
              <a:latin typeface="Arial"/>
              <a:ea typeface="+mn-ea"/>
              <a:cs typeface="Noto Sans"/>
            </a:endParaRPr>
          </a:p>
        </p:txBody>
      </p:sp>
      <p:pic>
        <p:nvPicPr>
          <p:cNvPr id="45" name="Picture 6" descr="Discounted Trelegy Online - Insulin Outlet">
            <a:extLst>
              <a:ext uri="{FF2B5EF4-FFF2-40B4-BE49-F238E27FC236}">
                <a16:creationId xmlns:a16="http://schemas.microsoft.com/office/drawing/2014/main" id="{B4C0F603-6130-2211-09F0-4546F2364F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1C09F811-553A-B7F2-1779-5E46E1127242}"/>
              </a:ext>
            </a:extLst>
          </p:cNvPr>
          <p:cNvSpPr/>
          <p:nvPr/>
        </p:nvSpPr>
        <p:spPr bwMode="auto">
          <a:xfrm>
            <a:off x="9701560" y="2358276"/>
            <a:ext cx="2201513" cy="4377571"/>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33" name="Rectangle: Rounded Corners 32">
            <a:extLst>
              <a:ext uri="{FF2B5EF4-FFF2-40B4-BE49-F238E27FC236}">
                <a16:creationId xmlns:a16="http://schemas.microsoft.com/office/drawing/2014/main" id="{27C82C27-27D5-8830-10B6-037109009511}"/>
              </a:ext>
            </a:extLst>
          </p:cNvPr>
          <p:cNvSpPr/>
          <p:nvPr/>
        </p:nvSpPr>
        <p:spPr bwMode="auto">
          <a:xfrm>
            <a:off x="7213604" y="2379023"/>
            <a:ext cx="2337934" cy="4373904"/>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R="0" lvl="0" algn="l" defTabSz="1219170" rtl="0" eaLnBrk="0" fontAlgn="auto" latinLnBrk="0" hangingPunct="0">
              <a:lnSpc>
                <a:spcPct val="100000"/>
              </a:lnSpc>
              <a:spcBef>
                <a:spcPts val="300"/>
              </a:spcBef>
              <a:spcAft>
                <a:spcPts val="300"/>
              </a:spcAft>
              <a:buClr>
                <a:srgbClr val="494F53"/>
              </a:buClr>
              <a:buSzPct val="110000"/>
              <a:tabLst/>
              <a:defRPr/>
            </a:pPr>
            <a:endParaRPr kumimoji="0" lang="en-GB" sz="1600" b="0" i="0" u="none" strike="noStrike" kern="0" cap="none" spc="0" normalizeH="0" baseline="0" noProof="0" dirty="0">
              <a:ln>
                <a:noFill/>
              </a:ln>
              <a:solidFill>
                <a:srgbClr val="000000"/>
              </a:solidFill>
              <a:effectLst/>
              <a:uLnTx/>
              <a:uFillTx/>
              <a:latin typeface="Lato"/>
              <a:ea typeface="+mn-ea"/>
              <a:cs typeface="+mn-cs"/>
            </a:endParaRPr>
          </a:p>
        </p:txBody>
      </p:sp>
      <p:sp>
        <p:nvSpPr>
          <p:cNvPr id="34" name="Rectangle: Rounded Corners 33">
            <a:extLst>
              <a:ext uri="{FF2B5EF4-FFF2-40B4-BE49-F238E27FC236}">
                <a16:creationId xmlns:a16="http://schemas.microsoft.com/office/drawing/2014/main" id="{9161575D-FAF9-2736-D2D4-D4D97BFBAAA3}"/>
              </a:ext>
            </a:extLst>
          </p:cNvPr>
          <p:cNvSpPr/>
          <p:nvPr/>
        </p:nvSpPr>
        <p:spPr bwMode="auto">
          <a:xfrm>
            <a:off x="4666919" y="2379022"/>
            <a:ext cx="2391445" cy="4383843"/>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R="0" lvl="0" algn="l" defTabSz="1219170" rtl="0" eaLnBrk="0" fontAlgn="auto" latinLnBrk="0" hangingPunct="0">
              <a:lnSpc>
                <a:spcPct val="100000"/>
              </a:lnSpc>
              <a:spcBef>
                <a:spcPts val="300"/>
              </a:spcBef>
              <a:spcAft>
                <a:spcPts val="300"/>
              </a:spcAft>
              <a:buClr>
                <a:srgbClr val="494F53"/>
              </a:buClr>
              <a:buSzPct val="110000"/>
              <a:tabLst/>
              <a:defRPr/>
            </a:pPr>
            <a:endParaRPr kumimoji="0" lang="en-GB" sz="1600" b="0" i="0" u="none" strike="noStrike" kern="0" cap="none" spc="0" normalizeH="0" baseline="0" noProof="0" dirty="0">
              <a:ln>
                <a:noFill/>
              </a:ln>
              <a:solidFill>
                <a:srgbClr val="000000"/>
              </a:solidFill>
              <a:effectLst/>
              <a:uLnTx/>
              <a:uFillTx/>
              <a:latin typeface="Lato"/>
              <a:ea typeface="+mn-ea"/>
              <a:cs typeface="+mn-cs"/>
            </a:endParaRPr>
          </a:p>
        </p:txBody>
      </p:sp>
      <p:sp>
        <p:nvSpPr>
          <p:cNvPr id="44" name="Rectangle: Rounded Corners 43">
            <a:extLst>
              <a:ext uri="{FF2B5EF4-FFF2-40B4-BE49-F238E27FC236}">
                <a16:creationId xmlns:a16="http://schemas.microsoft.com/office/drawing/2014/main" id="{1E2F9763-4BF2-7D9E-3F8E-190279639A25}"/>
              </a:ext>
            </a:extLst>
          </p:cNvPr>
          <p:cNvSpPr/>
          <p:nvPr/>
        </p:nvSpPr>
        <p:spPr bwMode="auto">
          <a:xfrm>
            <a:off x="2185514" y="2370793"/>
            <a:ext cx="2391445" cy="4417927"/>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46" name="Rectangle: Rounded Corners 45">
            <a:extLst>
              <a:ext uri="{FF2B5EF4-FFF2-40B4-BE49-F238E27FC236}">
                <a16:creationId xmlns:a16="http://schemas.microsoft.com/office/drawing/2014/main" id="{F9BC475B-D559-7A07-B739-CA947C96A2BC}"/>
              </a:ext>
            </a:extLst>
          </p:cNvPr>
          <p:cNvSpPr/>
          <p:nvPr/>
        </p:nvSpPr>
        <p:spPr bwMode="auto">
          <a:xfrm>
            <a:off x="333400" y="2358276"/>
            <a:ext cx="1734397" cy="4417927"/>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47" name="Rectangle: Rounded Corners 46">
            <a:extLst>
              <a:ext uri="{FF2B5EF4-FFF2-40B4-BE49-F238E27FC236}">
                <a16:creationId xmlns:a16="http://schemas.microsoft.com/office/drawing/2014/main" id="{E37E66A1-450F-EF7F-932C-556062C581D9}"/>
              </a:ext>
            </a:extLst>
          </p:cNvPr>
          <p:cNvSpPr/>
          <p:nvPr/>
        </p:nvSpPr>
        <p:spPr bwMode="auto">
          <a:xfrm>
            <a:off x="358678" y="1050300"/>
            <a:ext cx="1654749" cy="1219049"/>
          </a:xfrm>
          <a:prstGeom prst="roundRect">
            <a:avLst/>
          </a:prstGeom>
          <a:gradFill flip="none" rotWithShape="1">
            <a:gsLst>
              <a:gs pos="0">
                <a:srgbClr val="419D7C">
                  <a:shade val="30000"/>
                  <a:satMod val="115000"/>
                </a:srgbClr>
              </a:gs>
              <a:gs pos="50000">
                <a:srgbClr val="419D7C">
                  <a:shade val="67500"/>
                  <a:satMod val="115000"/>
                </a:srgbClr>
              </a:gs>
              <a:gs pos="100000">
                <a:srgbClr val="419D7C">
                  <a:shade val="100000"/>
                  <a:satMod val="115000"/>
                </a:srgbClr>
              </a:gs>
            </a:gsLst>
            <a:lin ang="2700000" scaled="1"/>
            <a:tileRect/>
          </a:gradFill>
          <a:ln w="79375">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vert" wrap="square" lIns="36000" tIns="36000" rIns="36000" bIns="36000" numCol="1" spcCol="0" rtlCol="0" fromWordArt="0" anchor="ctr" anchorCtr="0" forceAA="0" compatLnSpc="1">
            <a:prstTxWarp prst="textNoShape">
              <a:avLst/>
            </a:prstTxWarp>
            <a:noAutofit/>
          </a:bodyPr>
          <a:lstStyle/>
          <a:p>
            <a:pPr algn="ctr" eaLnBrk="0" hangingPunct="0">
              <a:lnSpc>
                <a:spcPct val="90000"/>
              </a:lnSpc>
              <a:buClr>
                <a:srgbClr val="F36633"/>
              </a:buClr>
              <a:buSzPct val="110000"/>
            </a:pPr>
            <a:endParaRPr lang="en-US" sz="1400" kern="0" err="1">
              <a:solidFill>
                <a:prstClr val="white"/>
              </a:solidFill>
              <a:latin typeface="Arial"/>
            </a:endParaRPr>
          </a:p>
        </p:txBody>
      </p:sp>
      <p:sp>
        <p:nvSpPr>
          <p:cNvPr id="48" name="Rectangle: Rounded Corners 47">
            <a:extLst>
              <a:ext uri="{FF2B5EF4-FFF2-40B4-BE49-F238E27FC236}">
                <a16:creationId xmlns:a16="http://schemas.microsoft.com/office/drawing/2014/main" id="{F74BBE35-244C-3308-D91C-61FA5CD782CC}"/>
              </a:ext>
            </a:extLst>
          </p:cNvPr>
          <p:cNvSpPr/>
          <p:nvPr/>
        </p:nvSpPr>
        <p:spPr bwMode="auto">
          <a:xfrm>
            <a:off x="2135736" y="1054982"/>
            <a:ext cx="2391446" cy="1201851"/>
          </a:xfrm>
          <a:prstGeom prst="round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49" name="Rectangle: Rounded Corners 48">
            <a:extLst>
              <a:ext uri="{FF2B5EF4-FFF2-40B4-BE49-F238E27FC236}">
                <a16:creationId xmlns:a16="http://schemas.microsoft.com/office/drawing/2014/main" id="{5BB9DACD-46A5-D4B5-F194-55A223F2A5BC}"/>
              </a:ext>
            </a:extLst>
          </p:cNvPr>
          <p:cNvSpPr/>
          <p:nvPr/>
        </p:nvSpPr>
        <p:spPr bwMode="auto">
          <a:xfrm>
            <a:off x="4715407" y="1071432"/>
            <a:ext cx="2342958" cy="1197918"/>
          </a:xfrm>
          <a:prstGeom prst="roundRect">
            <a:avLst/>
          </a:prstGeom>
          <a:gradFill flip="none" rotWithShape="1">
            <a:gsLst>
              <a:gs pos="0">
                <a:srgbClr val="CC3399">
                  <a:shade val="30000"/>
                  <a:satMod val="115000"/>
                </a:srgbClr>
              </a:gs>
              <a:gs pos="50000">
                <a:srgbClr val="CC3399">
                  <a:shade val="67500"/>
                  <a:satMod val="115000"/>
                </a:srgbClr>
              </a:gs>
              <a:gs pos="100000">
                <a:srgbClr val="CC3399">
                  <a:shade val="100000"/>
                  <a:satMod val="115000"/>
                </a:srgbClr>
              </a:gs>
            </a:gsLst>
            <a:lin ang="2700000" scaled="1"/>
            <a:tileRect/>
          </a:gradFill>
          <a:ln>
            <a:noFill/>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50" name="Rectangle: Rounded Corners 49">
            <a:extLst>
              <a:ext uri="{FF2B5EF4-FFF2-40B4-BE49-F238E27FC236}">
                <a16:creationId xmlns:a16="http://schemas.microsoft.com/office/drawing/2014/main" id="{C88D8B26-AD71-1DBF-ACC5-B74542187FF1}"/>
              </a:ext>
            </a:extLst>
          </p:cNvPr>
          <p:cNvSpPr/>
          <p:nvPr/>
        </p:nvSpPr>
        <p:spPr bwMode="auto">
          <a:xfrm>
            <a:off x="7213605" y="1054982"/>
            <a:ext cx="2309296" cy="1205170"/>
          </a:xfrm>
          <a:prstGeom prst="roundRect">
            <a:avLst/>
          </a:prstGeom>
          <a:gradFill flip="none" rotWithShape="1">
            <a:gsLst>
              <a:gs pos="0">
                <a:srgbClr val="FF9900">
                  <a:shade val="30000"/>
                  <a:satMod val="115000"/>
                </a:srgbClr>
              </a:gs>
              <a:gs pos="50000">
                <a:srgbClr val="FF9900">
                  <a:shade val="67500"/>
                  <a:satMod val="115000"/>
                </a:srgbClr>
              </a:gs>
              <a:gs pos="100000">
                <a:srgbClr val="FF9900">
                  <a:shade val="100000"/>
                  <a:satMod val="115000"/>
                </a:srgb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2124" tIns="41061" rIns="82124" bIns="41061" anchor="ctr"/>
          <a:lstStyle/>
          <a:p>
            <a:pPr algn="ctr" defTabSz="814388">
              <a:lnSpc>
                <a:spcPct val="90000"/>
              </a:lnSpc>
            </a:pPr>
            <a:endParaRPr lang="en-US" sz="2400" dirty="0">
              <a:solidFill>
                <a:schemeClr val="tx1"/>
              </a:solidFill>
              <a:latin typeface="Arial" charset="0"/>
            </a:endParaRPr>
          </a:p>
        </p:txBody>
      </p:sp>
      <p:sp>
        <p:nvSpPr>
          <p:cNvPr id="53" name="Arrow: Left 52">
            <a:extLst>
              <a:ext uri="{FF2B5EF4-FFF2-40B4-BE49-F238E27FC236}">
                <a16:creationId xmlns:a16="http://schemas.microsoft.com/office/drawing/2014/main" id="{37FD7733-CC26-91BE-E7D5-81F2586646D1}"/>
              </a:ext>
            </a:extLst>
          </p:cNvPr>
          <p:cNvSpPr/>
          <p:nvPr/>
        </p:nvSpPr>
        <p:spPr bwMode="auto">
          <a:xfrm flipH="1">
            <a:off x="9741918" y="1080630"/>
            <a:ext cx="2201513" cy="1188720"/>
          </a:xfrm>
          <a:prstGeom prst="leftArrow">
            <a:avLst>
              <a:gd name="adj1" fmla="val 100000"/>
              <a:gd name="adj2" fmla="val 22500"/>
            </a:avLst>
          </a:prstGeom>
          <a:gradFill flip="none" rotWithShape="1">
            <a:gsLst>
              <a:gs pos="0">
                <a:srgbClr val="D34538">
                  <a:shade val="30000"/>
                  <a:satMod val="115000"/>
                </a:srgbClr>
              </a:gs>
              <a:gs pos="50000">
                <a:srgbClr val="D34538">
                  <a:shade val="67500"/>
                  <a:satMod val="115000"/>
                </a:srgbClr>
              </a:gs>
              <a:gs pos="100000">
                <a:srgbClr val="D34538">
                  <a:shade val="100000"/>
                  <a:satMod val="115000"/>
                </a:srgbClr>
              </a:gs>
            </a:gsLst>
            <a:lin ang="8100000" scaled="1"/>
            <a:tileRect/>
          </a:gradFill>
          <a:ln>
            <a:noFill/>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55" name="Rectangle 54">
            <a:extLst>
              <a:ext uri="{FF2B5EF4-FFF2-40B4-BE49-F238E27FC236}">
                <a16:creationId xmlns:a16="http://schemas.microsoft.com/office/drawing/2014/main" id="{713173FC-D698-A000-B2F7-BAFF0299AC79}"/>
              </a:ext>
            </a:extLst>
          </p:cNvPr>
          <p:cNvSpPr/>
          <p:nvPr/>
        </p:nvSpPr>
        <p:spPr bwMode="auto">
          <a:xfrm>
            <a:off x="2019260" y="2203169"/>
            <a:ext cx="1549579" cy="4532678"/>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50" b="0" i="1" u="none" strike="noStrike" kern="0" cap="none" spc="0" normalizeH="0" baseline="0" noProof="0">
              <a:ln>
                <a:noFill/>
              </a:ln>
              <a:solidFill>
                <a:srgbClr val="000000"/>
              </a:solidFill>
              <a:effectLst/>
              <a:uLnTx/>
              <a:uFillTx/>
              <a:latin typeface="Arial"/>
              <a:ea typeface="+mn-ea"/>
              <a:cs typeface="Noto Sans"/>
            </a:endParaRPr>
          </a:p>
        </p:txBody>
      </p:sp>
      <p:sp>
        <p:nvSpPr>
          <p:cNvPr id="56" name="Rectangle 55">
            <a:extLst>
              <a:ext uri="{FF2B5EF4-FFF2-40B4-BE49-F238E27FC236}">
                <a16:creationId xmlns:a16="http://schemas.microsoft.com/office/drawing/2014/main" id="{5DCA2E4F-7021-6A99-8AF2-A4C9369EA32A}"/>
              </a:ext>
            </a:extLst>
          </p:cNvPr>
          <p:cNvSpPr/>
          <p:nvPr/>
        </p:nvSpPr>
        <p:spPr bwMode="auto">
          <a:xfrm>
            <a:off x="3655839" y="2309706"/>
            <a:ext cx="1579465" cy="440111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100" b="0" i="1" u="none" strike="noStrike" kern="0" cap="none" spc="0" normalizeH="0" baseline="0" noProof="0">
              <a:ln>
                <a:noFill/>
              </a:ln>
              <a:solidFill>
                <a:srgbClr val="000000"/>
              </a:solidFill>
              <a:effectLst/>
              <a:uLnTx/>
              <a:uFillTx/>
              <a:latin typeface="Arial"/>
              <a:ea typeface="+mn-ea"/>
              <a:cs typeface="Noto Sans"/>
            </a:endParaRPr>
          </a:p>
        </p:txBody>
      </p:sp>
      <p:sp>
        <p:nvSpPr>
          <p:cNvPr id="57" name="TextBox 56">
            <a:extLst>
              <a:ext uri="{FF2B5EF4-FFF2-40B4-BE49-F238E27FC236}">
                <a16:creationId xmlns:a16="http://schemas.microsoft.com/office/drawing/2014/main" id="{5567AC63-009A-2915-01CC-1111646F63C5}"/>
              </a:ext>
            </a:extLst>
          </p:cNvPr>
          <p:cNvSpPr txBox="1"/>
          <p:nvPr/>
        </p:nvSpPr>
        <p:spPr>
          <a:xfrm>
            <a:off x="333401" y="1774512"/>
            <a:ext cx="1644626"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PREPARE</a:t>
            </a:r>
          </a:p>
        </p:txBody>
      </p:sp>
      <p:sp>
        <p:nvSpPr>
          <p:cNvPr id="58" name="TextBox 57">
            <a:extLst>
              <a:ext uri="{FF2B5EF4-FFF2-40B4-BE49-F238E27FC236}">
                <a16:creationId xmlns:a16="http://schemas.microsoft.com/office/drawing/2014/main" id="{FEEE7A89-A2B3-80CF-3108-626112DEEB8F}"/>
              </a:ext>
            </a:extLst>
          </p:cNvPr>
          <p:cNvSpPr txBox="1"/>
          <p:nvPr/>
        </p:nvSpPr>
        <p:spPr>
          <a:xfrm>
            <a:off x="2545045" y="1806411"/>
            <a:ext cx="1644626"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ENGAGE</a:t>
            </a:r>
          </a:p>
        </p:txBody>
      </p:sp>
      <p:sp>
        <p:nvSpPr>
          <p:cNvPr id="59" name="TextBox 58">
            <a:extLst>
              <a:ext uri="{FF2B5EF4-FFF2-40B4-BE49-F238E27FC236}">
                <a16:creationId xmlns:a16="http://schemas.microsoft.com/office/drawing/2014/main" id="{891D23EE-490B-C8F1-6A0C-0139547117D0}"/>
              </a:ext>
            </a:extLst>
          </p:cNvPr>
          <p:cNvSpPr txBox="1"/>
          <p:nvPr/>
        </p:nvSpPr>
        <p:spPr>
          <a:xfrm>
            <a:off x="4923244" y="1688901"/>
            <a:ext cx="1878793"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CREATE OPPORTUNITY</a:t>
            </a:r>
          </a:p>
        </p:txBody>
      </p:sp>
      <p:sp>
        <p:nvSpPr>
          <p:cNvPr id="60" name="TextBox 59">
            <a:extLst>
              <a:ext uri="{FF2B5EF4-FFF2-40B4-BE49-F238E27FC236}">
                <a16:creationId xmlns:a16="http://schemas.microsoft.com/office/drawing/2014/main" id="{50897043-71BA-5422-F64A-42122552B7E4}"/>
              </a:ext>
            </a:extLst>
          </p:cNvPr>
          <p:cNvSpPr txBox="1"/>
          <p:nvPr/>
        </p:nvSpPr>
        <p:spPr>
          <a:xfrm>
            <a:off x="10081385" y="1655497"/>
            <a:ext cx="1394550" cy="546287"/>
          </a:xfrm>
          <a:prstGeom prst="rect">
            <a:avLst/>
          </a:prstGeom>
          <a:noFill/>
        </p:spPr>
        <p:txBody>
          <a:bodyPr wrap="square" lIns="180000" tIns="180000" rIns="180000" bIns="180000" rtlCol="0" anchor="ctr">
            <a:noAutofit/>
          </a:bodyPr>
          <a:lstStyle/>
          <a:p>
            <a:pPr marL="0" marR="0" lvl="0" indent="0" algn="ctr" defTabSz="914400">
              <a:lnSpc>
                <a:spcPct val="100000"/>
              </a:lnSpc>
              <a:spcBef>
                <a:spcPts val="0"/>
              </a:spcBef>
              <a:spcAft>
                <a:spcPts val="0"/>
              </a:spcAft>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a:rPr>
              <a:t>CLOSE</a:t>
            </a:r>
            <a:r>
              <a:rPr lang="en-US" sz="1200" b="1" dirty="0">
                <a:solidFill>
                  <a:schemeClr val="bg1"/>
                </a:solidFill>
                <a:latin typeface="Arial"/>
                <a:cs typeface="Arial"/>
              </a:rPr>
              <a:t> WITH IMPACT GSO</a:t>
            </a:r>
            <a:endParaRPr lang="en-US" sz="1200" dirty="0">
              <a:solidFill>
                <a:schemeClr val="bg1"/>
              </a:solidFill>
              <a:latin typeface="Arial"/>
              <a:cs typeface="Arial"/>
            </a:endParaRPr>
          </a:p>
        </p:txBody>
      </p:sp>
      <p:sp>
        <p:nvSpPr>
          <p:cNvPr id="63" name="TextBox 62">
            <a:extLst>
              <a:ext uri="{FF2B5EF4-FFF2-40B4-BE49-F238E27FC236}">
                <a16:creationId xmlns:a16="http://schemas.microsoft.com/office/drawing/2014/main" id="{9A781571-CBD6-9863-360E-63CB57F8D26B}"/>
              </a:ext>
            </a:extLst>
          </p:cNvPr>
          <p:cNvSpPr txBox="1"/>
          <p:nvPr/>
        </p:nvSpPr>
        <p:spPr>
          <a:xfrm>
            <a:off x="7402333" y="1742308"/>
            <a:ext cx="1878793" cy="382370"/>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INFLUENCE</a:t>
            </a:r>
          </a:p>
        </p:txBody>
      </p:sp>
      <p:sp>
        <p:nvSpPr>
          <p:cNvPr id="64" name="Rectangle 63">
            <a:extLst>
              <a:ext uri="{FF2B5EF4-FFF2-40B4-BE49-F238E27FC236}">
                <a16:creationId xmlns:a16="http://schemas.microsoft.com/office/drawing/2014/main" id="{3CACB57F-A74E-073E-6D89-55DEF016AC78}"/>
              </a:ext>
            </a:extLst>
          </p:cNvPr>
          <p:cNvSpPr/>
          <p:nvPr/>
        </p:nvSpPr>
        <p:spPr bwMode="auto">
          <a:xfrm>
            <a:off x="380762" y="2296770"/>
            <a:ext cx="1560605" cy="44140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100" b="0" i="1" u="none" strike="noStrike" kern="0" cap="none" spc="0" normalizeH="0" baseline="0" noProof="0">
              <a:ln>
                <a:noFill/>
              </a:ln>
              <a:solidFill>
                <a:srgbClr val="000000"/>
              </a:solidFill>
              <a:effectLst/>
              <a:uLnTx/>
              <a:uFillTx/>
              <a:latin typeface="Arial"/>
              <a:ea typeface="+mn-ea"/>
              <a:cs typeface="Noto Sans"/>
            </a:endParaRPr>
          </a:p>
        </p:txBody>
      </p:sp>
      <p:sp>
        <p:nvSpPr>
          <p:cNvPr id="65" name="Rectangle 64">
            <a:extLst>
              <a:ext uri="{FF2B5EF4-FFF2-40B4-BE49-F238E27FC236}">
                <a16:creationId xmlns:a16="http://schemas.microsoft.com/office/drawing/2014/main" id="{99080AC3-2753-1F6C-7347-D9D9CCB7557F}"/>
              </a:ext>
            </a:extLst>
          </p:cNvPr>
          <p:cNvSpPr/>
          <p:nvPr/>
        </p:nvSpPr>
        <p:spPr bwMode="auto">
          <a:xfrm>
            <a:off x="7070133" y="2307682"/>
            <a:ext cx="1405769" cy="4483412"/>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00" b="0" i="1" u="none" strike="noStrike" kern="0" cap="none" spc="0" normalizeH="0" baseline="0" noProof="0">
              <a:ln>
                <a:noFill/>
              </a:ln>
              <a:solidFill>
                <a:srgbClr val="000000"/>
              </a:solidFill>
              <a:effectLst/>
              <a:uLnTx/>
              <a:uFillTx/>
              <a:latin typeface="Arial"/>
              <a:ea typeface="+mn-ea"/>
              <a:cs typeface="Noto Sans"/>
            </a:endParaRPr>
          </a:p>
        </p:txBody>
      </p:sp>
      <p:pic>
        <p:nvPicPr>
          <p:cNvPr id="68" name="Graphic 67" descr="Sling outline">
            <a:extLst>
              <a:ext uri="{FF2B5EF4-FFF2-40B4-BE49-F238E27FC236}">
                <a16:creationId xmlns:a16="http://schemas.microsoft.com/office/drawing/2014/main" id="{6AA1551E-B9A8-DADB-58F7-932B34450D9C}"/>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3102467" y="1076383"/>
            <a:ext cx="632626" cy="632624"/>
          </a:xfrm>
          <a:prstGeom prst="rect">
            <a:avLst/>
          </a:prstGeom>
        </p:spPr>
      </p:pic>
      <p:pic>
        <p:nvPicPr>
          <p:cNvPr id="69" name="Graphic 68" descr="Care outline">
            <a:extLst>
              <a:ext uri="{FF2B5EF4-FFF2-40B4-BE49-F238E27FC236}">
                <a16:creationId xmlns:a16="http://schemas.microsoft.com/office/drawing/2014/main" id="{D8F91DE9-9CE0-98EC-90EB-3E9B287860F6}"/>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5588320" y="1054982"/>
            <a:ext cx="548640" cy="548640"/>
          </a:xfrm>
          <a:prstGeom prst="rect">
            <a:avLst/>
          </a:prstGeom>
        </p:spPr>
      </p:pic>
      <p:pic>
        <p:nvPicPr>
          <p:cNvPr id="72" name="Graphic 71" descr="Handshake outline">
            <a:extLst>
              <a:ext uri="{FF2B5EF4-FFF2-40B4-BE49-F238E27FC236}">
                <a16:creationId xmlns:a16="http://schemas.microsoft.com/office/drawing/2014/main" id="{8456E85C-1CB8-7B80-F9DE-F30553377AD0}"/>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10371281" y="1092361"/>
            <a:ext cx="548640" cy="548640"/>
          </a:xfrm>
          <a:prstGeom prst="rect">
            <a:avLst/>
          </a:prstGeom>
        </p:spPr>
      </p:pic>
      <p:pic>
        <p:nvPicPr>
          <p:cNvPr id="79" name="Graphic 78" descr="Head with gears outline">
            <a:extLst>
              <a:ext uri="{FF2B5EF4-FFF2-40B4-BE49-F238E27FC236}">
                <a16:creationId xmlns:a16="http://schemas.microsoft.com/office/drawing/2014/main" id="{D1C7852C-F97A-1544-787D-5A363331EDE4}"/>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07706" y="1054982"/>
            <a:ext cx="724564" cy="724564"/>
          </a:xfrm>
          <a:prstGeom prst="rect">
            <a:avLst/>
          </a:prstGeom>
        </p:spPr>
      </p:pic>
      <p:sp>
        <p:nvSpPr>
          <p:cNvPr id="80" name="Rectangle 79">
            <a:extLst>
              <a:ext uri="{FF2B5EF4-FFF2-40B4-BE49-F238E27FC236}">
                <a16:creationId xmlns:a16="http://schemas.microsoft.com/office/drawing/2014/main" id="{828B81D2-5C86-D58F-D83C-4C0EB7867E4B}"/>
              </a:ext>
            </a:extLst>
          </p:cNvPr>
          <p:cNvSpPr/>
          <p:nvPr/>
        </p:nvSpPr>
        <p:spPr bwMode="auto">
          <a:xfrm>
            <a:off x="8751167" y="2336916"/>
            <a:ext cx="1459104" cy="437390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950" b="0" i="1" u="none" strike="noStrike" kern="0" cap="none" spc="0" normalizeH="0" baseline="0" noProof="0">
              <a:ln>
                <a:noFill/>
              </a:ln>
              <a:solidFill>
                <a:srgbClr val="000000"/>
              </a:solidFill>
              <a:effectLst/>
              <a:uLnTx/>
              <a:uFillTx/>
              <a:latin typeface="Arial"/>
              <a:ea typeface="+mn-ea"/>
              <a:cs typeface="+mn-cs"/>
            </a:endParaRPr>
          </a:p>
        </p:txBody>
      </p:sp>
      <p:sp>
        <p:nvSpPr>
          <p:cNvPr id="81" name="Rectangle 80">
            <a:extLst>
              <a:ext uri="{FF2B5EF4-FFF2-40B4-BE49-F238E27FC236}">
                <a16:creationId xmlns:a16="http://schemas.microsoft.com/office/drawing/2014/main" id="{4EA73CC1-DE8A-01AD-0884-E90236BCFE85}"/>
              </a:ext>
            </a:extLst>
          </p:cNvPr>
          <p:cNvSpPr/>
          <p:nvPr/>
        </p:nvSpPr>
        <p:spPr bwMode="auto">
          <a:xfrm>
            <a:off x="5398330" y="2336916"/>
            <a:ext cx="1459104" cy="437390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950" b="0" i="1" u="none" strike="noStrike" kern="0" cap="none" spc="0" normalizeH="0" baseline="0" noProof="0">
              <a:ln>
                <a:noFill/>
              </a:ln>
              <a:solidFill>
                <a:srgbClr val="000000"/>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4E26C335-AB22-ECA4-490E-655C4E381F5A}"/>
              </a:ext>
            </a:extLst>
          </p:cNvPr>
          <p:cNvSpPr/>
          <p:nvPr/>
        </p:nvSpPr>
        <p:spPr bwMode="auto">
          <a:xfrm>
            <a:off x="7120677" y="946072"/>
            <a:ext cx="2549759" cy="5837682"/>
          </a:xfrm>
          <a:prstGeom prst="roundRect">
            <a:avLst/>
          </a:prstGeom>
          <a:noFill/>
          <a:ln w="19050">
            <a:solidFill>
              <a:schemeClr val="tx1"/>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US" sz="1600" kern="0" err="1">
              <a:solidFill>
                <a:schemeClr val="tx1"/>
              </a:solidFill>
            </a:endParaRPr>
          </a:p>
        </p:txBody>
      </p:sp>
      <p:sp>
        <p:nvSpPr>
          <p:cNvPr id="4" name="Lampada">
            <a:extLst>
              <a:ext uri="{FF2B5EF4-FFF2-40B4-BE49-F238E27FC236}">
                <a16:creationId xmlns:a16="http://schemas.microsoft.com/office/drawing/2014/main" id="{4BAD64E1-D67E-6E55-A7D2-AC25450F1127}"/>
              </a:ext>
            </a:extLst>
          </p:cNvPr>
          <p:cNvSpPr/>
          <p:nvPr/>
        </p:nvSpPr>
        <p:spPr>
          <a:xfrm>
            <a:off x="8099459" y="1150840"/>
            <a:ext cx="537586" cy="567703"/>
          </a:xfrm>
          <a:custGeom>
            <a:avLst/>
            <a:gdLst/>
            <a:ahLst/>
            <a:cxnLst/>
            <a:rect l="l" t="t" r="r" b="b"/>
            <a:pathLst>
              <a:path w="1705013" h="1794750">
                <a:moveTo>
                  <a:pt x="0" y="0"/>
                </a:moveTo>
                <a:lnTo>
                  <a:pt x="1705013" y="0"/>
                </a:lnTo>
                <a:lnTo>
                  <a:pt x="1705013" y="1794750"/>
                </a:lnTo>
                <a:lnTo>
                  <a:pt x="0" y="1794750"/>
                </a:lnTo>
                <a:lnTo>
                  <a:pt x="0" y="0"/>
                </a:lnTo>
                <a:close/>
              </a:path>
            </a:pathLst>
          </a:custGeom>
          <a: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a:blipFill>
          <a:effectLst>
            <a:outerShdw blurRad="63500" sx="102000" sy="102000" algn="ctr" rotWithShape="0">
              <a:prstClr val="black">
                <a:alpha val="40000"/>
              </a:prstClr>
            </a:outerShdw>
          </a:effectLst>
        </p:spPr>
        <p:txBody>
          <a:bodyPr/>
          <a:lstStyle/>
          <a:p>
            <a:endParaRPr lang="en-GB"/>
          </a:p>
        </p:txBody>
      </p:sp>
    </p:spTree>
    <p:extLst>
      <p:ext uri="{BB962C8B-B14F-4D97-AF65-F5344CB8AC3E}">
        <p14:creationId xmlns:p14="http://schemas.microsoft.com/office/powerpoint/2010/main" val="1061295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Rounded Corners 315">
            <a:extLst>
              <a:ext uri="{FF2B5EF4-FFF2-40B4-BE49-F238E27FC236}">
                <a16:creationId xmlns:a16="http://schemas.microsoft.com/office/drawing/2014/main" id="{9FF1FC5B-6B8E-845B-A65F-7E48A88E1E1B}"/>
              </a:ext>
            </a:extLst>
          </p:cNvPr>
          <p:cNvSpPr/>
          <p:nvPr/>
        </p:nvSpPr>
        <p:spPr bwMode="auto">
          <a:xfrm rot="5400000" flipH="1">
            <a:off x="2661747" y="-2661747"/>
            <a:ext cx="6868509" cy="12192001"/>
          </a:xfrm>
          <a:prstGeom prst="roundRect">
            <a:avLst>
              <a:gd name="adj" fmla="val 0"/>
            </a:avLst>
          </a:prstGeom>
          <a:gradFill>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gradFill>
          <a:ln w="79375">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vert" wrap="square" lIns="36000" tIns="36000" rIns="36000" bIns="36000" numCol="1" spcCol="0" rtlCol="0" fromWordArt="0" anchor="ctr" anchorCtr="0" forceAA="0" compatLnSpc="1">
            <a:prstTxWarp prst="textNoShape">
              <a:avLst/>
            </a:prstTxWarp>
            <a:noAutofit/>
          </a:bodyPr>
          <a:lstStyle/>
          <a:p>
            <a:pPr algn="ctr" defTabSz="914400" eaLnBrk="0" hangingPunct="0">
              <a:lnSpc>
                <a:spcPct val="90000"/>
              </a:lnSpc>
              <a:buClr>
                <a:srgbClr val="F36633"/>
              </a:buClr>
              <a:buSzPct val="110000"/>
            </a:pPr>
            <a:endParaRPr lang="en-GB" sz="1400" kern="0">
              <a:solidFill>
                <a:schemeClr val="bg1"/>
              </a:solidFill>
            </a:endParaRPr>
          </a:p>
        </p:txBody>
      </p:sp>
      <p:sp>
        <p:nvSpPr>
          <p:cNvPr id="107" name="TextBox 106">
            <a:extLst>
              <a:ext uri="{FF2B5EF4-FFF2-40B4-BE49-F238E27FC236}">
                <a16:creationId xmlns:a16="http://schemas.microsoft.com/office/drawing/2014/main" id="{57FC656D-7EAC-F524-5B8D-3C54320ACE1F}"/>
              </a:ext>
            </a:extLst>
          </p:cNvPr>
          <p:cNvSpPr txBox="1"/>
          <p:nvPr/>
        </p:nvSpPr>
        <p:spPr>
          <a:xfrm>
            <a:off x="721481" y="3208312"/>
            <a:ext cx="4023752" cy="515758"/>
          </a:xfrm>
          <a:prstGeom prst="rect">
            <a:avLst/>
          </a:prstGeom>
          <a:noFill/>
        </p:spPr>
        <p:txBody>
          <a:bodyPr wrap="square" lIns="180000" tIns="180000" rIns="180000" bIns="180000" rtlCol="0" anchor="ctr">
            <a:noAutofit/>
          </a:bodyPr>
          <a:lstStyle/>
          <a:p>
            <a:pPr algn="ctr">
              <a:spcBef>
                <a:spcPts val="300"/>
              </a:spcBef>
              <a:spcAft>
                <a:spcPts val="300"/>
              </a:spcAft>
              <a:buClr>
                <a:schemeClr val="tx2"/>
              </a:buClr>
              <a:buSzPct val="110000"/>
            </a:pPr>
            <a:r>
              <a:rPr lang="en-US" sz="7200" b="1" dirty="0">
                <a:solidFill>
                  <a:schemeClr val="bg1"/>
                </a:solidFill>
              </a:rPr>
              <a:t>IMPACT GSO</a:t>
            </a:r>
          </a:p>
        </p:txBody>
      </p:sp>
      <p:pic>
        <p:nvPicPr>
          <p:cNvPr id="108" name="Graphic 107">
            <a:extLst>
              <a:ext uri="{FF2B5EF4-FFF2-40B4-BE49-F238E27FC236}">
                <a16:creationId xmlns:a16="http://schemas.microsoft.com/office/drawing/2014/main" id="{B51ADCF0-F151-4E24-C1DA-100D01874CBD}"/>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72" t="25173" r="16016" b="28870"/>
          <a:stretch/>
        </p:blipFill>
        <p:spPr>
          <a:xfrm>
            <a:off x="322824" y="5861243"/>
            <a:ext cx="1586940" cy="585704"/>
          </a:xfrm>
          <a:prstGeom prst="rect">
            <a:avLst/>
          </a:prstGeom>
        </p:spPr>
      </p:pic>
      <p:pic>
        <p:nvPicPr>
          <p:cNvPr id="2" name="Picture 6" descr="Discounted Trelegy Online - Insulin Outlet">
            <a:extLst>
              <a:ext uri="{FF2B5EF4-FFF2-40B4-BE49-F238E27FC236}">
                <a16:creationId xmlns:a16="http://schemas.microsoft.com/office/drawing/2014/main" id="{776085B1-1CAB-02E5-FC56-A2E2FD77DB7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2877" b="17814"/>
          <a:stretch/>
        </p:blipFill>
        <p:spPr bwMode="auto">
          <a:xfrm>
            <a:off x="9459604" y="165679"/>
            <a:ext cx="2202305" cy="704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7795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reeform 11">
            <a:extLst>
              <a:ext uri="{FF2B5EF4-FFF2-40B4-BE49-F238E27FC236}">
                <a16:creationId xmlns:a16="http://schemas.microsoft.com/office/drawing/2014/main" id="{72239D52-2E68-0A40-AE96-B553BA14BFA2}"/>
              </a:ext>
            </a:extLst>
          </p:cNvPr>
          <p:cNvSpPr>
            <a:spLocks/>
          </p:cNvSpPr>
          <p:nvPr/>
        </p:nvSpPr>
        <p:spPr bwMode="auto">
          <a:xfrm>
            <a:off x="7235341" y="3988328"/>
            <a:ext cx="1188720" cy="1188720"/>
          </a:xfrm>
          <a:custGeom>
            <a:avLst/>
            <a:gdLst>
              <a:gd name="T0" fmla="*/ 139 w 278"/>
              <a:gd name="T1" fmla="*/ 0 h 279"/>
              <a:gd name="T2" fmla="*/ 85 w 278"/>
              <a:gd name="T3" fmla="*/ 11 h 279"/>
              <a:gd name="T4" fmla="*/ 41 w 278"/>
              <a:gd name="T5" fmla="*/ 41 h 279"/>
              <a:gd name="T6" fmla="*/ 11 w 278"/>
              <a:gd name="T7" fmla="*/ 85 h 279"/>
              <a:gd name="T8" fmla="*/ 0 w 278"/>
              <a:gd name="T9" fmla="*/ 139 h 279"/>
              <a:gd name="T10" fmla="*/ 11 w 278"/>
              <a:gd name="T11" fmla="*/ 194 h 279"/>
              <a:gd name="T12" fmla="*/ 41 w 278"/>
              <a:gd name="T13" fmla="*/ 238 h 279"/>
              <a:gd name="T14" fmla="*/ 85 w 278"/>
              <a:gd name="T15" fmla="*/ 268 h 279"/>
              <a:gd name="T16" fmla="*/ 139 w 278"/>
              <a:gd name="T17" fmla="*/ 279 h 279"/>
              <a:gd name="T18" fmla="*/ 194 w 278"/>
              <a:gd name="T19" fmla="*/ 268 h 279"/>
              <a:gd name="T20" fmla="*/ 238 w 278"/>
              <a:gd name="T21" fmla="*/ 238 h 279"/>
              <a:gd name="T22" fmla="*/ 268 w 278"/>
              <a:gd name="T23" fmla="*/ 194 h 279"/>
              <a:gd name="T24" fmla="*/ 278 w 278"/>
              <a:gd name="T25" fmla="*/ 139 h 279"/>
              <a:gd name="T26" fmla="*/ 268 w 278"/>
              <a:gd name="T27" fmla="*/ 85 h 279"/>
              <a:gd name="T28" fmla="*/ 238 w 278"/>
              <a:gd name="T29" fmla="*/ 41 h 279"/>
              <a:gd name="T30" fmla="*/ 194 w 278"/>
              <a:gd name="T31" fmla="*/ 11 h 279"/>
              <a:gd name="T32" fmla="*/ 139 w 278"/>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8" h="279">
                <a:moveTo>
                  <a:pt x="139" y="0"/>
                </a:moveTo>
                <a:cubicBezTo>
                  <a:pt x="121" y="0"/>
                  <a:pt x="102" y="4"/>
                  <a:pt x="85" y="11"/>
                </a:cubicBezTo>
                <a:cubicBezTo>
                  <a:pt x="69" y="18"/>
                  <a:pt x="54" y="28"/>
                  <a:pt x="41" y="41"/>
                </a:cubicBezTo>
                <a:cubicBezTo>
                  <a:pt x="28" y="54"/>
                  <a:pt x="18" y="69"/>
                  <a:pt x="11" y="85"/>
                </a:cubicBezTo>
                <a:cubicBezTo>
                  <a:pt x="4" y="102"/>
                  <a:pt x="0" y="121"/>
                  <a:pt x="0" y="139"/>
                </a:cubicBezTo>
                <a:cubicBezTo>
                  <a:pt x="0" y="158"/>
                  <a:pt x="4" y="176"/>
                  <a:pt x="11" y="194"/>
                </a:cubicBezTo>
                <a:cubicBezTo>
                  <a:pt x="18" y="210"/>
                  <a:pt x="28" y="225"/>
                  <a:pt x="41" y="238"/>
                </a:cubicBezTo>
                <a:cubicBezTo>
                  <a:pt x="54" y="251"/>
                  <a:pt x="69" y="261"/>
                  <a:pt x="85" y="268"/>
                </a:cubicBezTo>
                <a:cubicBezTo>
                  <a:pt x="102" y="275"/>
                  <a:pt x="121" y="279"/>
                  <a:pt x="139" y="279"/>
                </a:cubicBezTo>
                <a:cubicBezTo>
                  <a:pt x="158" y="279"/>
                  <a:pt x="176" y="275"/>
                  <a:pt x="194" y="268"/>
                </a:cubicBezTo>
                <a:cubicBezTo>
                  <a:pt x="210" y="261"/>
                  <a:pt x="225" y="251"/>
                  <a:pt x="238" y="238"/>
                </a:cubicBezTo>
                <a:cubicBezTo>
                  <a:pt x="250" y="225"/>
                  <a:pt x="261" y="210"/>
                  <a:pt x="268" y="194"/>
                </a:cubicBezTo>
                <a:cubicBezTo>
                  <a:pt x="275" y="176"/>
                  <a:pt x="278" y="158"/>
                  <a:pt x="278" y="139"/>
                </a:cubicBezTo>
                <a:cubicBezTo>
                  <a:pt x="278" y="121"/>
                  <a:pt x="275" y="102"/>
                  <a:pt x="268" y="85"/>
                </a:cubicBezTo>
                <a:cubicBezTo>
                  <a:pt x="261" y="69"/>
                  <a:pt x="250" y="54"/>
                  <a:pt x="238" y="41"/>
                </a:cubicBezTo>
                <a:cubicBezTo>
                  <a:pt x="225" y="28"/>
                  <a:pt x="210" y="18"/>
                  <a:pt x="194" y="11"/>
                </a:cubicBezTo>
                <a:cubicBezTo>
                  <a:pt x="176" y="4"/>
                  <a:pt x="158" y="0"/>
                  <a:pt x="139" y="0"/>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000000"/>
              </a:solidFill>
              <a:effectLst/>
              <a:uLnTx/>
              <a:uFillTx/>
              <a:latin typeface="Arial"/>
              <a:ea typeface="+mn-ea"/>
              <a:cs typeface="Noto Sans"/>
            </a:endParaRPr>
          </a:p>
        </p:txBody>
      </p:sp>
      <p:sp>
        <p:nvSpPr>
          <p:cNvPr id="3" name="Rectangle 2">
            <a:extLst>
              <a:ext uri="{FF2B5EF4-FFF2-40B4-BE49-F238E27FC236}">
                <a16:creationId xmlns:a16="http://schemas.microsoft.com/office/drawing/2014/main" id="{19647384-572D-6C00-E080-1B56A954AE98}"/>
              </a:ext>
            </a:extLst>
          </p:cNvPr>
          <p:cNvSpPr/>
          <p:nvPr/>
        </p:nvSpPr>
        <p:spPr>
          <a:xfrm>
            <a:off x="-11139" y="1228173"/>
            <a:ext cx="6086573" cy="5044987"/>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a:noFill/>
              </a:ln>
              <a:solidFill>
                <a:prstClr val="white"/>
              </a:solidFill>
              <a:effectLst/>
              <a:uLnTx/>
              <a:uFillTx/>
              <a:latin typeface="Calibri" panose="020F0502020204030204"/>
              <a:ea typeface="+mn-ea"/>
              <a:cs typeface="Noto Sans"/>
            </a:endParaRPr>
          </a:p>
        </p:txBody>
      </p:sp>
      <p:sp>
        <p:nvSpPr>
          <p:cNvPr id="4" name="Title 3">
            <a:extLst>
              <a:ext uri="{FF2B5EF4-FFF2-40B4-BE49-F238E27FC236}">
                <a16:creationId xmlns:a16="http://schemas.microsoft.com/office/drawing/2014/main" id="{8380E4FC-E54A-B03C-BDDC-775C00119D3E}"/>
              </a:ext>
            </a:extLst>
          </p:cNvPr>
          <p:cNvSpPr>
            <a:spLocks noGrp="1"/>
          </p:cNvSpPr>
          <p:nvPr>
            <p:ph type="title"/>
          </p:nvPr>
        </p:nvSpPr>
        <p:spPr>
          <a:xfrm>
            <a:off x="365125" y="242888"/>
            <a:ext cx="10112375" cy="1009380"/>
          </a:xfrm>
        </p:spPr>
        <p:txBody>
          <a:bodyPr anchor="ctr">
            <a:noAutofit/>
          </a:bodyPr>
          <a:lstStyle/>
          <a:p>
            <a:r>
              <a:rPr lang="en-GB" sz="2600" b="0" dirty="0">
                <a:solidFill>
                  <a:srgbClr val="F36633"/>
                </a:solidFill>
                <a:latin typeface="Arial"/>
              </a:rPr>
              <a:t>Secure the HCP’s commitment to implementing </a:t>
            </a:r>
            <a:r>
              <a:rPr lang="en-GB" sz="2600" b="0" dirty="0" err="1">
                <a:solidFill>
                  <a:srgbClr val="F36633"/>
                </a:solidFill>
                <a:latin typeface="Arial"/>
              </a:rPr>
              <a:t>behavioral</a:t>
            </a:r>
            <a:r>
              <a:rPr lang="en-GB" sz="2600" b="0" dirty="0">
                <a:solidFill>
                  <a:srgbClr val="F36633"/>
                </a:solidFill>
                <a:latin typeface="Arial"/>
              </a:rPr>
              <a:t> changes based on the compelling solutions discussed for the PT in focus </a:t>
            </a:r>
          </a:p>
        </p:txBody>
      </p:sp>
      <p:sp>
        <p:nvSpPr>
          <p:cNvPr id="14" name="Text Placeholder 1">
            <a:extLst>
              <a:ext uri="{FF2B5EF4-FFF2-40B4-BE49-F238E27FC236}">
                <a16:creationId xmlns:a16="http://schemas.microsoft.com/office/drawing/2014/main" id="{3E0E443D-01D0-3870-CF96-51B422D7EA8E}"/>
              </a:ext>
            </a:extLst>
          </p:cNvPr>
          <p:cNvSpPr txBox="1">
            <a:spLocks/>
          </p:cNvSpPr>
          <p:nvPr/>
        </p:nvSpPr>
        <p:spPr>
          <a:xfrm>
            <a:off x="373933" y="1956024"/>
            <a:ext cx="5229546" cy="1485186"/>
          </a:xfrm>
          <a:prstGeom prst="rect">
            <a:avLst/>
          </a:prstGeom>
        </p:spPr>
        <p:txBody>
          <a:bodyPr wrap="square" lIns="0" tIns="0" rIns="0" bIns="0" anchor="ctr">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1800" kern="1200" spc="-50" baseline="0">
                <a:solidFill>
                  <a:srgbClr val="071D49"/>
                </a:solidFill>
                <a:latin typeface="Raleway" panose="020B0503030101060003" pitchFamily="34" charset="0"/>
                <a:ea typeface="+mn-ea"/>
                <a:cs typeface="+mn-cs"/>
              </a:defRPr>
            </a:lvl1pPr>
            <a:lvl2pPr marL="180000" indent="-180000" algn="l" defTabSz="914400" rtl="0" eaLnBrk="1" latinLnBrk="0" hangingPunct="1">
              <a:lnSpc>
                <a:spcPct val="100000"/>
              </a:lnSpc>
              <a:spcBef>
                <a:spcPts val="0"/>
              </a:spcBef>
              <a:spcAft>
                <a:spcPts val="300"/>
              </a:spcAft>
              <a:buClr>
                <a:srgbClr val="EB1852"/>
              </a:buClr>
              <a:buFont typeface="Raleway" panose="020B0503030101060003" pitchFamily="34" charset="77"/>
              <a:buChar char="/"/>
              <a:defRPr sz="1400" kern="1200">
                <a:solidFill>
                  <a:srgbClr val="071D49"/>
                </a:solidFill>
                <a:latin typeface="Raleway" panose="020B0503030101060003" pitchFamily="34" charset="0"/>
                <a:ea typeface="+mn-ea"/>
                <a:cs typeface="+mn-cs"/>
              </a:defRPr>
            </a:lvl2pPr>
            <a:lvl3pPr marL="180000" indent="-180000" algn="l" defTabSz="914400" rtl="0" eaLnBrk="1" latinLnBrk="0" hangingPunct="1">
              <a:lnSpc>
                <a:spcPct val="100000"/>
              </a:lnSpc>
              <a:spcBef>
                <a:spcPts val="0"/>
              </a:spcBef>
              <a:spcAft>
                <a:spcPts val="300"/>
              </a:spcAft>
              <a:buClr>
                <a:srgbClr val="EB1852"/>
              </a:buClr>
              <a:buFont typeface="Raleway" panose="020B0503030101060003" pitchFamily="34" charset="77"/>
              <a:buChar char="/"/>
              <a:defRPr sz="1100" kern="1200">
                <a:solidFill>
                  <a:srgbClr val="071D49"/>
                </a:solidFill>
                <a:latin typeface="Raleway" panose="020B0503030101060003" pitchFamily="34" charset="0"/>
                <a:ea typeface="+mn-ea"/>
                <a:cs typeface="+mn-cs"/>
              </a:defRPr>
            </a:lvl3pPr>
            <a:lvl4pPr marL="180000" indent="-180000" algn="l" defTabSz="914400" rtl="0" eaLnBrk="1" latinLnBrk="0" hangingPunct="1">
              <a:lnSpc>
                <a:spcPct val="100000"/>
              </a:lnSpc>
              <a:spcBef>
                <a:spcPts val="0"/>
              </a:spcBef>
              <a:spcAft>
                <a:spcPts val="300"/>
              </a:spcAft>
              <a:buClr>
                <a:srgbClr val="EB1852"/>
              </a:buClr>
              <a:buFont typeface="Raleway" panose="020B0503030101060003" pitchFamily="34" charset="77"/>
              <a:buChar char="/"/>
              <a:defRPr sz="850" kern="1200">
                <a:solidFill>
                  <a:srgbClr val="071D49"/>
                </a:solidFill>
                <a:latin typeface="Raleway" panose="020B0503030101060003" pitchFamily="34" charset="0"/>
                <a:ea typeface="+mn-ea"/>
                <a:cs typeface="+mn-cs"/>
              </a:defRPr>
            </a:lvl4pPr>
            <a:lvl5pPr marL="0" indent="0" algn="l" defTabSz="914400" rtl="0" eaLnBrk="1" latinLnBrk="0" hangingPunct="1">
              <a:lnSpc>
                <a:spcPct val="100000"/>
              </a:lnSpc>
              <a:spcBef>
                <a:spcPts val="0"/>
              </a:spcBef>
              <a:spcAft>
                <a:spcPts val="200"/>
              </a:spcAft>
              <a:buFont typeface="Arial" panose="020B0604020202020204" pitchFamily="34" charset="0"/>
              <a:buNone/>
              <a:defRPr sz="1100" b="1" kern="1200">
                <a:solidFill>
                  <a:srgbClr val="E40046"/>
                </a:solidFill>
                <a:latin typeface="Raleway" panose="020B0503030101060003" pitchFamily="34" charset="0"/>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1100" kern="1200">
                <a:solidFill>
                  <a:srgbClr val="071D49"/>
                </a:solidFill>
                <a:latin typeface="Raleway" panose="020B0503030101060003" pitchFamily="34" charset="0"/>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
                <a:srgbClr val="6658A6"/>
              </a:buClr>
              <a:buSzTx/>
              <a:buFont typeface="Arial" panose="020B0604020202020204" pitchFamily="34" charset="0"/>
              <a:buNone/>
              <a:tabLst/>
              <a:defRPr/>
            </a:pPr>
            <a:r>
              <a:rPr kumimoji="0" lang="en-US" sz="1800" b="0" i="0" u="none" strike="noStrike" kern="1200" cap="none" spc="-50" normalizeH="0" baseline="0" noProof="0" dirty="0">
                <a:ln>
                  <a:noFill/>
                </a:ln>
                <a:solidFill>
                  <a:srgbClr val="A5A5A5">
                    <a:lumMod val="75000"/>
                  </a:srgbClr>
                </a:solidFill>
                <a:effectLst/>
                <a:uLnTx/>
                <a:uFillTx/>
                <a:latin typeface="Arial"/>
                <a:ea typeface="+mn-ea"/>
                <a:cs typeface="Noto Sans"/>
              </a:rPr>
              <a:t>Traditional models typically start with open questions and lead to closed questions. Closed, decision-making questions are asked at the end of an interaction. A ‘yes’ answer usually results in the representative leaving </a:t>
            </a:r>
          </a:p>
        </p:txBody>
      </p:sp>
      <p:sp>
        <p:nvSpPr>
          <p:cNvPr id="21" name="Freeform 5">
            <a:extLst>
              <a:ext uri="{FF2B5EF4-FFF2-40B4-BE49-F238E27FC236}">
                <a16:creationId xmlns:a16="http://schemas.microsoft.com/office/drawing/2014/main" id="{C8760AA1-F0F6-3FBB-7D58-A4D029A44F6B}"/>
              </a:ext>
            </a:extLst>
          </p:cNvPr>
          <p:cNvSpPr>
            <a:spLocks/>
          </p:cNvSpPr>
          <p:nvPr/>
        </p:nvSpPr>
        <p:spPr bwMode="auto">
          <a:xfrm>
            <a:off x="594492" y="4257833"/>
            <a:ext cx="1347827" cy="808028"/>
          </a:xfrm>
          <a:custGeom>
            <a:avLst/>
            <a:gdLst>
              <a:gd name="T0" fmla="*/ 305 w 305"/>
              <a:gd name="T1" fmla="*/ 191 h 217"/>
              <a:gd name="T2" fmla="*/ 278 w 305"/>
              <a:gd name="T3" fmla="*/ 160 h 217"/>
              <a:gd name="T4" fmla="*/ 189 w 305"/>
              <a:gd name="T5" fmla="*/ 95 h 217"/>
              <a:gd name="T6" fmla="*/ 138 w 305"/>
              <a:gd name="T7" fmla="*/ 32 h 217"/>
              <a:gd name="T8" fmla="*/ 58 w 305"/>
              <a:gd name="T9" fmla="*/ 0 h 217"/>
              <a:gd name="T10" fmla="*/ 0 w 305"/>
              <a:gd name="T11" fmla="*/ 0 h 217"/>
              <a:gd name="T12" fmla="*/ 0 w 305"/>
              <a:gd name="T13" fmla="*/ 56 h 217"/>
              <a:gd name="T14" fmla="*/ 58 w 305"/>
              <a:gd name="T15" fmla="*/ 56 h 217"/>
              <a:gd name="T16" fmla="*/ 140 w 305"/>
              <a:gd name="T17" fmla="*/ 123 h 217"/>
              <a:gd name="T18" fmla="*/ 208 w 305"/>
              <a:gd name="T19" fmla="*/ 193 h 217"/>
              <a:gd name="T20" fmla="*/ 281 w 305"/>
              <a:gd name="T21" fmla="*/ 217 h 217"/>
              <a:gd name="T22" fmla="*/ 305 w 305"/>
              <a:gd name="T23" fmla="*/ 19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5" h="217">
                <a:moveTo>
                  <a:pt x="305" y="191"/>
                </a:moveTo>
                <a:cubicBezTo>
                  <a:pt x="278" y="160"/>
                  <a:pt x="278" y="160"/>
                  <a:pt x="278" y="160"/>
                </a:cubicBezTo>
                <a:cubicBezTo>
                  <a:pt x="241" y="152"/>
                  <a:pt x="208" y="129"/>
                  <a:pt x="189" y="95"/>
                </a:cubicBezTo>
                <a:cubicBezTo>
                  <a:pt x="173" y="68"/>
                  <a:pt x="156" y="47"/>
                  <a:pt x="138" y="32"/>
                </a:cubicBezTo>
                <a:cubicBezTo>
                  <a:pt x="114" y="11"/>
                  <a:pt x="87" y="0"/>
                  <a:pt x="58" y="0"/>
                </a:cubicBezTo>
                <a:cubicBezTo>
                  <a:pt x="0" y="0"/>
                  <a:pt x="0" y="0"/>
                  <a:pt x="0" y="0"/>
                </a:cubicBezTo>
                <a:cubicBezTo>
                  <a:pt x="0" y="56"/>
                  <a:pt x="0" y="56"/>
                  <a:pt x="0" y="56"/>
                </a:cubicBezTo>
                <a:cubicBezTo>
                  <a:pt x="58" y="56"/>
                  <a:pt x="58" y="56"/>
                  <a:pt x="58" y="56"/>
                </a:cubicBezTo>
                <a:cubicBezTo>
                  <a:pt x="87" y="56"/>
                  <a:pt x="114" y="79"/>
                  <a:pt x="140" y="123"/>
                </a:cubicBezTo>
                <a:cubicBezTo>
                  <a:pt x="156" y="152"/>
                  <a:pt x="180" y="176"/>
                  <a:pt x="208" y="193"/>
                </a:cubicBezTo>
                <a:cubicBezTo>
                  <a:pt x="231" y="206"/>
                  <a:pt x="255" y="214"/>
                  <a:pt x="281" y="217"/>
                </a:cubicBezTo>
                <a:cubicBezTo>
                  <a:pt x="305" y="191"/>
                  <a:pt x="305" y="191"/>
                  <a:pt x="305" y="191"/>
                </a:cubicBezTo>
              </a:path>
            </a:pathLst>
          </a:custGeom>
          <a:solidFill>
            <a:srgbClr val="A7191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sp>
        <p:nvSpPr>
          <p:cNvPr id="22" name="Freeform 6">
            <a:extLst>
              <a:ext uri="{FF2B5EF4-FFF2-40B4-BE49-F238E27FC236}">
                <a16:creationId xmlns:a16="http://schemas.microsoft.com/office/drawing/2014/main" id="{9471E21E-8207-87D4-DF9D-0EC5BFA8BED2}"/>
              </a:ext>
            </a:extLst>
          </p:cNvPr>
          <p:cNvSpPr>
            <a:spLocks/>
          </p:cNvSpPr>
          <p:nvPr/>
        </p:nvSpPr>
        <p:spPr bwMode="auto">
          <a:xfrm>
            <a:off x="1976703" y="3657543"/>
            <a:ext cx="1378798" cy="1415482"/>
          </a:xfrm>
          <a:custGeom>
            <a:avLst/>
            <a:gdLst>
              <a:gd name="T0" fmla="*/ 318 w 318"/>
              <a:gd name="T1" fmla="*/ 27 h 380"/>
              <a:gd name="T2" fmla="*/ 294 w 318"/>
              <a:gd name="T3" fmla="*/ 0 h 380"/>
              <a:gd name="T4" fmla="*/ 182 w 318"/>
              <a:gd name="T5" fmla="*/ 54 h 380"/>
              <a:gd name="T6" fmla="*/ 126 w 318"/>
              <a:gd name="T7" fmla="*/ 189 h 380"/>
              <a:gd name="T8" fmla="*/ 0 w 318"/>
              <a:gd name="T9" fmla="*/ 323 h 380"/>
              <a:gd name="T10" fmla="*/ 24 w 318"/>
              <a:gd name="T11" fmla="*/ 352 h 380"/>
              <a:gd name="T12" fmla="*/ 0 w 318"/>
              <a:gd name="T13" fmla="*/ 380 h 380"/>
              <a:gd name="T14" fmla="*/ 126 w 318"/>
              <a:gd name="T15" fmla="*/ 324 h 380"/>
              <a:gd name="T16" fmla="*/ 182 w 318"/>
              <a:gd name="T17" fmla="*/ 189 h 380"/>
              <a:gd name="T18" fmla="*/ 291 w 318"/>
              <a:gd name="T19" fmla="*/ 57 h 380"/>
              <a:gd name="T20" fmla="*/ 318 w 318"/>
              <a:gd name="T21" fmla="*/ 2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8" h="380">
                <a:moveTo>
                  <a:pt x="318" y="27"/>
                </a:moveTo>
                <a:cubicBezTo>
                  <a:pt x="294" y="0"/>
                  <a:pt x="294" y="0"/>
                  <a:pt x="294" y="0"/>
                </a:cubicBezTo>
                <a:cubicBezTo>
                  <a:pt x="252" y="5"/>
                  <a:pt x="212" y="23"/>
                  <a:pt x="182" y="54"/>
                </a:cubicBezTo>
                <a:cubicBezTo>
                  <a:pt x="146" y="90"/>
                  <a:pt x="126" y="138"/>
                  <a:pt x="126" y="189"/>
                </a:cubicBezTo>
                <a:cubicBezTo>
                  <a:pt x="126" y="260"/>
                  <a:pt x="70" y="319"/>
                  <a:pt x="0" y="323"/>
                </a:cubicBezTo>
                <a:cubicBezTo>
                  <a:pt x="24" y="352"/>
                  <a:pt x="24" y="352"/>
                  <a:pt x="24" y="352"/>
                </a:cubicBezTo>
                <a:cubicBezTo>
                  <a:pt x="0" y="380"/>
                  <a:pt x="0" y="380"/>
                  <a:pt x="0" y="380"/>
                </a:cubicBezTo>
                <a:cubicBezTo>
                  <a:pt x="47" y="378"/>
                  <a:pt x="92" y="358"/>
                  <a:pt x="126" y="324"/>
                </a:cubicBezTo>
                <a:cubicBezTo>
                  <a:pt x="162" y="288"/>
                  <a:pt x="182" y="240"/>
                  <a:pt x="182" y="189"/>
                </a:cubicBezTo>
                <a:cubicBezTo>
                  <a:pt x="182" y="124"/>
                  <a:pt x="229" y="69"/>
                  <a:pt x="291" y="57"/>
                </a:cubicBezTo>
                <a:lnTo>
                  <a:pt x="318" y="27"/>
                </a:lnTo>
                <a:close/>
              </a:path>
            </a:pathLst>
          </a:custGeom>
          <a:solidFill>
            <a:srgbClr val="A7191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sp>
        <p:nvSpPr>
          <p:cNvPr id="23" name="Freeform 10">
            <a:extLst>
              <a:ext uri="{FF2B5EF4-FFF2-40B4-BE49-F238E27FC236}">
                <a16:creationId xmlns:a16="http://schemas.microsoft.com/office/drawing/2014/main" id="{614DA5E7-2968-7B67-40BF-110ABCE4FA2B}"/>
              </a:ext>
            </a:extLst>
          </p:cNvPr>
          <p:cNvSpPr>
            <a:spLocks/>
          </p:cNvSpPr>
          <p:nvPr/>
        </p:nvSpPr>
        <p:spPr bwMode="auto">
          <a:xfrm>
            <a:off x="2811741" y="3902929"/>
            <a:ext cx="1188720" cy="1188720"/>
          </a:xfrm>
          <a:custGeom>
            <a:avLst/>
            <a:gdLst>
              <a:gd name="T0" fmla="*/ 139 w 279"/>
              <a:gd name="T1" fmla="*/ 0 h 278"/>
              <a:gd name="T2" fmla="*/ 85 w 279"/>
              <a:gd name="T3" fmla="*/ 10 h 278"/>
              <a:gd name="T4" fmla="*/ 41 w 279"/>
              <a:gd name="T5" fmla="*/ 40 h 278"/>
              <a:gd name="T6" fmla="*/ 11 w 279"/>
              <a:gd name="T7" fmla="*/ 84 h 278"/>
              <a:gd name="T8" fmla="*/ 0 w 279"/>
              <a:gd name="T9" fmla="*/ 139 h 278"/>
              <a:gd name="T10" fmla="*/ 11 w 279"/>
              <a:gd name="T11" fmla="*/ 193 h 278"/>
              <a:gd name="T12" fmla="*/ 41 w 279"/>
              <a:gd name="T13" fmla="*/ 237 h 278"/>
              <a:gd name="T14" fmla="*/ 85 w 279"/>
              <a:gd name="T15" fmla="*/ 267 h 278"/>
              <a:gd name="T16" fmla="*/ 139 w 279"/>
              <a:gd name="T17" fmla="*/ 278 h 278"/>
              <a:gd name="T18" fmla="*/ 194 w 279"/>
              <a:gd name="T19" fmla="*/ 267 h 278"/>
              <a:gd name="T20" fmla="*/ 238 w 279"/>
              <a:gd name="T21" fmla="*/ 237 h 278"/>
              <a:gd name="T22" fmla="*/ 268 w 279"/>
              <a:gd name="T23" fmla="*/ 193 h 278"/>
              <a:gd name="T24" fmla="*/ 279 w 279"/>
              <a:gd name="T25" fmla="*/ 139 h 278"/>
              <a:gd name="T26" fmla="*/ 268 w 279"/>
              <a:gd name="T27" fmla="*/ 84 h 278"/>
              <a:gd name="T28" fmla="*/ 238 w 279"/>
              <a:gd name="T29" fmla="*/ 40 h 278"/>
              <a:gd name="T30" fmla="*/ 194 w 279"/>
              <a:gd name="T31" fmla="*/ 10 h 278"/>
              <a:gd name="T32" fmla="*/ 139 w 279"/>
              <a:gd name="T33"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9" h="278">
                <a:moveTo>
                  <a:pt x="139" y="0"/>
                </a:moveTo>
                <a:cubicBezTo>
                  <a:pt x="121" y="0"/>
                  <a:pt x="102" y="3"/>
                  <a:pt x="85" y="10"/>
                </a:cubicBezTo>
                <a:cubicBezTo>
                  <a:pt x="69" y="17"/>
                  <a:pt x="54" y="27"/>
                  <a:pt x="41" y="40"/>
                </a:cubicBezTo>
                <a:cubicBezTo>
                  <a:pt x="28" y="53"/>
                  <a:pt x="18" y="68"/>
                  <a:pt x="11" y="84"/>
                </a:cubicBezTo>
                <a:cubicBezTo>
                  <a:pt x="4" y="102"/>
                  <a:pt x="0" y="120"/>
                  <a:pt x="0" y="139"/>
                </a:cubicBezTo>
                <a:cubicBezTo>
                  <a:pt x="0" y="157"/>
                  <a:pt x="4" y="176"/>
                  <a:pt x="11" y="193"/>
                </a:cubicBezTo>
                <a:cubicBezTo>
                  <a:pt x="18" y="209"/>
                  <a:pt x="28" y="224"/>
                  <a:pt x="41" y="237"/>
                </a:cubicBezTo>
                <a:cubicBezTo>
                  <a:pt x="54" y="250"/>
                  <a:pt x="69" y="260"/>
                  <a:pt x="85" y="267"/>
                </a:cubicBezTo>
                <a:cubicBezTo>
                  <a:pt x="102" y="274"/>
                  <a:pt x="121" y="278"/>
                  <a:pt x="139" y="278"/>
                </a:cubicBezTo>
                <a:cubicBezTo>
                  <a:pt x="158" y="278"/>
                  <a:pt x="176" y="274"/>
                  <a:pt x="194" y="267"/>
                </a:cubicBezTo>
                <a:cubicBezTo>
                  <a:pt x="210" y="260"/>
                  <a:pt x="225" y="250"/>
                  <a:pt x="238" y="237"/>
                </a:cubicBezTo>
                <a:cubicBezTo>
                  <a:pt x="251" y="224"/>
                  <a:pt x="261" y="209"/>
                  <a:pt x="268" y="193"/>
                </a:cubicBezTo>
                <a:cubicBezTo>
                  <a:pt x="275" y="176"/>
                  <a:pt x="279" y="157"/>
                  <a:pt x="279" y="139"/>
                </a:cubicBezTo>
                <a:cubicBezTo>
                  <a:pt x="279" y="120"/>
                  <a:pt x="275" y="102"/>
                  <a:pt x="268" y="84"/>
                </a:cubicBezTo>
                <a:cubicBezTo>
                  <a:pt x="261" y="68"/>
                  <a:pt x="251" y="53"/>
                  <a:pt x="238" y="40"/>
                </a:cubicBezTo>
                <a:cubicBezTo>
                  <a:pt x="225" y="27"/>
                  <a:pt x="210" y="17"/>
                  <a:pt x="194" y="10"/>
                </a:cubicBezTo>
                <a:cubicBezTo>
                  <a:pt x="176" y="3"/>
                  <a:pt x="158" y="0"/>
                  <a:pt x="139" y="0"/>
                </a:cubicBezTo>
                <a:close/>
              </a:path>
            </a:pathLst>
          </a:custGeom>
          <a:solidFill>
            <a:schemeClr val="accent6">
              <a:lumMod val="60000"/>
              <a:lumOff val="4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Noto Sans"/>
            </a:endParaRPr>
          </a:p>
        </p:txBody>
      </p:sp>
      <p:sp>
        <p:nvSpPr>
          <p:cNvPr id="24" name="Freeform 11">
            <a:extLst>
              <a:ext uri="{FF2B5EF4-FFF2-40B4-BE49-F238E27FC236}">
                <a16:creationId xmlns:a16="http://schemas.microsoft.com/office/drawing/2014/main" id="{86E39357-621C-F39B-0CC4-E5F0772B1E50}"/>
              </a:ext>
            </a:extLst>
          </p:cNvPr>
          <p:cNvSpPr>
            <a:spLocks/>
          </p:cNvSpPr>
          <p:nvPr/>
        </p:nvSpPr>
        <p:spPr bwMode="auto">
          <a:xfrm>
            <a:off x="1314233" y="3638919"/>
            <a:ext cx="1188720" cy="1188720"/>
          </a:xfrm>
          <a:custGeom>
            <a:avLst/>
            <a:gdLst>
              <a:gd name="T0" fmla="*/ 139 w 278"/>
              <a:gd name="T1" fmla="*/ 0 h 279"/>
              <a:gd name="T2" fmla="*/ 85 w 278"/>
              <a:gd name="T3" fmla="*/ 11 h 279"/>
              <a:gd name="T4" fmla="*/ 41 w 278"/>
              <a:gd name="T5" fmla="*/ 41 h 279"/>
              <a:gd name="T6" fmla="*/ 11 w 278"/>
              <a:gd name="T7" fmla="*/ 85 h 279"/>
              <a:gd name="T8" fmla="*/ 0 w 278"/>
              <a:gd name="T9" fmla="*/ 139 h 279"/>
              <a:gd name="T10" fmla="*/ 11 w 278"/>
              <a:gd name="T11" fmla="*/ 194 h 279"/>
              <a:gd name="T12" fmla="*/ 41 w 278"/>
              <a:gd name="T13" fmla="*/ 238 h 279"/>
              <a:gd name="T14" fmla="*/ 85 w 278"/>
              <a:gd name="T15" fmla="*/ 268 h 279"/>
              <a:gd name="T16" fmla="*/ 139 w 278"/>
              <a:gd name="T17" fmla="*/ 279 h 279"/>
              <a:gd name="T18" fmla="*/ 194 w 278"/>
              <a:gd name="T19" fmla="*/ 268 h 279"/>
              <a:gd name="T20" fmla="*/ 238 w 278"/>
              <a:gd name="T21" fmla="*/ 238 h 279"/>
              <a:gd name="T22" fmla="*/ 268 w 278"/>
              <a:gd name="T23" fmla="*/ 194 h 279"/>
              <a:gd name="T24" fmla="*/ 278 w 278"/>
              <a:gd name="T25" fmla="*/ 139 h 279"/>
              <a:gd name="T26" fmla="*/ 268 w 278"/>
              <a:gd name="T27" fmla="*/ 85 h 279"/>
              <a:gd name="T28" fmla="*/ 238 w 278"/>
              <a:gd name="T29" fmla="*/ 41 h 279"/>
              <a:gd name="T30" fmla="*/ 194 w 278"/>
              <a:gd name="T31" fmla="*/ 11 h 279"/>
              <a:gd name="T32" fmla="*/ 139 w 278"/>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8" h="279">
                <a:moveTo>
                  <a:pt x="139" y="0"/>
                </a:moveTo>
                <a:cubicBezTo>
                  <a:pt x="121" y="0"/>
                  <a:pt x="102" y="4"/>
                  <a:pt x="85" y="11"/>
                </a:cubicBezTo>
                <a:cubicBezTo>
                  <a:pt x="69" y="18"/>
                  <a:pt x="54" y="28"/>
                  <a:pt x="41" y="41"/>
                </a:cubicBezTo>
                <a:cubicBezTo>
                  <a:pt x="28" y="54"/>
                  <a:pt x="18" y="69"/>
                  <a:pt x="11" y="85"/>
                </a:cubicBezTo>
                <a:cubicBezTo>
                  <a:pt x="4" y="102"/>
                  <a:pt x="0" y="121"/>
                  <a:pt x="0" y="139"/>
                </a:cubicBezTo>
                <a:cubicBezTo>
                  <a:pt x="0" y="158"/>
                  <a:pt x="4" y="176"/>
                  <a:pt x="11" y="194"/>
                </a:cubicBezTo>
                <a:cubicBezTo>
                  <a:pt x="18" y="210"/>
                  <a:pt x="28" y="225"/>
                  <a:pt x="41" y="238"/>
                </a:cubicBezTo>
                <a:cubicBezTo>
                  <a:pt x="54" y="251"/>
                  <a:pt x="69" y="261"/>
                  <a:pt x="85" y="268"/>
                </a:cubicBezTo>
                <a:cubicBezTo>
                  <a:pt x="102" y="275"/>
                  <a:pt x="121" y="279"/>
                  <a:pt x="139" y="279"/>
                </a:cubicBezTo>
                <a:cubicBezTo>
                  <a:pt x="158" y="279"/>
                  <a:pt x="176" y="275"/>
                  <a:pt x="194" y="268"/>
                </a:cubicBezTo>
                <a:cubicBezTo>
                  <a:pt x="210" y="261"/>
                  <a:pt x="225" y="251"/>
                  <a:pt x="238" y="238"/>
                </a:cubicBezTo>
                <a:cubicBezTo>
                  <a:pt x="250" y="225"/>
                  <a:pt x="261" y="210"/>
                  <a:pt x="268" y="194"/>
                </a:cubicBezTo>
                <a:cubicBezTo>
                  <a:pt x="275" y="176"/>
                  <a:pt x="278" y="158"/>
                  <a:pt x="278" y="139"/>
                </a:cubicBezTo>
                <a:cubicBezTo>
                  <a:pt x="278" y="121"/>
                  <a:pt x="275" y="102"/>
                  <a:pt x="268" y="85"/>
                </a:cubicBezTo>
                <a:cubicBezTo>
                  <a:pt x="261" y="69"/>
                  <a:pt x="250" y="54"/>
                  <a:pt x="238" y="41"/>
                </a:cubicBezTo>
                <a:cubicBezTo>
                  <a:pt x="225" y="28"/>
                  <a:pt x="210" y="18"/>
                  <a:pt x="194" y="11"/>
                </a:cubicBezTo>
                <a:cubicBezTo>
                  <a:pt x="176" y="4"/>
                  <a:pt x="158" y="0"/>
                  <a:pt x="139" y="0"/>
                </a:cubicBez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sp>
        <p:nvSpPr>
          <p:cNvPr id="25" name="Freeform 12">
            <a:extLst>
              <a:ext uri="{FF2B5EF4-FFF2-40B4-BE49-F238E27FC236}">
                <a16:creationId xmlns:a16="http://schemas.microsoft.com/office/drawing/2014/main" id="{29E4FEAF-CF32-9832-0686-CC4C0C57F67A}"/>
              </a:ext>
            </a:extLst>
          </p:cNvPr>
          <p:cNvSpPr>
            <a:spLocks/>
          </p:cNvSpPr>
          <p:nvPr/>
        </p:nvSpPr>
        <p:spPr bwMode="auto">
          <a:xfrm>
            <a:off x="4068092" y="3861321"/>
            <a:ext cx="1188720" cy="1188720"/>
          </a:xfrm>
          <a:custGeom>
            <a:avLst/>
            <a:gdLst>
              <a:gd name="T0" fmla="*/ 139 w 279"/>
              <a:gd name="T1" fmla="*/ 0 h 279"/>
              <a:gd name="T2" fmla="*/ 85 w 279"/>
              <a:gd name="T3" fmla="*/ 11 h 279"/>
              <a:gd name="T4" fmla="*/ 41 w 279"/>
              <a:gd name="T5" fmla="*/ 41 h 279"/>
              <a:gd name="T6" fmla="*/ 11 w 279"/>
              <a:gd name="T7" fmla="*/ 85 h 279"/>
              <a:gd name="T8" fmla="*/ 0 w 279"/>
              <a:gd name="T9" fmla="*/ 139 h 279"/>
              <a:gd name="T10" fmla="*/ 11 w 279"/>
              <a:gd name="T11" fmla="*/ 194 h 279"/>
              <a:gd name="T12" fmla="*/ 41 w 279"/>
              <a:gd name="T13" fmla="*/ 238 h 279"/>
              <a:gd name="T14" fmla="*/ 85 w 279"/>
              <a:gd name="T15" fmla="*/ 268 h 279"/>
              <a:gd name="T16" fmla="*/ 139 w 279"/>
              <a:gd name="T17" fmla="*/ 279 h 279"/>
              <a:gd name="T18" fmla="*/ 194 w 279"/>
              <a:gd name="T19" fmla="*/ 268 h 279"/>
              <a:gd name="T20" fmla="*/ 238 w 279"/>
              <a:gd name="T21" fmla="*/ 238 h 279"/>
              <a:gd name="T22" fmla="*/ 268 w 279"/>
              <a:gd name="T23" fmla="*/ 194 h 279"/>
              <a:gd name="T24" fmla="*/ 279 w 279"/>
              <a:gd name="T25" fmla="*/ 139 h 279"/>
              <a:gd name="T26" fmla="*/ 268 w 279"/>
              <a:gd name="T27" fmla="*/ 85 h 279"/>
              <a:gd name="T28" fmla="*/ 238 w 279"/>
              <a:gd name="T29" fmla="*/ 41 h 279"/>
              <a:gd name="T30" fmla="*/ 194 w 279"/>
              <a:gd name="T31" fmla="*/ 11 h 279"/>
              <a:gd name="T32" fmla="*/ 139 w 279"/>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9" h="279">
                <a:moveTo>
                  <a:pt x="139" y="0"/>
                </a:moveTo>
                <a:cubicBezTo>
                  <a:pt x="121" y="0"/>
                  <a:pt x="102" y="4"/>
                  <a:pt x="85" y="11"/>
                </a:cubicBezTo>
                <a:cubicBezTo>
                  <a:pt x="69" y="18"/>
                  <a:pt x="54" y="28"/>
                  <a:pt x="41" y="41"/>
                </a:cubicBezTo>
                <a:cubicBezTo>
                  <a:pt x="28" y="54"/>
                  <a:pt x="18" y="69"/>
                  <a:pt x="11" y="85"/>
                </a:cubicBezTo>
                <a:cubicBezTo>
                  <a:pt x="4" y="102"/>
                  <a:pt x="0" y="121"/>
                  <a:pt x="0" y="139"/>
                </a:cubicBezTo>
                <a:cubicBezTo>
                  <a:pt x="0" y="158"/>
                  <a:pt x="4" y="176"/>
                  <a:pt x="11" y="194"/>
                </a:cubicBezTo>
                <a:cubicBezTo>
                  <a:pt x="18" y="210"/>
                  <a:pt x="28" y="225"/>
                  <a:pt x="41" y="238"/>
                </a:cubicBezTo>
                <a:cubicBezTo>
                  <a:pt x="54" y="251"/>
                  <a:pt x="69" y="261"/>
                  <a:pt x="85" y="268"/>
                </a:cubicBezTo>
                <a:cubicBezTo>
                  <a:pt x="102" y="275"/>
                  <a:pt x="121" y="279"/>
                  <a:pt x="139" y="279"/>
                </a:cubicBezTo>
                <a:cubicBezTo>
                  <a:pt x="158" y="279"/>
                  <a:pt x="176" y="275"/>
                  <a:pt x="194" y="268"/>
                </a:cubicBezTo>
                <a:cubicBezTo>
                  <a:pt x="210" y="261"/>
                  <a:pt x="225" y="251"/>
                  <a:pt x="238" y="238"/>
                </a:cubicBezTo>
                <a:cubicBezTo>
                  <a:pt x="251" y="225"/>
                  <a:pt x="261" y="210"/>
                  <a:pt x="268" y="194"/>
                </a:cubicBezTo>
                <a:cubicBezTo>
                  <a:pt x="275" y="176"/>
                  <a:pt x="279" y="158"/>
                  <a:pt x="279" y="139"/>
                </a:cubicBezTo>
                <a:cubicBezTo>
                  <a:pt x="279" y="121"/>
                  <a:pt x="275" y="102"/>
                  <a:pt x="268" y="85"/>
                </a:cubicBezTo>
                <a:cubicBezTo>
                  <a:pt x="261" y="69"/>
                  <a:pt x="251" y="54"/>
                  <a:pt x="238" y="41"/>
                </a:cubicBezTo>
                <a:cubicBezTo>
                  <a:pt x="225" y="28"/>
                  <a:pt x="210" y="18"/>
                  <a:pt x="194" y="11"/>
                </a:cubicBezTo>
                <a:cubicBezTo>
                  <a:pt x="176" y="4"/>
                  <a:pt x="158" y="0"/>
                  <a:pt x="139" y="0"/>
                </a:cubicBezTo>
                <a:close/>
              </a:path>
            </a:pathLst>
          </a:custGeom>
          <a:solidFill>
            <a:schemeClr val="accent6">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A5A5A5">
                  <a:lumMod val="75000"/>
                </a:srgbClr>
              </a:solidFill>
              <a:effectLst/>
              <a:uLnTx/>
              <a:uFillTx/>
              <a:latin typeface="Arial"/>
              <a:ea typeface="+mn-ea"/>
              <a:cs typeface="Noto Sans"/>
            </a:endParaRPr>
          </a:p>
        </p:txBody>
      </p:sp>
      <p:sp>
        <p:nvSpPr>
          <p:cNvPr id="26" name="Freeform 16">
            <a:extLst>
              <a:ext uri="{FF2B5EF4-FFF2-40B4-BE49-F238E27FC236}">
                <a16:creationId xmlns:a16="http://schemas.microsoft.com/office/drawing/2014/main" id="{78351BD0-2573-3788-8C20-29D0F2DB2EE7}"/>
              </a:ext>
            </a:extLst>
          </p:cNvPr>
          <p:cNvSpPr>
            <a:spLocks/>
          </p:cNvSpPr>
          <p:nvPr/>
        </p:nvSpPr>
        <p:spPr bwMode="auto">
          <a:xfrm>
            <a:off x="2064096" y="3750667"/>
            <a:ext cx="1116054" cy="1210610"/>
          </a:xfrm>
          <a:custGeom>
            <a:avLst/>
            <a:gdLst>
              <a:gd name="T0" fmla="*/ 295 w 295"/>
              <a:gd name="T1" fmla="*/ 0 h 325"/>
              <a:gd name="T2" fmla="*/ 182 w 295"/>
              <a:gd name="T3" fmla="*/ 55 h 325"/>
              <a:gd name="T4" fmla="*/ 126 w 295"/>
              <a:gd name="T5" fmla="*/ 191 h 325"/>
              <a:gd name="T6" fmla="*/ 0 w 295"/>
              <a:gd name="T7" fmla="*/ 324 h 325"/>
              <a:gd name="T8" fmla="*/ 0 w 295"/>
              <a:gd name="T9" fmla="*/ 325 h 325"/>
              <a:gd name="T10" fmla="*/ 127 w 295"/>
              <a:gd name="T11" fmla="*/ 191 h 325"/>
              <a:gd name="T12" fmla="*/ 183 w 295"/>
              <a:gd name="T13" fmla="*/ 56 h 325"/>
              <a:gd name="T14" fmla="*/ 295 w 295"/>
              <a:gd name="T15" fmla="*/ 2 h 325"/>
              <a:gd name="T16" fmla="*/ 295 w 295"/>
              <a:gd name="T17" fmla="*/ 0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325">
                <a:moveTo>
                  <a:pt x="295" y="0"/>
                </a:moveTo>
                <a:cubicBezTo>
                  <a:pt x="252" y="5"/>
                  <a:pt x="213" y="24"/>
                  <a:pt x="182" y="55"/>
                </a:cubicBezTo>
                <a:cubicBezTo>
                  <a:pt x="146" y="91"/>
                  <a:pt x="126" y="139"/>
                  <a:pt x="126" y="191"/>
                </a:cubicBezTo>
                <a:cubicBezTo>
                  <a:pt x="126" y="262"/>
                  <a:pt x="70" y="320"/>
                  <a:pt x="0" y="324"/>
                </a:cubicBezTo>
                <a:cubicBezTo>
                  <a:pt x="0" y="325"/>
                  <a:pt x="0" y="325"/>
                  <a:pt x="0" y="325"/>
                </a:cubicBezTo>
                <a:cubicBezTo>
                  <a:pt x="71" y="321"/>
                  <a:pt x="127" y="262"/>
                  <a:pt x="127" y="191"/>
                </a:cubicBezTo>
                <a:cubicBezTo>
                  <a:pt x="127" y="140"/>
                  <a:pt x="147" y="92"/>
                  <a:pt x="183" y="56"/>
                </a:cubicBezTo>
                <a:cubicBezTo>
                  <a:pt x="213" y="26"/>
                  <a:pt x="253" y="7"/>
                  <a:pt x="295" y="2"/>
                </a:cubicBezTo>
                <a:cubicBezTo>
                  <a:pt x="295" y="0"/>
                  <a:pt x="295" y="0"/>
                  <a:pt x="295"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sp>
        <p:nvSpPr>
          <p:cNvPr id="27" name="Freeform 18">
            <a:extLst>
              <a:ext uri="{FF2B5EF4-FFF2-40B4-BE49-F238E27FC236}">
                <a16:creationId xmlns:a16="http://schemas.microsoft.com/office/drawing/2014/main" id="{128C7938-CAD4-850C-9C20-949F34BB429A}"/>
              </a:ext>
            </a:extLst>
          </p:cNvPr>
          <p:cNvSpPr>
            <a:spLocks/>
          </p:cNvSpPr>
          <p:nvPr/>
        </p:nvSpPr>
        <p:spPr bwMode="auto">
          <a:xfrm>
            <a:off x="787583" y="4358121"/>
            <a:ext cx="1154736" cy="610319"/>
          </a:xfrm>
          <a:custGeom>
            <a:avLst/>
            <a:gdLst>
              <a:gd name="T0" fmla="*/ 0 w 305"/>
              <a:gd name="T1" fmla="*/ 2 h 164"/>
              <a:gd name="T2" fmla="*/ 63 w 305"/>
              <a:gd name="T3" fmla="*/ 2 h 164"/>
              <a:gd name="T4" fmla="*/ 108 w 305"/>
              <a:gd name="T5" fmla="*/ 19 h 164"/>
              <a:gd name="T6" fmla="*/ 151 w 305"/>
              <a:gd name="T7" fmla="*/ 69 h 164"/>
              <a:gd name="T8" fmla="*/ 225 w 305"/>
              <a:gd name="T9" fmla="*/ 139 h 164"/>
              <a:gd name="T10" fmla="*/ 305 w 305"/>
              <a:gd name="T11" fmla="*/ 164 h 164"/>
              <a:gd name="T12" fmla="*/ 305 w 305"/>
              <a:gd name="T13" fmla="*/ 163 h 164"/>
              <a:gd name="T14" fmla="*/ 226 w 305"/>
              <a:gd name="T15" fmla="*/ 138 h 164"/>
              <a:gd name="T16" fmla="*/ 152 w 305"/>
              <a:gd name="T17" fmla="*/ 68 h 164"/>
              <a:gd name="T18" fmla="*/ 109 w 305"/>
              <a:gd name="T19" fmla="*/ 17 h 164"/>
              <a:gd name="T20" fmla="*/ 63 w 305"/>
              <a:gd name="T21" fmla="*/ 0 h 164"/>
              <a:gd name="T22" fmla="*/ 0 w 305"/>
              <a:gd name="T23" fmla="*/ 0 h 164"/>
              <a:gd name="T24" fmla="*/ 0 w 305"/>
              <a:gd name="T25" fmla="*/ 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5" h="164">
                <a:moveTo>
                  <a:pt x="0" y="2"/>
                </a:moveTo>
                <a:cubicBezTo>
                  <a:pt x="63" y="2"/>
                  <a:pt x="63" y="2"/>
                  <a:pt x="63" y="2"/>
                </a:cubicBezTo>
                <a:cubicBezTo>
                  <a:pt x="78" y="2"/>
                  <a:pt x="93" y="7"/>
                  <a:pt x="108" y="19"/>
                </a:cubicBezTo>
                <a:cubicBezTo>
                  <a:pt x="123" y="30"/>
                  <a:pt x="137" y="47"/>
                  <a:pt x="151" y="69"/>
                </a:cubicBezTo>
                <a:cubicBezTo>
                  <a:pt x="169" y="98"/>
                  <a:pt x="195" y="122"/>
                  <a:pt x="225" y="139"/>
                </a:cubicBezTo>
                <a:cubicBezTo>
                  <a:pt x="250" y="152"/>
                  <a:pt x="277" y="161"/>
                  <a:pt x="305" y="164"/>
                </a:cubicBezTo>
                <a:cubicBezTo>
                  <a:pt x="305" y="163"/>
                  <a:pt x="305" y="163"/>
                  <a:pt x="305" y="163"/>
                </a:cubicBezTo>
                <a:cubicBezTo>
                  <a:pt x="277" y="160"/>
                  <a:pt x="250" y="151"/>
                  <a:pt x="226" y="138"/>
                </a:cubicBezTo>
                <a:cubicBezTo>
                  <a:pt x="195" y="121"/>
                  <a:pt x="170" y="97"/>
                  <a:pt x="152" y="68"/>
                </a:cubicBezTo>
                <a:cubicBezTo>
                  <a:pt x="138" y="46"/>
                  <a:pt x="124" y="29"/>
                  <a:pt x="109" y="17"/>
                </a:cubicBezTo>
                <a:cubicBezTo>
                  <a:pt x="94" y="6"/>
                  <a:pt x="79" y="0"/>
                  <a:pt x="63" y="0"/>
                </a:cubicBezTo>
                <a:cubicBezTo>
                  <a:pt x="0" y="0"/>
                  <a:pt x="0" y="0"/>
                  <a:pt x="0" y="0"/>
                </a:cubicBezTo>
                <a:cubicBezTo>
                  <a:pt x="0" y="2"/>
                  <a:pt x="0" y="2"/>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sp>
        <p:nvSpPr>
          <p:cNvPr id="17" name="TextBox 16">
            <a:extLst>
              <a:ext uri="{FF2B5EF4-FFF2-40B4-BE49-F238E27FC236}">
                <a16:creationId xmlns:a16="http://schemas.microsoft.com/office/drawing/2014/main" id="{C9FDAE9A-FEBF-7E8E-5285-A7EB6666D0CA}"/>
              </a:ext>
            </a:extLst>
          </p:cNvPr>
          <p:cNvSpPr txBox="1"/>
          <p:nvPr/>
        </p:nvSpPr>
        <p:spPr>
          <a:xfrm>
            <a:off x="1500069" y="4034329"/>
            <a:ext cx="850392" cy="393042"/>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Calibri" panose="020F0502020204030204"/>
                <a:ea typeface="+mn-ea"/>
                <a:cs typeface="Noto Sans"/>
              </a:rPr>
              <a:t>Open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solidFill>
                <a:effectLst/>
                <a:uLnTx/>
                <a:uFillTx/>
                <a:latin typeface="Calibri" panose="020F0502020204030204"/>
                <a:ea typeface="+mn-ea"/>
                <a:cs typeface="Noto Sans"/>
              </a:rPr>
              <a:t>questions</a:t>
            </a: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Noto Sans"/>
            </a:endParaRPr>
          </a:p>
        </p:txBody>
      </p:sp>
      <p:sp>
        <p:nvSpPr>
          <p:cNvPr id="18" name="TextBox 17">
            <a:extLst>
              <a:ext uri="{FF2B5EF4-FFF2-40B4-BE49-F238E27FC236}">
                <a16:creationId xmlns:a16="http://schemas.microsoft.com/office/drawing/2014/main" id="{14DCA632-3153-56F0-485D-F98AF383E8F4}"/>
              </a:ext>
            </a:extLst>
          </p:cNvPr>
          <p:cNvSpPr txBox="1"/>
          <p:nvPr/>
        </p:nvSpPr>
        <p:spPr>
          <a:xfrm>
            <a:off x="3002445" y="4290380"/>
            <a:ext cx="890295" cy="390042"/>
          </a:xfrm>
          <a:prstGeom prst="rect">
            <a:avLst/>
          </a:prstGeom>
          <a:solidFill>
            <a:schemeClr val="accent6">
              <a:lumMod val="60000"/>
              <a:lumOff val="40000"/>
            </a:schemeClr>
          </a:solidFill>
          <a:ln>
            <a:noFill/>
          </a:ln>
        </p:spPr>
        <p:txBody>
          <a:bodyPr vert="horz" wrap="square" lIns="91440" tIns="45720" rIns="91440" bIns="45720" numCol="1" anchor="t" anchorCtr="0" compatLnSpc="1">
            <a:prstTxWarp prst="textNoShape">
              <a:avLst/>
            </a:prstTxWarp>
          </a:bodyPr>
          <a:lstStyle>
            <a:defPPr>
              <a:defRPr lang="tr-TR"/>
            </a:defPPr>
            <a:lvl1pPr marR="0" lvl="0" indent="0" fontAlgn="auto">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LnTx/>
                <a:uFillTx/>
                <a:latin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a:ea typeface="+mn-ea"/>
                <a:cs typeface="Noto Sans"/>
              </a:rPr>
              <a:t>Closed questions</a:t>
            </a:r>
            <a:endParaRPr kumimoji="0" lang="en-US"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9" name="TextBox 18">
            <a:extLst>
              <a:ext uri="{FF2B5EF4-FFF2-40B4-BE49-F238E27FC236}">
                <a16:creationId xmlns:a16="http://schemas.microsoft.com/office/drawing/2014/main" id="{EFC1C4CE-A47E-89CE-5839-D563410A664F}"/>
              </a:ext>
            </a:extLst>
          </p:cNvPr>
          <p:cNvSpPr txBox="1"/>
          <p:nvPr/>
        </p:nvSpPr>
        <p:spPr>
          <a:xfrm>
            <a:off x="4181591" y="4238347"/>
            <a:ext cx="991947" cy="393042"/>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Calibri" panose="020F0502020204030204"/>
                <a:ea typeface="+mn-ea"/>
                <a:cs typeface="Noto Sans"/>
              </a:rPr>
              <a:t>Answer…</a:t>
            </a:r>
          </a:p>
        </p:txBody>
      </p:sp>
      <p:sp>
        <p:nvSpPr>
          <p:cNvPr id="30" name="Text Placeholder 1">
            <a:extLst>
              <a:ext uri="{FF2B5EF4-FFF2-40B4-BE49-F238E27FC236}">
                <a16:creationId xmlns:a16="http://schemas.microsoft.com/office/drawing/2014/main" id="{C6DA1B6C-99CF-3E9A-35D3-FF82847445AC}"/>
              </a:ext>
            </a:extLst>
          </p:cNvPr>
          <p:cNvSpPr txBox="1">
            <a:spLocks/>
          </p:cNvSpPr>
          <p:nvPr/>
        </p:nvSpPr>
        <p:spPr>
          <a:xfrm>
            <a:off x="6435525" y="1954784"/>
            <a:ext cx="5590373" cy="1089459"/>
          </a:xfrm>
          <a:prstGeom prst="rect">
            <a:avLst/>
          </a:prstGeom>
        </p:spPr>
        <p:txBody>
          <a:bodyPr wrap="square" lIns="0" tIns="0" rIns="0" bIns="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1800" kern="1200" spc="-50" baseline="0">
                <a:solidFill>
                  <a:srgbClr val="071D49"/>
                </a:solidFill>
                <a:latin typeface="Raleway" panose="020B0503030101060003" pitchFamily="34" charset="0"/>
                <a:ea typeface="+mn-ea"/>
                <a:cs typeface="+mn-cs"/>
              </a:defRPr>
            </a:lvl1pPr>
            <a:lvl2pPr marL="180000" indent="-180000" algn="l" defTabSz="914400" rtl="0" eaLnBrk="1" latinLnBrk="0" hangingPunct="1">
              <a:lnSpc>
                <a:spcPct val="100000"/>
              </a:lnSpc>
              <a:spcBef>
                <a:spcPts val="0"/>
              </a:spcBef>
              <a:spcAft>
                <a:spcPts val="300"/>
              </a:spcAft>
              <a:buClr>
                <a:srgbClr val="EB1852"/>
              </a:buClr>
              <a:buFont typeface="Raleway" panose="020B0503030101060003" pitchFamily="34" charset="77"/>
              <a:buChar char="/"/>
              <a:defRPr sz="1400" kern="1200">
                <a:solidFill>
                  <a:srgbClr val="071D49"/>
                </a:solidFill>
                <a:latin typeface="Raleway" panose="020B0503030101060003" pitchFamily="34" charset="0"/>
                <a:ea typeface="+mn-ea"/>
                <a:cs typeface="+mn-cs"/>
              </a:defRPr>
            </a:lvl2pPr>
            <a:lvl3pPr marL="180000" indent="-180000" algn="l" defTabSz="914400" rtl="0" eaLnBrk="1" latinLnBrk="0" hangingPunct="1">
              <a:lnSpc>
                <a:spcPct val="100000"/>
              </a:lnSpc>
              <a:spcBef>
                <a:spcPts val="0"/>
              </a:spcBef>
              <a:spcAft>
                <a:spcPts val="300"/>
              </a:spcAft>
              <a:buClr>
                <a:srgbClr val="EB1852"/>
              </a:buClr>
              <a:buFont typeface="Raleway" panose="020B0503030101060003" pitchFamily="34" charset="77"/>
              <a:buChar char="/"/>
              <a:defRPr sz="1100" kern="1200">
                <a:solidFill>
                  <a:srgbClr val="071D49"/>
                </a:solidFill>
                <a:latin typeface="Raleway" panose="020B0503030101060003" pitchFamily="34" charset="0"/>
                <a:ea typeface="+mn-ea"/>
                <a:cs typeface="+mn-cs"/>
              </a:defRPr>
            </a:lvl3pPr>
            <a:lvl4pPr marL="180000" indent="-180000" algn="l" defTabSz="914400" rtl="0" eaLnBrk="1" latinLnBrk="0" hangingPunct="1">
              <a:lnSpc>
                <a:spcPct val="100000"/>
              </a:lnSpc>
              <a:spcBef>
                <a:spcPts val="0"/>
              </a:spcBef>
              <a:spcAft>
                <a:spcPts val="300"/>
              </a:spcAft>
              <a:buClr>
                <a:srgbClr val="EB1852"/>
              </a:buClr>
              <a:buFont typeface="Raleway" panose="020B0503030101060003" pitchFamily="34" charset="77"/>
              <a:buChar char="/"/>
              <a:defRPr sz="850" kern="1200">
                <a:solidFill>
                  <a:srgbClr val="071D49"/>
                </a:solidFill>
                <a:latin typeface="Raleway" panose="020B0503030101060003" pitchFamily="34" charset="0"/>
                <a:ea typeface="+mn-ea"/>
                <a:cs typeface="+mn-cs"/>
              </a:defRPr>
            </a:lvl4pPr>
            <a:lvl5pPr marL="0" indent="0" algn="l" defTabSz="914400" rtl="0" eaLnBrk="1" latinLnBrk="0" hangingPunct="1">
              <a:lnSpc>
                <a:spcPct val="100000"/>
              </a:lnSpc>
              <a:spcBef>
                <a:spcPts val="0"/>
              </a:spcBef>
              <a:spcAft>
                <a:spcPts val="200"/>
              </a:spcAft>
              <a:buFont typeface="Arial" panose="020B0604020202020204" pitchFamily="34" charset="0"/>
              <a:buNone/>
              <a:defRPr sz="1100" b="1" kern="1200">
                <a:solidFill>
                  <a:srgbClr val="E40046"/>
                </a:solidFill>
                <a:latin typeface="Raleway" panose="020B0503030101060003" pitchFamily="34" charset="0"/>
                <a:ea typeface="+mn-ea"/>
                <a:cs typeface="+mn-cs"/>
              </a:defRPr>
            </a:lvl5pPr>
            <a:lvl6pPr marL="0" indent="0" algn="l" defTabSz="914400" rtl="0" eaLnBrk="1" latinLnBrk="0" hangingPunct="1">
              <a:lnSpc>
                <a:spcPct val="100000"/>
              </a:lnSpc>
              <a:spcBef>
                <a:spcPts val="0"/>
              </a:spcBef>
              <a:buFont typeface="Arial" panose="020B0604020202020204" pitchFamily="34" charset="0"/>
              <a:buNone/>
              <a:defRPr sz="1100" kern="1200">
                <a:solidFill>
                  <a:srgbClr val="071D49"/>
                </a:solidFill>
                <a:latin typeface="Raleway" panose="020B0503030101060003" pitchFamily="34" charset="0"/>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2400" b="1" i="0" u="none" strike="noStrike" kern="1200" cap="none" spc="-50" normalizeH="0" baseline="0" noProof="0" dirty="0">
              <a:ln>
                <a:noFill/>
              </a:ln>
              <a:solidFill>
                <a:prstClr val="black"/>
              </a:solidFill>
              <a:effectLst/>
              <a:uLnTx/>
              <a:uFillTx/>
              <a:latin typeface="Arial"/>
              <a:ea typeface="+mn-ea"/>
              <a:cs typeface="Noto Sans"/>
            </a:endParaRPr>
          </a:p>
          <a:p>
            <a:pPr marL="0" marR="0" lvl="0" indent="0" algn="ctr" defTabSz="914400" rtl="0" eaLnBrk="1" fontAlgn="auto" latinLnBrk="0" hangingPunct="1">
              <a:lnSpc>
                <a:spcPct val="100000"/>
              </a:lnSpc>
              <a:spcBef>
                <a:spcPts val="0"/>
              </a:spcBef>
              <a:spcAft>
                <a:spcPts val="300"/>
              </a:spcAft>
              <a:buClr>
                <a:srgbClr val="6658A6"/>
              </a:buClr>
              <a:buSzTx/>
              <a:buFont typeface="Arial" panose="020B0604020202020204" pitchFamily="34" charset="0"/>
              <a:buNone/>
              <a:tabLst/>
              <a:defRPr/>
            </a:pPr>
            <a:r>
              <a:rPr kumimoji="0" lang="en-US" sz="1800" b="0" i="0" u="none" strike="noStrike" kern="1200" cap="none" spc="-50" normalizeH="0" baseline="0" noProof="0" dirty="0">
                <a:ln>
                  <a:noFill/>
                </a:ln>
                <a:solidFill>
                  <a:srgbClr val="A5A5A5">
                    <a:lumMod val="75000"/>
                  </a:srgbClr>
                </a:solidFill>
                <a:effectLst/>
                <a:uLnTx/>
                <a:uFillTx/>
                <a:latin typeface="Arial"/>
                <a:ea typeface="+mn-ea"/>
                <a:cs typeface="Noto Sans"/>
              </a:rPr>
              <a:t>A different approach is to ask OPEN questions at the end of an interaction. This avoids the obvious ‘yes’ or ‘no’ answer from the customer and encourages actions to be volunteered by the HCP</a:t>
            </a:r>
          </a:p>
        </p:txBody>
      </p:sp>
      <p:sp>
        <p:nvSpPr>
          <p:cNvPr id="41" name="AutoShape 3">
            <a:extLst>
              <a:ext uri="{FF2B5EF4-FFF2-40B4-BE49-F238E27FC236}">
                <a16:creationId xmlns:a16="http://schemas.microsoft.com/office/drawing/2014/main" id="{03FC0CE3-5024-C942-3ACC-A39D5AA0C144}"/>
              </a:ext>
            </a:extLst>
          </p:cNvPr>
          <p:cNvSpPr>
            <a:spLocks noChangeAspect="1" noChangeArrowheads="1" noTextEdit="1"/>
          </p:cNvSpPr>
          <p:nvPr/>
        </p:nvSpPr>
        <p:spPr bwMode="auto">
          <a:xfrm>
            <a:off x="6283637" y="3965276"/>
            <a:ext cx="6152573" cy="1437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Noto Sans"/>
            </a:endParaRPr>
          </a:p>
        </p:txBody>
      </p:sp>
      <p:sp>
        <p:nvSpPr>
          <p:cNvPr id="52" name="Freeform 17">
            <a:extLst>
              <a:ext uri="{FF2B5EF4-FFF2-40B4-BE49-F238E27FC236}">
                <a16:creationId xmlns:a16="http://schemas.microsoft.com/office/drawing/2014/main" id="{FC8A1DCC-719B-DA2E-FE2F-5AC41B468067}"/>
              </a:ext>
            </a:extLst>
          </p:cNvPr>
          <p:cNvSpPr>
            <a:spLocks/>
          </p:cNvSpPr>
          <p:nvPr/>
        </p:nvSpPr>
        <p:spPr bwMode="auto">
          <a:xfrm>
            <a:off x="10067831" y="4066612"/>
            <a:ext cx="1129178" cy="1230514"/>
          </a:xfrm>
          <a:custGeom>
            <a:avLst/>
            <a:gdLst>
              <a:gd name="T0" fmla="*/ 295 w 295"/>
              <a:gd name="T1" fmla="*/ 0 h 327"/>
              <a:gd name="T2" fmla="*/ 182 w 295"/>
              <a:gd name="T3" fmla="*/ 56 h 327"/>
              <a:gd name="T4" fmla="*/ 126 w 295"/>
              <a:gd name="T5" fmla="*/ 192 h 327"/>
              <a:gd name="T6" fmla="*/ 0 w 295"/>
              <a:gd name="T7" fmla="*/ 326 h 327"/>
              <a:gd name="T8" fmla="*/ 1 w 295"/>
              <a:gd name="T9" fmla="*/ 327 h 327"/>
              <a:gd name="T10" fmla="*/ 127 w 295"/>
              <a:gd name="T11" fmla="*/ 192 h 327"/>
              <a:gd name="T12" fmla="*/ 183 w 295"/>
              <a:gd name="T13" fmla="*/ 56 h 327"/>
              <a:gd name="T14" fmla="*/ 295 w 295"/>
              <a:gd name="T15" fmla="*/ 2 h 327"/>
              <a:gd name="T16" fmla="*/ 295 w 295"/>
              <a:gd name="T17" fmla="*/ 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327">
                <a:moveTo>
                  <a:pt x="295" y="0"/>
                </a:moveTo>
                <a:cubicBezTo>
                  <a:pt x="252" y="5"/>
                  <a:pt x="213" y="25"/>
                  <a:pt x="182" y="56"/>
                </a:cubicBezTo>
                <a:cubicBezTo>
                  <a:pt x="146" y="92"/>
                  <a:pt x="126" y="140"/>
                  <a:pt x="126" y="192"/>
                </a:cubicBezTo>
                <a:cubicBezTo>
                  <a:pt x="126" y="263"/>
                  <a:pt x="70" y="322"/>
                  <a:pt x="0" y="326"/>
                </a:cubicBezTo>
                <a:cubicBezTo>
                  <a:pt x="1" y="327"/>
                  <a:pt x="1" y="327"/>
                  <a:pt x="1" y="327"/>
                </a:cubicBezTo>
                <a:cubicBezTo>
                  <a:pt x="71" y="323"/>
                  <a:pt x="127" y="264"/>
                  <a:pt x="127" y="192"/>
                </a:cubicBezTo>
                <a:cubicBezTo>
                  <a:pt x="127" y="141"/>
                  <a:pt x="147" y="93"/>
                  <a:pt x="183" y="56"/>
                </a:cubicBezTo>
                <a:cubicBezTo>
                  <a:pt x="214" y="26"/>
                  <a:pt x="253" y="7"/>
                  <a:pt x="295" y="2"/>
                </a:cubicBezTo>
                <a:cubicBezTo>
                  <a:pt x="295" y="0"/>
                  <a:pt x="295" y="0"/>
                  <a:pt x="295"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sp>
        <p:nvSpPr>
          <p:cNvPr id="53" name="Freeform 18">
            <a:extLst>
              <a:ext uri="{FF2B5EF4-FFF2-40B4-BE49-F238E27FC236}">
                <a16:creationId xmlns:a16="http://schemas.microsoft.com/office/drawing/2014/main" id="{976643AB-2B65-4B36-2BDA-B6F7A5A98772}"/>
              </a:ext>
            </a:extLst>
          </p:cNvPr>
          <p:cNvSpPr>
            <a:spLocks/>
          </p:cNvSpPr>
          <p:nvPr/>
        </p:nvSpPr>
        <p:spPr bwMode="auto">
          <a:xfrm>
            <a:off x="6283637" y="4680422"/>
            <a:ext cx="1166817" cy="616705"/>
          </a:xfrm>
          <a:custGeom>
            <a:avLst/>
            <a:gdLst>
              <a:gd name="T0" fmla="*/ 0 w 305"/>
              <a:gd name="T1" fmla="*/ 2 h 164"/>
              <a:gd name="T2" fmla="*/ 63 w 305"/>
              <a:gd name="T3" fmla="*/ 2 h 164"/>
              <a:gd name="T4" fmla="*/ 108 w 305"/>
              <a:gd name="T5" fmla="*/ 19 h 164"/>
              <a:gd name="T6" fmla="*/ 151 w 305"/>
              <a:gd name="T7" fmla="*/ 69 h 164"/>
              <a:gd name="T8" fmla="*/ 225 w 305"/>
              <a:gd name="T9" fmla="*/ 139 h 164"/>
              <a:gd name="T10" fmla="*/ 305 w 305"/>
              <a:gd name="T11" fmla="*/ 164 h 164"/>
              <a:gd name="T12" fmla="*/ 305 w 305"/>
              <a:gd name="T13" fmla="*/ 163 h 164"/>
              <a:gd name="T14" fmla="*/ 226 w 305"/>
              <a:gd name="T15" fmla="*/ 138 h 164"/>
              <a:gd name="T16" fmla="*/ 152 w 305"/>
              <a:gd name="T17" fmla="*/ 68 h 164"/>
              <a:gd name="T18" fmla="*/ 109 w 305"/>
              <a:gd name="T19" fmla="*/ 17 h 164"/>
              <a:gd name="T20" fmla="*/ 63 w 305"/>
              <a:gd name="T21" fmla="*/ 0 h 164"/>
              <a:gd name="T22" fmla="*/ 0 w 305"/>
              <a:gd name="T23" fmla="*/ 0 h 164"/>
              <a:gd name="T24" fmla="*/ 0 w 305"/>
              <a:gd name="T25" fmla="*/ 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5" h="164">
                <a:moveTo>
                  <a:pt x="0" y="2"/>
                </a:moveTo>
                <a:cubicBezTo>
                  <a:pt x="63" y="2"/>
                  <a:pt x="63" y="2"/>
                  <a:pt x="63" y="2"/>
                </a:cubicBezTo>
                <a:cubicBezTo>
                  <a:pt x="78" y="2"/>
                  <a:pt x="93" y="7"/>
                  <a:pt x="108" y="19"/>
                </a:cubicBezTo>
                <a:cubicBezTo>
                  <a:pt x="123" y="30"/>
                  <a:pt x="137" y="47"/>
                  <a:pt x="151" y="69"/>
                </a:cubicBezTo>
                <a:cubicBezTo>
                  <a:pt x="169" y="98"/>
                  <a:pt x="195" y="122"/>
                  <a:pt x="225" y="139"/>
                </a:cubicBezTo>
                <a:cubicBezTo>
                  <a:pt x="250" y="152"/>
                  <a:pt x="277" y="161"/>
                  <a:pt x="305" y="164"/>
                </a:cubicBezTo>
                <a:cubicBezTo>
                  <a:pt x="305" y="163"/>
                  <a:pt x="305" y="163"/>
                  <a:pt x="305" y="163"/>
                </a:cubicBezTo>
                <a:cubicBezTo>
                  <a:pt x="277" y="160"/>
                  <a:pt x="250" y="151"/>
                  <a:pt x="226" y="138"/>
                </a:cubicBezTo>
                <a:cubicBezTo>
                  <a:pt x="195" y="121"/>
                  <a:pt x="170" y="97"/>
                  <a:pt x="152" y="68"/>
                </a:cubicBezTo>
                <a:cubicBezTo>
                  <a:pt x="138" y="46"/>
                  <a:pt x="124" y="29"/>
                  <a:pt x="109" y="17"/>
                </a:cubicBezTo>
                <a:cubicBezTo>
                  <a:pt x="94" y="6"/>
                  <a:pt x="79" y="0"/>
                  <a:pt x="63" y="0"/>
                </a:cubicBezTo>
                <a:cubicBezTo>
                  <a:pt x="0" y="0"/>
                  <a:pt x="0" y="0"/>
                  <a:pt x="0" y="0"/>
                </a:cubicBezTo>
                <a:cubicBezTo>
                  <a:pt x="0" y="2"/>
                  <a:pt x="0" y="2"/>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sp>
        <p:nvSpPr>
          <p:cNvPr id="55" name="Freeform 20">
            <a:extLst>
              <a:ext uri="{FF2B5EF4-FFF2-40B4-BE49-F238E27FC236}">
                <a16:creationId xmlns:a16="http://schemas.microsoft.com/office/drawing/2014/main" id="{0F3D54E0-7A6A-44D9-9B4E-6CED464DF875}"/>
              </a:ext>
            </a:extLst>
          </p:cNvPr>
          <p:cNvSpPr>
            <a:spLocks/>
          </p:cNvSpPr>
          <p:nvPr/>
        </p:nvSpPr>
        <p:spPr bwMode="auto">
          <a:xfrm>
            <a:off x="11318613" y="4070955"/>
            <a:ext cx="1117597" cy="1237753"/>
          </a:xfrm>
          <a:custGeom>
            <a:avLst/>
            <a:gdLst>
              <a:gd name="T0" fmla="*/ 0 w 292"/>
              <a:gd name="T1" fmla="*/ 2 h 329"/>
              <a:gd name="T2" fmla="*/ 123 w 292"/>
              <a:gd name="T3" fmla="*/ 136 h 329"/>
              <a:gd name="T4" fmla="*/ 179 w 292"/>
              <a:gd name="T5" fmla="*/ 273 h 329"/>
              <a:gd name="T6" fmla="*/ 292 w 292"/>
              <a:gd name="T7" fmla="*/ 329 h 329"/>
              <a:gd name="T8" fmla="*/ 292 w 292"/>
              <a:gd name="T9" fmla="*/ 328 h 329"/>
              <a:gd name="T10" fmla="*/ 180 w 292"/>
              <a:gd name="T11" fmla="*/ 273 h 329"/>
              <a:gd name="T12" fmla="*/ 125 w 292"/>
              <a:gd name="T13" fmla="*/ 136 h 329"/>
              <a:gd name="T14" fmla="*/ 0 w 292"/>
              <a:gd name="T15" fmla="*/ 0 h 329"/>
              <a:gd name="T16" fmla="*/ 0 w 292"/>
              <a:gd name="T17" fmla="*/ 2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2" h="329">
                <a:moveTo>
                  <a:pt x="0" y="2"/>
                </a:moveTo>
                <a:cubicBezTo>
                  <a:pt x="69" y="7"/>
                  <a:pt x="123" y="65"/>
                  <a:pt x="123" y="136"/>
                </a:cubicBezTo>
                <a:cubicBezTo>
                  <a:pt x="123" y="188"/>
                  <a:pt x="143" y="237"/>
                  <a:pt x="179" y="273"/>
                </a:cubicBezTo>
                <a:cubicBezTo>
                  <a:pt x="210" y="305"/>
                  <a:pt x="249" y="324"/>
                  <a:pt x="292" y="329"/>
                </a:cubicBezTo>
                <a:cubicBezTo>
                  <a:pt x="292" y="328"/>
                  <a:pt x="292" y="328"/>
                  <a:pt x="292" y="328"/>
                </a:cubicBezTo>
                <a:cubicBezTo>
                  <a:pt x="250" y="322"/>
                  <a:pt x="211" y="303"/>
                  <a:pt x="180" y="273"/>
                </a:cubicBezTo>
                <a:cubicBezTo>
                  <a:pt x="144" y="236"/>
                  <a:pt x="125" y="188"/>
                  <a:pt x="125" y="136"/>
                </a:cubicBezTo>
                <a:cubicBezTo>
                  <a:pt x="125" y="65"/>
                  <a:pt x="70" y="5"/>
                  <a:pt x="0" y="0"/>
                </a:cubicBezTo>
                <a:cubicBezTo>
                  <a:pt x="0" y="2"/>
                  <a:pt x="0" y="2"/>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pic>
        <p:nvPicPr>
          <p:cNvPr id="20" name="Graphic 19">
            <a:extLst>
              <a:ext uri="{FF2B5EF4-FFF2-40B4-BE49-F238E27FC236}">
                <a16:creationId xmlns:a16="http://schemas.microsoft.com/office/drawing/2014/main" id="{973D8C67-7110-7B55-288D-3DE955760A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3442" y="4024372"/>
            <a:ext cx="245353" cy="266008"/>
          </a:xfrm>
          <a:prstGeom prst="rect">
            <a:avLst/>
          </a:prstGeom>
        </p:spPr>
      </p:pic>
      <p:sp>
        <p:nvSpPr>
          <p:cNvPr id="7" name="TextBox 6">
            <a:extLst>
              <a:ext uri="{FF2B5EF4-FFF2-40B4-BE49-F238E27FC236}">
                <a16:creationId xmlns:a16="http://schemas.microsoft.com/office/drawing/2014/main" id="{EAAE4D7A-7A5D-D015-AA28-4023941F9DDC}"/>
              </a:ext>
            </a:extLst>
          </p:cNvPr>
          <p:cNvSpPr txBox="1"/>
          <p:nvPr/>
        </p:nvSpPr>
        <p:spPr>
          <a:xfrm>
            <a:off x="-5570" y="1468601"/>
            <a:ext cx="609771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50" normalizeH="0" baseline="0" noProof="0">
                <a:ln>
                  <a:noFill/>
                </a:ln>
                <a:solidFill>
                  <a:prstClr val="black"/>
                </a:solidFill>
                <a:effectLst/>
                <a:uLnTx/>
                <a:uFillTx/>
                <a:latin typeface="Arial"/>
                <a:ea typeface="+mn-ea"/>
                <a:cs typeface="Noto Sans"/>
              </a:rPr>
              <a:t>Traditional closing tactics</a:t>
            </a:r>
            <a:endParaRPr kumimoji="0" lang="es-CO" sz="2000" b="0" i="0" u="none" strike="noStrike" kern="1200" cap="none" spc="0" normalizeH="0" baseline="0" noProof="0">
              <a:ln>
                <a:noFill/>
              </a:ln>
              <a:solidFill>
                <a:prstClr val="black"/>
              </a:solidFill>
              <a:effectLst/>
              <a:uLnTx/>
              <a:uFillTx/>
              <a:latin typeface="Arial"/>
              <a:ea typeface="+mn-ea"/>
              <a:cs typeface="Noto Sans"/>
            </a:endParaRPr>
          </a:p>
        </p:txBody>
      </p:sp>
      <p:sp>
        <p:nvSpPr>
          <p:cNvPr id="63" name="Freeform 10">
            <a:extLst>
              <a:ext uri="{FF2B5EF4-FFF2-40B4-BE49-F238E27FC236}">
                <a16:creationId xmlns:a16="http://schemas.microsoft.com/office/drawing/2014/main" id="{8677F880-373E-FFCA-A46B-F78A9DAFF093}"/>
              </a:ext>
            </a:extLst>
          </p:cNvPr>
          <p:cNvSpPr>
            <a:spLocks/>
          </p:cNvSpPr>
          <p:nvPr/>
        </p:nvSpPr>
        <p:spPr bwMode="auto">
          <a:xfrm>
            <a:off x="8689446" y="4147660"/>
            <a:ext cx="1188720" cy="1188720"/>
          </a:xfrm>
          <a:custGeom>
            <a:avLst/>
            <a:gdLst>
              <a:gd name="T0" fmla="*/ 139 w 279"/>
              <a:gd name="T1" fmla="*/ 0 h 278"/>
              <a:gd name="T2" fmla="*/ 85 w 279"/>
              <a:gd name="T3" fmla="*/ 10 h 278"/>
              <a:gd name="T4" fmla="*/ 41 w 279"/>
              <a:gd name="T5" fmla="*/ 40 h 278"/>
              <a:gd name="T6" fmla="*/ 11 w 279"/>
              <a:gd name="T7" fmla="*/ 84 h 278"/>
              <a:gd name="T8" fmla="*/ 0 w 279"/>
              <a:gd name="T9" fmla="*/ 139 h 278"/>
              <a:gd name="T10" fmla="*/ 11 w 279"/>
              <a:gd name="T11" fmla="*/ 193 h 278"/>
              <a:gd name="T12" fmla="*/ 41 w 279"/>
              <a:gd name="T13" fmla="*/ 237 h 278"/>
              <a:gd name="T14" fmla="*/ 85 w 279"/>
              <a:gd name="T15" fmla="*/ 267 h 278"/>
              <a:gd name="T16" fmla="*/ 139 w 279"/>
              <a:gd name="T17" fmla="*/ 278 h 278"/>
              <a:gd name="T18" fmla="*/ 194 w 279"/>
              <a:gd name="T19" fmla="*/ 267 h 278"/>
              <a:gd name="T20" fmla="*/ 238 w 279"/>
              <a:gd name="T21" fmla="*/ 237 h 278"/>
              <a:gd name="T22" fmla="*/ 268 w 279"/>
              <a:gd name="T23" fmla="*/ 193 h 278"/>
              <a:gd name="T24" fmla="*/ 279 w 279"/>
              <a:gd name="T25" fmla="*/ 139 h 278"/>
              <a:gd name="T26" fmla="*/ 268 w 279"/>
              <a:gd name="T27" fmla="*/ 84 h 278"/>
              <a:gd name="T28" fmla="*/ 238 w 279"/>
              <a:gd name="T29" fmla="*/ 40 h 278"/>
              <a:gd name="T30" fmla="*/ 194 w 279"/>
              <a:gd name="T31" fmla="*/ 10 h 278"/>
              <a:gd name="T32" fmla="*/ 139 w 279"/>
              <a:gd name="T33"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9" h="278">
                <a:moveTo>
                  <a:pt x="139" y="0"/>
                </a:moveTo>
                <a:cubicBezTo>
                  <a:pt x="121" y="0"/>
                  <a:pt x="102" y="3"/>
                  <a:pt x="85" y="10"/>
                </a:cubicBezTo>
                <a:cubicBezTo>
                  <a:pt x="69" y="17"/>
                  <a:pt x="54" y="27"/>
                  <a:pt x="41" y="40"/>
                </a:cubicBezTo>
                <a:cubicBezTo>
                  <a:pt x="28" y="53"/>
                  <a:pt x="18" y="68"/>
                  <a:pt x="11" y="84"/>
                </a:cubicBezTo>
                <a:cubicBezTo>
                  <a:pt x="4" y="102"/>
                  <a:pt x="0" y="120"/>
                  <a:pt x="0" y="139"/>
                </a:cubicBezTo>
                <a:cubicBezTo>
                  <a:pt x="0" y="157"/>
                  <a:pt x="4" y="176"/>
                  <a:pt x="11" y="193"/>
                </a:cubicBezTo>
                <a:cubicBezTo>
                  <a:pt x="18" y="209"/>
                  <a:pt x="28" y="224"/>
                  <a:pt x="41" y="237"/>
                </a:cubicBezTo>
                <a:cubicBezTo>
                  <a:pt x="54" y="250"/>
                  <a:pt x="69" y="260"/>
                  <a:pt x="85" y="267"/>
                </a:cubicBezTo>
                <a:cubicBezTo>
                  <a:pt x="102" y="274"/>
                  <a:pt x="121" y="278"/>
                  <a:pt x="139" y="278"/>
                </a:cubicBezTo>
                <a:cubicBezTo>
                  <a:pt x="158" y="278"/>
                  <a:pt x="176" y="274"/>
                  <a:pt x="194" y="267"/>
                </a:cubicBezTo>
                <a:cubicBezTo>
                  <a:pt x="210" y="260"/>
                  <a:pt x="225" y="250"/>
                  <a:pt x="238" y="237"/>
                </a:cubicBezTo>
                <a:cubicBezTo>
                  <a:pt x="251" y="224"/>
                  <a:pt x="261" y="209"/>
                  <a:pt x="268" y="193"/>
                </a:cubicBezTo>
                <a:cubicBezTo>
                  <a:pt x="275" y="176"/>
                  <a:pt x="279" y="157"/>
                  <a:pt x="279" y="139"/>
                </a:cubicBezTo>
                <a:cubicBezTo>
                  <a:pt x="279" y="120"/>
                  <a:pt x="275" y="102"/>
                  <a:pt x="268" y="84"/>
                </a:cubicBezTo>
                <a:cubicBezTo>
                  <a:pt x="261" y="68"/>
                  <a:pt x="251" y="53"/>
                  <a:pt x="238" y="40"/>
                </a:cubicBezTo>
                <a:cubicBezTo>
                  <a:pt x="225" y="27"/>
                  <a:pt x="210" y="17"/>
                  <a:pt x="194" y="10"/>
                </a:cubicBezTo>
                <a:cubicBezTo>
                  <a:pt x="176" y="3"/>
                  <a:pt x="158" y="0"/>
                  <a:pt x="139" y="0"/>
                </a:cubicBezTo>
                <a:close/>
              </a:path>
            </a:pathLst>
          </a:custGeom>
          <a:solidFill>
            <a:schemeClr val="accent6">
              <a:lumMod val="60000"/>
              <a:lumOff val="4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Noto Sans"/>
            </a:endParaRPr>
          </a:p>
        </p:txBody>
      </p:sp>
      <p:grpSp>
        <p:nvGrpSpPr>
          <p:cNvPr id="65" name="Group 64">
            <a:extLst>
              <a:ext uri="{FF2B5EF4-FFF2-40B4-BE49-F238E27FC236}">
                <a16:creationId xmlns:a16="http://schemas.microsoft.com/office/drawing/2014/main" id="{E842A58F-7E02-411C-0AE2-D7E275FF6F2B}"/>
              </a:ext>
            </a:extLst>
          </p:cNvPr>
          <p:cNvGrpSpPr/>
          <p:nvPr/>
        </p:nvGrpSpPr>
        <p:grpSpPr>
          <a:xfrm>
            <a:off x="6261273" y="3884257"/>
            <a:ext cx="5847682" cy="1555180"/>
            <a:chOff x="6409576" y="3977096"/>
            <a:chExt cx="5401393" cy="1555180"/>
          </a:xfrm>
        </p:grpSpPr>
        <p:grpSp>
          <p:nvGrpSpPr>
            <p:cNvPr id="61" name="Group 60">
              <a:extLst>
                <a:ext uri="{FF2B5EF4-FFF2-40B4-BE49-F238E27FC236}">
                  <a16:creationId xmlns:a16="http://schemas.microsoft.com/office/drawing/2014/main" id="{752ED055-F0F6-4863-E473-F15324A8AE52}"/>
                </a:ext>
              </a:extLst>
            </p:cNvPr>
            <p:cNvGrpSpPr/>
            <p:nvPr/>
          </p:nvGrpSpPr>
          <p:grpSpPr>
            <a:xfrm>
              <a:off x="6409576" y="3977096"/>
              <a:ext cx="4129644" cy="1552475"/>
              <a:chOff x="5852354" y="4099089"/>
              <a:chExt cx="3840834" cy="1433187"/>
            </a:xfrm>
          </p:grpSpPr>
          <p:sp>
            <p:nvSpPr>
              <p:cNvPr id="42" name="Freeform 5">
                <a:extLst>
                  <a:ext uri="{FF2B5EF4-FFF2-40B4-BE49-F238E27FC236}">
                    <a16:creationId xmlns:a16="http://schemas.microsoft.com/office/drawing/2014/main" id="{F3AFC104-2F85-6794-CDA0-05389221946E}"/>
                  </a:ext>
                </a:extLst>
              </p:cNvPr>
              <p:cNvSpPr>
                <a:spLocks/>
              </p:cNvSpPr>
              <p:nvPr/>
            </p:nvSpPr>
            <p:spPr bwMode="auto">
              <a:xfrm>
                <a:off x="6034941" y="4708555"/>
                <a:ext cx="1166817" cy="816482"/>
              </a:xfrm>
              <a:custGeom>
                <a:avLst/>
                <a:gdLst>
                  <a:gd name="T0" fmla="*/ 305 w 305"/>
                  <a:gd name="T1" fmla="*/ 191 h 217"/>
                  <a:gd name="T2" fmla="*/ 278 w 305"/>
                  <a:gd name="T3" fmla="*/ 160 h 217"/>
                  <a:gd name="T4" fmla="*/ 189 w 305"/>
                  <a:gd name="T5" fmla="*/ 95 h 217"/>
                  <a:gd name="T6" fmla="*/ 138 w 305"/>
                  <a:gd name="T7" fmla="*/ 32 h 217"/>
                  <a:gd name="T8" fmla="*/ 58 w 305"/>
                  <a:gd name="T9" fmla="*/ 0 h 217"/>
                  <a:gd name="T10" fmla="*/ 0 w 305"/>
                  <a:gd name="T11" fmla="*/ 0 h 217"/>
                  <a:gd name="T12" fmla="*/ 0 w 305"/>
                  <a:gd name="T13" fmla="*/ 56 h 217"/>
                  <a:gd name="T14" fmla="*/ 58 w 305"/>
                  <a:gd name="T15" fmla="*/ 56 h 217"/>
                  <a:gd name="T16" fmla="*/ 140 w 305"/>
                  <a:gd name="T17" fmla="*/ 123 h 217"/>
                  <a:gd name="T18" fmla="*/ 208 w 305"/>
                  <a:gd name="T19" fmla="*/ 193 h 217"/>
                  <a:gd name="T20" fmla="*/ 281 w 305"/>
                  <a:gd name="T21" fmla="*/ 217 h 217"/>
                  <a:gd name="T22" fmla="*/ 305 w 305"/>
                  <a:gd name="T23" fmla="*/ 19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5" h="217">
                    <a:moveTo>
                      <a:pt x="305" y="191"/>
                    </a:moveTo>
                    <a:cubicBezTo>
                      <a:pt x="278" y="160"/>
                      <a:pt x="278" y="160"/>
                      <a:pt x="278" y="160"/>
                    </a:cubicBezTo>
                    <a:cubicBezTo>
                      <a:pt x="241" y="152"/>
                      <a:pt x="208" y="129"/>
                      <a:pt x="189" y="95"/>
                    </a:cubicBezTo>
                    <a:cubicBezTo>
                      <a:pt x="173" y="68"/>
                      <a:pt x="156" y="47"/>
                      <a:pt x="138" y="32"/>
                    </a:cubicBezTo>
                    <a:cubicBezTo>
                      <a:pt x="114" y="11"/>
                      <a:pt x="87" y="0"/>
                      <a:pt x="58" y="0"/>
                    </a:cubicBezTo>
                    <a:cubicBezTo>
                      <a:pt x="0" y="0"/>
                      <a:pt x="0" y="0"/>
                      <a:pt x="0" y="0"/>
                    </a:cubicBezTo>
                    <a:cubicBezTo>
                      <a:pt x="0" y="56"/>
                      <a:pt x="0" y="56"/>
                      <a:pt x="0" y="56"/>
                    </a:cubicBezTo>
                    <a:cubicBezTo>
                      <a:pt x="58" y="56"/>
                      <a:pt x="58" y="56"/>
                      <a:pt x="58" y="56"/>
                    </a:cubicBezTo>
                    <a:cubicBezTo>
                      <a:pt x="87" y="56"/>
                      <a:pt x="114" y="79"/>
                      <a:pt x="140" y="123"/>
                    </a:cubicBezTo>
                    <a:cubicBezTo>
                      <a:pt x="156" y="152"/>
                      <a:pt x="180" y="176"/>
                      <a:pt x="208" y="193"/>
                    </a:cubicBezTo>
                    <a:cubicBezTo>
                      <a:pt x="231" y="206"/>
                      <a:pt x="255" y="214"/>
                      <a:pt x="281" y="217"/>
                    </a:cubicBezTo>
                    <a:cubicBezTo>
                      <a:pt x="305" y="191"/>
                      <a:pt x="305" y="191"/>
                      <a:pt x="305" y="191"/>
                    </a:cubicBezTo>
                  </a:path>
                </a:pathLst>
              </a:custGeom>
              <a:solidFill>
                <a:srgbClr val="A7191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sp>
            <p:nvSpPr>
              <p:cNvPr id="43" name="Freeform 6">
                <a:extLst>
                  <a:ext uri="{FF2B5EF4-FFF2-40B4-BE49-F238E27FC236}">
                    <a16:creationId xmlns:a16="http://schemas.microsoft.com/office/drawing/2014/main" id="{42421465-7B1C-4F8D-2DE9-1092070B553F}"/>
                  </a:ext>
                </a:extLst>
              </p:cNvPr>
              <p:cNvSpPr>
                <a:spLocks/>
              </p:cNvSpPr>
              <p:nvPr/>
            </p:nvSpPr>
            <p:spPr bwMode="auto">
              <a:xfrm>
                <a:off x="7236503" y="4101984"/>
                <a:ext cx="1216038" cy="1430292"/>
              </a:xfrm>
              <a:custGeom>
                <a:avLst/>
                <a:gdLst>
                  <a:gd name="T0" fmla="*/ 318 w 318"/>
                  <a:gd name="T1" fmla="*/ 27 h 380"/>
                  <a:gd name="T2" fmla="*/ 294 w 318"/>
                  <a:gd name="T3" fmla="*/ 0 h 380"/>
                  <a:gd name="T4" fmla="*/ 182 w 318"/>
                  <a:gd name="T5" fmla="*/ 54 h 380"/>
                  <a:gd name="T6" fmla="*/ 126 w 318"/>
                  <a:gd name="T7" fmla="*/ 189 h 380"/>
                  <a:gd name="T8" fmla="*/ 0 w 318"/>
                  <a:gd name="T9" fmla="*/ 323 h 380"/>
                  <a:gd name="T10" fmla="*/ 24 w 318"/>
                  <a:gd name="T11" fmla="*/ 352 h 380"/>
                  <a:gd name="T12" fmla="*/ 0 w 318"/>
                  <a:gd name="T13" fmla="*/ 380 h 380"/>
                  <a:gd name="T14" fmla="*/ 126 w 318"/>
                  <a:gd name="T15" fmla="*/ 324 h 380"/>
                  <a:gd name="T16" fmla="*/ 182 w 318"/>
                  <a:gd name="T17" fmla="*/ 189 h 380"/>
                  <a:gd name="T18" fmla="*/ 291 w 318"/>
                  <a:gd name="T19" fmla="*/ 57 h 380"/>
                  <a:gd name="T20" fmla="*/ 318 w 318"/>
                  <a:gd name="T21" fmla="*/ 2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8" h="380">
                    <a:moveTo>
                      <a:pt x="318" y="27"/>
                    </a:moveTo>
                    <a:cubicBezTo>
                      <a:pt x="294" y="0"/>
                      <a:pt x="294" y="0"/>
                      <a:pt x="294" y="0"/>
                    </a:cubicBezTo>
                    <a:cubicBezTo>
                      <a:pt x="252" y="5"/>
                      <a:pt x="212" y="23"/>
                      <a:pt x="182" y="54"/>
                    </a:cubicBezTo>
                    <a:cubicBezTo>
                      <a:pt x="146" y="90"/>
                      <a:pt x="126" y="138"/>
                      <a:pt x="126" y="189"/>
                    </a:cubicBezTo>
                    <a:cubicBezTo>
                      <a:pt x="126" y="260"/>
                      <a:pt x="70" y="319"/>
                      <a:pt x="0" y="323"/>
                    </a:cubicBezTo>
                    <a:cubicBezTo>
                      <a:pt x="24" y="352"/>
                      <a:pt x="24" y="352"/>
                      <a:pt x="24" y="352"/>
                    </a:cubicBezTo>
                    <a:cubicBezTo>
                      <a:pt x="0" y="380"/>
                      <a:pt x="0" y="380"/>
                      <a:pt x="0" y="380"/>
                    </a:cubicBezTo>
                    <a:cubicBezTo>
                      <a:pt x="47" y="378"/>
                      <a:pt x="92" y="358"/>
                      <a:pt x="126" y="324"/>
                    </a:cubicBezTo>
                    <a:cubicBezTo>
                      <a:pt x="162" y="288"/>
                      <a:pt x="182" y="240"/>
                      <a:pt x="182" y="189"/>
                    </a:cubicBezTo>
                    <a:cubicBezTo>
                      <a:pt x="182" y="124"/>
                      <a:pt x="229" y="69"/>
                      <a:pt x="291" y="57"/>
                    </a:cubicBezTo>
                    <a:lnTo>
                      <a:pt x="318" y="27"/>
                    </a:lnTo>
                    <a:close/>
                  </a:path>
                </a:pathLst>
              </a:custGeom>
              <a:solidFill>
                <a:srgbClr val="A7191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sp>
            <p:nvSpPr>
              <p:cNvPr id="44" name="Freeform 7">
                <a:extLst>
                  <a:ext uri="{FF2B5EF4-FFF2-40B4-BE49-F238E27FC236}">
                    <a16:creationId xmlns:a16="http://schemas.microsoft.com/office/drawing/2014/main" id="{22B1182C-5DB3-A1C4-A5C3-A90B949FA588}"/>
                  </a:ext>
                </a:extLst>
              </p:cNvPr>
              <p:cNvSpPr>
                <a:spLocks/>
              </p:cNvSpPr>
              <p:nvPr/>
            </p:nvSpPr>
            <p:spPr bwMode="auto">
              <a:xfrm>
                <a:off x="8487284" y="4099089"/>
                <a:ext cx="1205904" cy="1428844"/>
              </a:xfrm>
              <a:custGeom>
                <a:avLst/>
                <a:gdLst>
                  <a:gd name="T0" fmla="*/ 315 w 315"/>
                  <a:gd name="T1" fmla="*/ 353 h 380"/>
                  <a:gd name="T2" fmla="*/ 289 w 315"/>
                  <a:gd name="T3" fmla="*/ 322 h 380"/>
                  <a:gd name="T4" fmla="*/ 180 w 315"/>
                  <a:gd name="T5" fmla="*/ 190 h 380"/>
                  <a:gd name="T6" fmla="*/ 125 w 315"/>
                  <a:gd name="T7" fmla="*/ 55 h 380"/>
                  <a:gd name="T8" fmla="*/ 0 w 315"/>
                  <a:gd name="T9" fmla="*/ 0 h 380"/>
                  <a:gd name="T10" fmla="*/ 24 w 315"/>
                  <a:gd name="T11" fmla="*/ 28 h 380"/>
                  <a:gd name="T12" fmla="*/ 0 w 315"/>
                  <a:gd name="T13" fmla="*/ 56 h 380"/>
                  <a:gd name="T14" fmla="*/ 124 w 315"/>
                  <a:gd name="T15" fmla="*/ 190 h 380"/>
                  <a:gd name="T16" fmla="*/ 180 w 315"/>
                  <a:gd name="T17" fmla="*/ 325 h 380"/>
                  <a:gd name="T18" fmla="*/ 292 w 315"/>
                  <a:gd name="T19" fmla="*/ 380 h 380"/>
                  <a:gd name="T20" fmla="*/ 315 w 315"/>
                  <a:gd name="T21" fmla="*/ 353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5" h="380">
                    <a:moveTo>
                      <a:pt x="315" y="353"/>
                    </a:moveTo>
                    <a:cubicBezTo>
                      <a:pt x="289" y="322"/>
                      <a:pt x="289" y="322"/>
                      <a:pt x="289" y="322"/>
                    </a:cubicBezTo>
                    <a:cubicBezTo>
                      <a:pt x="227" y="310"/>
                      <a:pt x="180" y="255"/>
                      <a:pt x="180" y="190"/>
                    </a:cubicBezTo>
                    <a:cubicBezTo>
                      <a:pt x="180" y="139"/>
                      <a:pt x="161" y="91"/>
                      <a:pt x="125" y="55"/>
                    </a:cubicBezTo>
                    <a:cubicBezTo>
                      <a:pt x="91" y="21"/>
                      <a:pt x="47" y="2"/>
                      <a:pt x="0" y="0"/>
                    </a:cubicBezTo>
                    <a:cubicBezTo>
                      <a:pt x="24" y="28"/>
                      <a:pt x="24" y="28"/>
                      <a:pt x="24" y="28"/>
                    </a:cubicBezTo>
                    <a:cubicBezTo>
                      <a:pt x="0" y="56"/>
                      <a:pt x="0" y="56"/>
                      <a:pt x="0" y="56"/>
                    </a:cubicBezTo>
                    <a:cubicBezTo>
                      <a:pt x="69" y="61"/>
                      <a:pt x="124" y="119"/>
                      <a:pt x="124" y="190"/>
                    </a:cubicBezTo>
                    <a:cubicBezTo>
                      <a:pt x="124" y="241"/>
                      <a:pt x="144" y="289"/>
                      <a:pt x="180" y="325"/>
                    </a:cubicBezTo>
                    <a:cubicBezTo>
                      <a:pt x="210" y="356"/>
                      <a:pt x="250" y="375"/>
                      <a:pt x="292" y="380"/>
                    </a:cubicBezTo>
                    <a:lnTo>
                      <a:pt x="315" y="353"/>
                    </a:lnTo>
                    <a:close/>
                  </a:path>
                </a:pathLst>
              </a:custGeom>
              <a:solidFill>
                <a:srgbClr val="A7191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pic>
            <p:nvPicPr>
              <p:cNvPr id="35" name="Graphic 34">
                <a:extLst>
                  <a:ext uri="{FF2B5EF4-FFF2-40B4-BE49-F238E27FC236}">
                    <a16:creationId xmlns:a16="http://schemas.microsoft.com/office/drawing/2014/main" id="{0C0B9B24-43ED-858C-45B3-92771D4D3662}"/>
                  </a:ext>
                </a:extLst>
              </p:cNvPr>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5852354" y="4452867"/>
                <a:ext cx="247919" cy="268791"/>
              </a:xfrm>
              <a:prstGeom prst="rect">
                <a:avLst/>
              </a:prstGeom>
            </p:spPr>
          </p:pic>
        </p:grpSp>
        <p:sp>
          <p:nvSpPr>
            <p:cNvPr id="64" name="Freeform 8">
              <a:extLst>
                <a:ext uri="{FF2B5EF4-FFF2-40B4-BE49-F238E27FC236}">
                  <a16:creationId xmlns:a16="http://schemas.microsoft.com/office/drawing/2014/main" id="{338F9D36-DE35-E5DE-B9E0-26DD4F2E2D96}"/>
                </a:ext>
              </a:extLst>
            </p:cNvPr>
            <p:cNvSpPr>
              <a:spLocks/>
            </p:cNvSpPr>
            <p:nvPr/>
          </p:nvSpPr>
          <p:spPr bwMode="auto">
            <a:xfrm>
              <a:off x="10590588" y="4099089"/>
              <a:ext cx="1220381" cy="1433187"/>
            </a:xfrm>
            <a:custGeom>
              <a:avLst/>
              <a:gdLst>
                <a:gd name="T0" fmla="*/ 319 w 319"/>
                <a:gd name="T1" fmla="*/ 28 h 381"/>
                <a:gd name="T2" fmla="*/ 295 w 319"/>
                <a:gd name="T3" fmla="*/ 0 h 381"/>
                <a:gd name="T4" fmla="*/ 181 w 319"/>
                <a:gd name="T5" fmla="*/ 55 h 381"/>
                <a:gd name="T6" fmla="*/ 125 w 319"/>
                <a:gd name="T7" fmla="*/ 190 h 381"/>
                <a:gd name="T8" fmla="*/ 0 w 319"/>
                <a:gd name="T9" fmla="*/ 324 h 381"/>
                <a:gd name="T10" fmla="*/ 25 w 319"/>
                <a:gd name="T11" fmla="*/ 353 h 381"/>
                <a:gd name="T12" fmla="*/ 0 w 319"/>
                <a:gd name="T13" fmla="*/ 381 h 381"/>
                <a:gd name="T14" fmla="*/ 126 w 319"/>
                <a:gd name="T15" fmla="*/ 325 h 381"/>
                <a:gd name="T16" fmla="*/ 182 w 319"/>
                <a:gd name="T17" fmla="*/ 190 h 381"/>
                <a:gd name="T18" fmla="*/ 292 w 319"/>
                <a:gd name="T19" fmla="*/ 58 h 381"/>
                <a:gd name="T20" fmla="*/ 319 w 319"/>
                <a:gd name="T21" fmla="*/ 28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381">
                  <a:moveTo>
                    <a:pt x="319" y="28"/>
                  </a:moveTo>
                  <a:cubicBezTo>
                    <a:pt x="295" y="0"/>
                    <a:pt x="295" y="0"/>
                    <a:pt x="295" y="0"/>
                  </a:cubicBezTo>
                  <a:cubicBezTo>
                    <a:pt x="252" y="5"/>
                    <a:pt x="212" y="24"/>
                    <a:pt x="181" y="55"/>
                  </a:cubicBezTo>
                  <a:cubicBezTo>
                    <a:pt x="145" y="91"/>
                    <a:pt x="125" y="139"/>
                    <a:pt x="125" y="190"/>
                  </a:cubicBezTo>
                  <a:cubicBezTo>
                    <a:pt x="125" y="261"/>
                    <a:pt x="70" y="319"/>
                    <a:pt x="0" y="324"/>
                  </a:cubicBezTo>
                  <a:cubicBezTo>
                    <a:pt x="25" y="353"/>
                    <a:pt x="25" y="353"/>
                    <a:pt x="25" y="353"/>
                  </a:cubicBezTo>
                  <a:cubicBezTo>
                    <a:pt x="0" y="381"/>
                    <a:pt x="0" y="381"/>
                    <a:pt x="0" y="381"/>
                  </a:cubicBezTo>
                  <a:cubicBezTo>
                    <a:pt x="48" y="378"/>
                    <a:pt x="92" y="359"/>
                    <a:pt x="126" y="325"/>
                  </a:cubicBezTo>
                  <a:cubicBezTo>
                    <a:pt x="162" y="289"/>
                    <a:pt x="182" y="241"/>
                    <a:pt x="182" y="190"/>
                  </a:cubicBezTo>
                  <a:cubicBezTo>
                    <a:pt x="182" y="124"/>
                    <a:pt x="230" y="69"/>
                    <a:pt x="292" y="58"/>
                  </a:cubicBezTo>
                  <a:lnTo>
                    <a:pt x="319" y="28"/>
                  </a:lnTo>
                  <a:close/>
                </a:path>
              </a:pathLst>
            </a:custGeom>
            <a:solidFill>
              <a:srgbClr val="A7191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Noto Sans"/>
              </a:endParaRPr>
            </a:p>
          </p:txBody>
        </p:sp>
      </p:grpSp>
      <p:sp>
        <p:nvSpPr>
          <p:cNvPr id="66" name="Freeform 12">
            <a:extLst>
              <a:ext uri="{FF2B5EF4-FFF2-40B4-BE49-F238E27FC236}">
                <a16:creationId xmlns:a16="http://schemas.microsoft.com/office/drawing/2014/main" id="{959FAE4C-48C6-9309-20C6-CBFC50FD4F94}"/>
              </a:ext>
            </a:extLst>
          </p:cNvPr>
          <p:cNvSpPr>
            <a:spLocks/>
          </p:cNvSpPr>
          <p:nvPr/>
        </p:nvSpPr>
        <p:spPr bwMode="auto">
          <a:xfrm>
            <a:off x="10140285" y="3982789"/>
            <a:ext cx="1188720" cy="1188720"/>
          </a:xfrm>
          <a:custGeom>
            <a:avLst/>
            <a:gdLst>
              <a:gd name="T0" fmla="*/ 139 w 279"/>
              <a:gd name="T1" fmla="*/ 0 h 279"/>
              <a:gd name="T2" fmla="*/ 85 w 279"/>
              <a:gd name="T3" fmla="*/ 11 h 279"/>
              <a:gd name="T4" fmla="*/ 41 w 279"/>
              <a:gd name="T5" fmla="*/ 41 h 279"/>
              <a:gd name="T6" fmla="*/ 11 w 279"/>
              <a:gd name="T7" fmla="*/ 85 h 279"/>
              <a:gd name="T8" fmla="*/ 0 w 279"/>
              <a:gd name="T9" fmla="*/ 139 h 279"/>
              <a:gd name="T10" fmla="*/ 11 w 279"/>
              <a:gd name="T11" fmla="*/ 194 h 279"/>
              <a:gd name="T12" fmla="*/ 41 w 279"/>
              <a:gd name="T13" fmla="*/ 238 h 279"/>
              <a:gd name="T14" fmla="*/ 85 w 279"/>
              <a:gd name="T15" fmla="*/ 268 h 279"/>
              <a:gd name="T16" fmla="*/ 139 w 279"/>
              <a:gd name="T17" fmla="*/ 279 h 279"/>
              <a:gd name="T18" fmla="*/ 194 w 279"/>
              <a:gd name="T19" fmla="*/ 268 h 279"/>
              <a:gd name="T20" fmla="*/ 238 w 279"/>
              <a:gd name="T21" fmla="*/ 238 h 279"/>
              <a:gd name="T22" fmla="*/ 268 w 279"/>
              <a:gd name="T23" fmla="*/ 194 h 279"/>
              <a:gd name="T24" fmla="*/ 279 w 279"/>
              <a:gd name="T25" fmla="*/ 139 h 279"/>
              <a:gd name="T26" fmla="*/ 268 w 279"/>
              <a:gd name="T27" fmla="*/ 85 h 279"/>
              <a:gd name="T28" fmla="*/ 238 w 279"/>
              <a:gd name="T29" fmla="*/ 41 h 279"/>
              <a:gd name="T30" fmla="*/ 194 w 279"/>
              <a:gd name="T31" fmla="*/ 11 h 279"/>
              <a:gd name="T32" fmla="*/ 139 w 279"/>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9" h="279">
                <a:moveTo>
                  <a:pt x="139" y="0"/>
                </a:moveTo>
                <a:cubicBezTo>
                  <a:pt x="121" y="0"/>
                  <a:pt x="102" y="4"/>
                  <a:pt x="85" y="11"/>
                </a:cubicBezTo>
                <a:cubicBezTo>
                  <a:pt x="69" y="18"/>
                  <a:pt x="54" y="28"/>
                  <a:pt x="41" y="41"/>
                </a:cubicBezTo>
                <a:cubicBezTo>
                  <a:pt x="28" y="54"/>
                  <a:pt x="18" y="69"/>
                  <a:pt x="11" y="85"/>
                </a:cubicBezTo>
                <a:cubicBezTo>
                  <a:pt x="4" y="102"/>
                  <a:pt x="0" y="121"/>
                  <a:pt x="0" y="139"/>
                </a:cubicBezTo>
                <a:cubicBezTo>
                  <a:pt x="0" y="158"/>
                  <a:pt x="4" y="176"/>
                  <a:pt x="11" y="194"/>
                </a:cubicBezTo>
                <a:cubicBezTo>
                  <a:pt x="18" y="210"/>
                  <a:pt x="28" y="225"/>
                  <a:pt x="41" y="238"/>
                </a:cubicBezTo>
                <a:cubicBezTo>
                  <a:pt x="54" y="251"/>
                  <a:pt x="69" y="261"/>
                  <a:pt x="85" y="268"/>
                </a:cubicBezTo>
                <a:cubicBezTo>
                  <a:pt x="102" y="275"/>
                  <a:pt x="121" y="279"/>
                  <a:pt x="139" y="279"/>
                </a:cubicBezTo>
                <a:cubicBezTo>
                  <a:pt x="158" y="279"/>
                  <a:pt x="176" y="275"/>
                  <a:pt x="194" y="268"/>
                </a:cubicBezTo>
                <a:cubicBezTo>
                  <a:pt x="210" y="261"/>
                  <a:pt x="225" y="251"/>
                  <a:pt x="238" y="238"/>
                </a:cubicBezTo>
                <a:cubicBezTo>
                  <a:pt x="251" y="225"/>
                  <a:pt x="261" y="210"/>
                  <a:pt x="268" y="194"/>
                </a:cubicBezTo>
                <a:cubicBezTo>
                  <a:pt x="275" y="176"/>
                  <a:pt x="279" y="158"/>
                  <a:pt x="279" y="139"/>
                </a:cubicBezTo>
                <a:cubicBezTo>
                  <a:pt x="279" y="121"/>
                  <a:pt x="275" y="102"/>
                  <a:pt x="268" y="85"/>
                </a:cubicBezTo>
                <a:cubicBezTo>
                  <a:pt x="261" y="69"/>
                  <a:pt x="251" y="54"/>
                  <a:pt x="238" y="41"/>
                </a:cubicBezTo>
                <a:cubicBezTo>
                  <a:pt x="225" y="28"/>
                  <a:pt x="210" y="18"/>
                  <a:pt x="194" y="11"/>
                </a:cubicBezTo>
                <a:cubicBezTo>
                  <a:pt x="176" y="4"/>
                  <a:pt x="158" y="0"/>
                  <a:pt x="139" y="0"/>
                </a:cubicBezTo>
                <a:close/>
              </a:path>
            </a:pathLst>
          </a:custGeom>
          <a:solidFill>
            <a:schemeClr val="accent6">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A5A5A5">
                  <a:lumMod val="75000"/>
                </a:srgbClr>
              </a:solidFill>
              <a:effectLst/>
              <a:uLnTx/>
              <a:uFillTx/>
              <a:latin typeface="Arial"/>
              <a:ea typeface="+mn-ea"/>
              <a:cs typeface="Noto Sans"/>
            </a:endParaRPr>
          </a:p>
        </p:txBody>
      </p:sp>
      <p:sp>
        <p:nvSpPr>
          <p:cNvPr id="68" name="TextBox 67">
            <a:extLst>
              <a:ext uri="{FF2B5EF4-FFF2-40B4-BE49-F238E27FC236}">
                <a16:creationId xmlns:a16="http://schemas.microsoft.com/office/drawing/2014/main" id="{0C6BB90E-2D6F-B42A-BBEE-2A02F8930F4D}"/>
              </a:ext>
            </a:extLst>
          </p:cNvPr>
          <p:cNvSpPr txBox="1"/>
          <p:nvPr/>
        </p:nvSpPr>
        <p:spPr>
          <a:xfrm>
            <a:off x="7240606" y="4140707"/>
            <a:ext cx="1198024"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Calibri" panose="020F0502020204030204"/>
                <a:ea typeface="+mn-ea"/>
                <a:cs typeface="Noto Sans"/>
              </a:rPr>
              <a:t>Summarise the discussion (Revisit shared objective if appropriate)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prstClr val="white"/>
              </a:solidFill>
              <a:effectLst/>
              <a:uLnTx/>
              <a:uFillTx/>
              <a:latin typeface="Calibri" panose="020F0502020204030204"/>
              <a:ea typeface="+mn-ea"/>
              <a:cs typeface="Noto Sans"/>
            </a:endParaRPr>
          </a:p>
        </p:txBody>
      </p:sp>
      <p:sp>
        <p:nvSpPr>
          <p:cNvPr id="70" name="TextBox 69">
            <a:extLst>
              <a:ext uri="{FF2B5EF4-FFF2-40B4-BE49-F238E27FC236}">
                <a16:creationId xmlns:a16="http://schemas.microsoft.com/office/drawing/2014/main" id="{1D7A8EC2-54FD-76A9-CD2D-E1C8328B21F8}"/>
              </a:ext>
            </a:extLst>
          </p:cNvPr>
          <p:cNvSpPr txBox="1"/>
          <p:nvPr/>
        </p:nvSpPr>
        <p:spPr>
          <a:xfrm>
            <a:off x="8640460" y="4399098"/>
            <a:ext cx="1296582" cy="60016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a:ea typeface="+mn-ea"/>
                <a:cs typeface="Noto Sans"/>
              </a:rPr>
              <a:t>CLOSED question </a:t>
            </a:r>
            <a:br>
              <a:rPr kumimoji="0" lang="en-GB" sz="1100" b="0" i="0" u="none" strike="noStrike" kern="1200" cap="none" spc="0" normalizeH="0" baseline="0" noProof="0" dirty="0">
                <a:ln>
                  <a:noFill/>
                </a:ln>
                <a:solidFill>
                  <a:prstClr val="black"/>
                </a:solidFill>
                <a:effectLst/>
                <a:uLnTx/>
                <a:uFillTx/>
                <a:latin typeface="Calibri" panose="020F0502020204030204"/>
                <a:ea typeface="+mn-ea"/>
                <a:cs typeface="Noto Sans"/>
              </a:rPr>
            </a:br>
            <a:r>
              <a:rPr kumimoji="0" lang="en-GB" sz="1100" b="0" i="0" u="none" strike="noStrike" kern="1200" cap="none" spc="0" normalizeH="0" baseline="0" noProof="0" dirty="0">
                <a:ln>
                  <a:noFill/>
                </a:ln>
                <a:solidFill>
                  <a:prstClr val="black"/>
                </a:solidFill>
                <a:effectLst/>
                <a:uLnTx/>
                <a:uFillTx/>
                <a:latin typeface="Calibri" panose="020F0502020204030204"/>
                <a:ea typeface="+mn-ea"/>
                <a:cs typeface="Noto Sans"/>
              </a:rPr>
              <a:t>to confirm/gain agreement</a:t>
            </a:r>
          </a:p>
        </p:txBody>
      </p:sp>
      <p:sp>
        <p:nvSpPr>
          <p:cNvPr id="72" name="TextBox 71">
            <a:extLst>
              <a:ext uri="{FF2B5EF4-FFF2-40B4-BE49-F238E27FC236}">
                <a16:creationId xmlns:a16="http://schemas.microsoft.com/office/drawing/2014/main" id="{9D9BA1D2-FEC1-2BE2-E5E3-B2077EB607DF}"/>
              </a:ext>
            </a:extLst>
          </p:cNvPr>
          <p:cNvSpPr txBox="1"/>
          <p:nvPr/>
        </p:nvSpPr>
        <p:spPr>
          <a:xfrm>
            <a:off x="10285483" y="4338358"/>
            <a:ext cx="940664" cy="461665"/>
          </a:xfrm>
          <a:prstGeom prst="rect">
            <a:avLst/>
          </a:prstGeom>
          <a:noFill/>
        </p:spPr>
        <p:txBody>
          <a:bodyPr wrap="square" lIns="0" tIns="0" rIns="0" bIns="0" rtlCol="0" anchor="ctr">
            <a:noAutofit/>
          </a:bodyPr>
          <a:lstStyle>
            <a:defPPr>
              <a:defRPr lang="tr-TR"/>
            </a:defPPr>
            <a:lvl1pPr marR="0" lvl="0" indent="0" algn="ctr"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Aria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a:ea typeface="+mn-ea"/>
                <a:cs typeface="Noto Sans"/>
              </a:rPr>
              <a:t>OPEN</a:t>
            </a:r>
            <a:br>
              <a:rPr kumimoji="0" lang="en-GB" sz="1100" b="0" i="0" u="none" strike="noStrike" kern="1200" cap="none" spc="0" normalizeH="0" baseline="0" noProof="0" dirty="0">
                <a:ln>
                  <a:noFill/>
                </a:ln>
                <a:solidFill>
                  <a:prstClr val="black"/>
                </a:solidFill>
                <a:effectLst/>
                <a:uLnTx/>
                <a:uFillTx/>
                <a:latin typeface="Calibri" panose="020F0502020204030204"/>
                <a:ea typeface="+mn-ea"/>
                <a:cs typeface="Noto Sans"/>
              </a:rPr>
            </a:br>
            <a:r>
              <a:rPr kumimoji="0" lang="en-GB" sz="1100" b="0" i="0" u="none" strike="noStrike" kern="1200" cap="none" spc="0" normalizeH="0" baseline="0" noProof="0" dirty="0">
                <a:ln>
                  <a:noFill/>
                </a:ln>
                <a:solidFill>
                  <a:prstClr val="black"/>
                </a:solidFill>
                <a:effectLst/>
                <a:uLnTx/>
                <a:uFillTx/>
                <a:latin typeface="Calibri" panose="020F0502020204030204"/>
                <a:ea typeface="+mn-ea"/>
                <a:cs typeface="Noto Sans"/>
              </a:rPr>
              <a:t>questions to elicit HCP-volunteered commitment</a:t>
            </a:r>
          </a:p>
        </p:txBody>
      </p:sp>
      <p:sp>
        <p:nvSpPr>
          <p:cNvPr id="74" name="TextBox 73">
            <a:extLst>
              <a:ext uri="{FF2B5EF4-FFF2-40B4-BE49-F238E27FC236}">
                <a16:creationId xmlns:a16="http://schemas.microsoft.com/office/drawing/2014/main" id="{DC1C360E-A1F4-D0A6-3E84-E2139060CD46}"/>
              </a:ext>
            </a:extLst>
          </p:cNvPr>
          <p:cNvSpPr txBox="1"/>
          <p:nvPr/>
        </p:nvSpPr>
        <p:spPr>
          <a:xfrm>
            <a:off x="6101018" y="1413965"/>
            <a:ext cx="6086573"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000" b="1" i="0" u="none" strike="noStrike" kern="1200" cap="none" spc="-50" normalizeH="0" baseline="0" noProof="0">
                <a:ln>
                  <a:noFill/>
                </a:ln>
                <a:solidFill>
                  <a:prstClr val="black"/>
                </a:solidFill>
                <a:effectLst/>
                <a:uLnTx/>
                <a:uFillTx/>
                <a:latin typeface="Arial"/>
                <a:ea typeface="+mn-ea"/>
                <a:cs typeface="Noto Sans"/>
              </a:rPr>
              <a:t>Alternative approach to getting </a:t>
            </a:r>
            <a:br>
              <a:rPr kumimoji="0" lang="en-US" sz="2000" b="1" i="0" u="none" strike="noStrike" kern="1200" cap="none" spc="-50" normalizeH="0" baseline="0" noProof="0">
                <a:ln>
                  <a:noFill/>
                </a:ln>
                <a:solidFill>
                  <a:prstClr val="black"/>
                </a:solidFill>
                <a:effectLst/>
                <a:uLnTx/>
                <a:uFillTx/>
                <a:latin typeface="Arial"/>
                <a:ea typeface="+mn-ea"/>
                <a:cs typeface="Noto Sans"/>
              </a:rPr>
            </a:br>
            <a:r>
              <a:rPr kumimoji="0" lang="en-US" sz="2000" b="1" i="0" u="none" strike="noStrike" kern="1200" cap="none" spc="-50" normalizeH="0" baseline="0" noProof="0">
                <a:ln>
                  <a:noFill/>
                </a:ln>
                <a:solidFill>
                  <a:prstClr val="black"/>
                </a:solidFill>
                <a:effectLst/>
                <a:uLnTx/>
                <a:uFillTx/>
                <a:latin typeface="Arial"/>
                <a:ea typeface="+mn-ea"/>
                <a:cs typeface="Noto Sans"/>
              </a:rPr>
              <a:t>a commitment to action</a:t>
            </a:r>
          </a:p>
        </p:txBody>
      </p:sp>
      <p:pic>
        <p:nvPicPr>
          <p:cNvPr id="5" name="Picture 6" descr="Discounted Trelegy Online - Insulin Outlet">
            <a:extLst>
              <a:ext uri="{FF2B5EF4-FFF2-40B4-BE49-F238E27FC236}">
                <a16:creationId xmlns:a16="http://schemas.microsoft.com/office/drawing/2014/main" id="{65C78B96-FA1F-A5DC-53F8-C862C14445C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2877" b="17814"/>
          <a:stretch/>
        </p:blipFill>
        <p:spPr bwMode="auto">
          <a:xfrm>
            <a:off x="10426566" y="176830"/>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415AB96A-828F-D414-DD7C-F92A56257ADF}"/>
              </a:ext>
            </a:extLst>
          </p:cNvPr>
          <p:cNvSpPr>
            <a:spLocks noGrp="1"/>
          </p:cNvSpPr>
          <p:nvPr>
            <p:ph type="sldNum" sz="quarter" idx="21"/>
          </p:nvPr>
        </p:nvSpPr>
        <p:spPr/>
        <p:txBody>
          <a:bodyPr/>
          <a:lstStyle/>
          <a:p>
            <a:fld id="{9F9F533D-B52E-4A2F-BF72-0ADD2D94BD75}" type="slidenum">
              <a:rPr lang="en-GB" smtClean="0"/>
              <a:pPr/>
              <a:t>36</a:t>
            </a:fld>
            <a:endParaRPr lang="en-GB"/>
          </a:p>
        </p:txBody>
      </p:sp>
    </p:spTree>
    <p:extLst>
      <p:ext uri="{BB962C8B-B14F-4D97-AF65-F5344CB8AC3E}">
        <p14:creationId xmlns:p14="http://schemas.microsoft.com/office/powerpoint/2010/main" val="658533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1E6B1-D689-95F4-95A9-983449505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A4FE8-D33F-868E-D014-7F4B0A662E73}"/>
              </a:ext>
            </a:extLst>
          </p:cNvPr>
          <p:cNvSpPr>
            <a:spLocks noGrp="1"/>
          </p:cNvSpPr>
          <p:nvPr>
            <p:ph type="title"/>
          </p:nvPr>
        </p:nvSpPr>
        <p:spPr>
          <a:xfrm>
            <a:off x="365127" y="146176"/>
            <a:ext cx="2782050" cy="452062"/>
          </a:xfrm>
        </p:spPr>
        <p:txBody>
          <a:bodyPr anchor="ctr">
            <a:normAutofit/>
          </a:bodyPr>
          <a:lstStyle/>
          <a:p>
            <a:pPr lvl="0">
              <a:defRPr/>
            </a:pPr>
            <a:r>
              <a:rPr lang="en-GB" sz="2400" dirty="0">
                <a:solidFill>
                  <a:srgbClr val="F36633"/>
                </a:solidFill>
                <a:latin typeface="Arial"/>
              </a:rPr>
              <a:t>IMPACT Model</a:t>
            </a:r>
            <a:endParaRPr lang="en-US" sz="2400" dirty="0">
              <a:solidFill>
                <a:srgbClr val="F36633"/>
              </a:solidFill>
              <a:latin typeface="Arial"/>
            </a:endParaRPr>
          </a:p>
        </p:txBody>
      </p:sp>
      <p:sp>
        <p:nvSpPr>
          <p:cNvPr id="3" name="Subtitle 2">
            <a:extLst>
              <a:ext uri="{FF2B5EF4-FFF2-40B4-BE49-F238E27FC236}">
                <a16:creationId xmlns:a16="http://schemas.microsoft.com/office/drawing/2014/main" id="{3E2FE4FC-E991-3ED6-B7E6-1410A2E319AF}"/>
              </a:ext>
            </a:extLst>
          </p:cNvPr>
          <p:cNvSpPr>
            <a:spLocks noGrp="1"/>
          </p:cNvSpPr>
          <p:nvPr>
            <p:ph type="subTitle" idx="1"/>
          </p:nvPr>
        </p:nvSpPr>
        <p:spPr>
          <a:xfrm>
            <a:off x="365125" y="598238"/>
            <a:ext cx="11460164" cy="352800"/>
          </a:xfrm>
        </p:spPr>
        <p:txBody>
          <a:bodyPr/>
          <a:lstStyle/>
          <a:p>
            <a:r>
              <a:rPr lang="en-US" sz="2000" b="1" dirty="0"/>
              <a:t>HCP Profile:</a:t>
            </a:r>
            <a:endParaRPr lang="en-US" sz="2000" dirty="0"/>
          </a:p>
        </p:txBody>
      </p:sp>
      <p:sp>
        <p:nvSpPr>
          <p:cNvPr id="25" name="Rectangle 24">
            <a:extLst>
              <a:ext uri="{FF2B5EF4-FFF2-40B4-BE49-F238E27FC236}">
                <a16:creationId xmlns:a16="http://schemas.microsoft.com/office/drawing/2014/main" id="{C6C3CC1F-7F6C-9BF3-5ACF-411E1AE7454E}"/>
              </a:ext>
            </a:extLst>
          </p:cNvPr>
          <p:cNvSpPr/>
          <p:nvPr/>
        </p:nvSpPr>
        <p:spPr bwMode="auto">
          <a:xfrm>
            <a:off x="2185514" y="8878694"/>
            <a:ext cx="1549579" cy="4281473"/>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50" b="0" i="1" u="none" strike="noStrike" kern="0" cap="none" spc="0" normalizeH="0" baseline="0" noProof="0">
              <a:ln>
                <a:noFill/>
              </a:ln>
              <a:solidFill>
                <a:srgbClr val="000000"/>
              </a:solidFill>
              <a:effectLst/>
              <a:uLnTx/>
              <a:uFillTx/>
              <a:latin typeface="Arial"/>
              <a:ea typeface="+mn-ea"/>
              <a:cs typeface="Noto Sans"/>
            </a:endParaRPr>
          </a:p>
        </p:txBody>
      </p:sp>
      <p:pic>
        <p:nvPicPr>
          <p:cNvPr id="45" name="Picture 6" descr="Discounted Trelegy Online - Insulin Outlet">
            <a:extLst>
              <a:ext uri="{FF2B5EF4-FFF2-40B4-BE49-F238E27FC236}">
                <a16:creationId xmlns:a16="http://schemas.microsoft.com/office/drawing/2014/main" id="{C9B754C7-6BC5-E88C-460A-93567D64ED4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877" b="17814"/>
          <a:stretch/>
        </p:blipFill>
        <p:spPr bwMode="auto">
          <a:xfrm>
            <a:off x="10426566" y="165679"/>
            <a:ext cx="1235343" cy="39496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8452DF00-0BB9-E489-59D3-E8E591E2BFA6}"/>
              </a:ext>
            </a:extLst>
          </p:cNvPr>
          <p:cNvSpPr/>
          <p:nvPr/>
        </p:nvSpPr>
        <p:spPr bwMode="auto">
          <a:xfrm>
            <a:off x="9701560" y="2358276"/>
            <a:ext cx="2201513" cy="4377571"/>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33" name="Rectangle: Rounded Corners 32">
            <a:extLst>
              <a:ext uri="{FF2B5EF4-FFF2-40B4-BE49-F238E27FC236}">
                <a16:creationId xmlns:a16="http://schemas.microsoft.com/office/drawing/2014/main" id="{085263D1-E890-6AA6-56DA-65C19E8A415A}"/>
              </a:ext>
            </a:extLst>
          </p:cNvPr>
          <p:cNvSpPr/>
          <p:nvPr/>
        </p:nvSpPr>
        <p:spPr bwMode="auto">
          <a:xfrm>
            <a:off x="7213604" y="2379023"/>
            <a:ext cx="2337934" cy="4373904"/>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R="0" lvl="0" algn="l" defTabSz="1219170" rtl="0" eaLnBrk="0" fontAlgn="auto" latinLnBrk="0" hangingPunct="0">
              <a:lnSpc>
                <a:spcPct val="100000"/>
              </a:lnSpc>
              <a:spcBef>
                <a:spcPts val="300"/>
              </a:spcBef>
              <a:spcAft>
                <a:spcPts val="300"/>
              </a:spcAft>
              <a:buClr>
                <a:srgbClr val="494F53"/>
              </a:buClr>
              <a:buSzPct val="110000"/>
              <a:tabLst/>
              <a:defRPr/>
            </a:pPr>
            <a:endParaRPr kumimoji="0" lang="en-GB" sz="1600" b="0" i="0" u="none" strike="noStrike" kern="0" cap="none" spc="0" normalizeH="0" baseline="0" noProof="0" dirty="0">
              <a:ln>
                <a:noFill/>
              </a:ln>
              <a:solidFill>
                <a:srgbClr val="000000"/>
              </a:solidFill>
              <a:effectLst/>
              <a:uLnTx/>
              <a:uFillTx/>
              <a:latin typeface="Lato"/>
              <a:ea typeface="+mn-ea"/>
              <a:cs typeface="+mn-cs"/>
            </a:endParaRPr>
          </a:p>
        </p:txBody>
      </p:sp>
      <p:sp>
        <p:nvSpPr>
          <p:cNvPr id="34" name="Rectangle: Rounded Corners 33">
            <a:extLst>
              <a:ext uri="{FF2B5EF4-FFF2-40B4-BE49-F238E27FC236}">
                <a16:creationId xmlns:a16="http://schemas.microsoft.com/office/drawing/2014/main" id="{B85197AA-B5E1-4164-4FA8-CD56C5CE6F5D}"/>
              </a:ext>
            </a:extLst>
          </p:cNvPr>
          <p:cNvSpPr/>
          <p:nvPr/>
        </p:nvSpPr>
        <p:spPr bwMode="auto">
          <a:xfrm>
            <a:off x="4666919" y="2379022"/>
            <a:ext cx="2391445" cy="4383843"/>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R="0" lvl="0" algn="l" defTabSz="1219170" rtl="0" eaLnBrk="0" fontAlgn="auto" latinLnBrk="0" hangingPunct="0">
              <a:lnSpc>
                <a:spcPct val="100000"/>
              </a:lnSpc>
              <a:spcBef>
                <a:spcPts val="300"/>
              </a:spcBef>
              <a:spcAft>
                <a:spcPts val="300"/>
              </a:spcAft>
              <a:buClr>
                <a:srgbClr val="494F53"/>
              </a:buClr>
              <a:buSzPct val="110000"/>
              <a:tabLst/>
              <a:defRPr/>
            </a:pPr>
            <a:endParaRPr kumimoji="0" lang="en-GB" sz="1600" b="0" i="0" u="none" strike="noStrike" kern="0" cap="none" spc="0" normalizeH="0" baseline="0" noProof="0" dirty="0">
              <a:ln>
                <a:noFill/>
              </a:ln>
              <a:solidFill>
                <a:srgbClr val="000000"/>
              </a:solidFill>
              <a:effectLst/>
              <a:uLnTx/>
              <a:uFillTx/>
              <a:latin typeface="Lato"/>
              <a:ea typeface="+mn-ea"/>
              <a:cs typeface="+mn-cs"/>
            </a:endParaRPr>
          </a:p>
        </p:txBody>
      </p:sp>
      <p:sp>
        <p:nvSpPr>
          <p:cNvPr id="44" name="Rectangle: Rounded Corners 43">
            <a:extLst>
              <a:ext uri="{FF2B5EF4-FFF2-40B4-BE49-F238E27FC236}">
                <a16:creationId xmlns:a16="http://schemas.microsoft.com/office/drawing/2014/main" id="{FFA44192-1616-A5AD-5F30-8B896B36BECB}"/>
              </a:ext>
            </a:extLst>
          </p:cNvPr>
          <p:cNvSpPr/>
          <p:nvPr/>
        </p:nvSpPr>
        <p:spPr bwMode="auto">
          <a:xfrm>
            <a:off x="2185514" y="2370793"/>
            <a:ext cx="2391445" cy="4417927"/>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46" name="Rectangle: Rounded Corners 45">
            <a:extLst>
              <a:ext uri="{FF2B5EF4-FFF2-40B4-BE49-F238E27FC236}">
                <a16:creationId xmlns:a16="http://schemas.microsoft.com/office/drawing/2014/main" id="{06F4B73C-5AEC-853A-A31E-9DAC568285D4}"/>
              </a:ext>
            </a:extLst>
          </p:cNvPr>
          <p:cNvSpPr/>
          <p:nvPr/>
        </p:nvSpPr>
        <p:spPr bwMode="auto">
          <a:xfrm>
            <a:off x="333400" y="2358276"/>
            <a:ext cx="1734397" cy="4417927"/>
          </a:xfrm>
          <a:prstGeom prst="round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494F53"/>
              </a:buClr>
              <a:buSzPct val="110000"/>
              <a:buFont typeface="Arial" panose="020B0604020202020204" pitchFamily="34" charset="0"/>
              <a:buChar char="•"/>
              <a:tabLst/>
              <a:defRPr/>
            </a:pPr>
            <a:endParaRPr kumimoji="0" lang="en-GB" sz="1600" b="0" i="0" u="none" strike="noStrike" kern="0" cap="none" spc="0" normalizeH="0" baseline="0" noProof="0" err="1">
              <a:ln>
                <a:noFill/>
              </a:ln>
              <a:solidFill>
                <a:srgbClr val="000000"/>
              </a:solidFill>
              <a:effectLst/>
              <a:uLnTx/>
              <a:uFillTx/>
              <a:latin typeface="Lato"/>
              <a:ea typeface="+mn-ea"/>
              <a:cs typeface="+mn-cs"/>
            </a:endParaRPr>
          </a:p>
        </p:txBody>
      </p:sp>
      <p:sp>
        <p:nvSpPr>
          <p:cNvPr id="47" name="Rectangle: Rounded Corners 46">
            <a:extLst>
              <a:ext uri="{FF2B5EF4-FFF2-40B4-BE49-F238E27FC236}">
                <a16:creationId xmlns:a16="http://schemas.microsoft.com/office/drawing/2014/main" id="{5BA5D12A-F427-DCDB-682C-012E87DE1264}"/>
              </a:ext>
            </a:extLst>
          </p:cNvPr>
          <p:cNvSpPr/>
          <p:nvPr/>
        </p:nvSpPr>
        <p:spPr bwMode="auto">
          <a:xfrm>
            <a:off x="358678" y="1050300"/>
            <a:ext cx="1654749" cy="1219049"/>
          </a:xfrm>
          <a:prstGeom prst="roundRect">
            <a:avLst/>
          </a:prstGeom>
          <a:gradFill flip="none" rotWithShape="1">
            <a:gsLst>
              <a:gs pos="0">
                <a:srgbClr val="419D7C">
                  <a:shade val="30000"/>
                  <a:satMod val="115000"/>
                </a:srgbClr>
              </a:gs>
              <a:gs pos="50000">
                <a:srgbClr val="419D7C">
                  <a:shade val="67500"/>
                  <a:satMod val="115000"/>
                </a:srgbClr>
              </a:gs>
              <a:gs pos="100000">
                <a:srgbClr val="419D7C">
                  <a:shade val="100000"/>
                  <a:satMod val="115000"/>
                </a:srgbClr>
              </a:gs>
            </a:gsLst>
            <a:lin ang="2700000" scaled="1"/>
            <a:tileRect/>
          </a:gradFill>
          <a:ln w="79375">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vert" wrap="square" lIns="36000" tIns="36000" rIns="36000" bIns="36000" numCol="1" spcCol="0" rtlCol="0" fromWordArt="0" anchor="ctr" anchorCtr="0" forceAA="0" compatLnSpc="1">
            <a:prstTxWarp prst="textNoShape">
              <a:avLst/>
            </a:prstTxWarp>
            <a:noAutofit/>
          </a:bodyPr>
          <a:lstStyle/>
          <a:p>
            <a:pPr algn="ctr" eaLnBrk="0" hangingPunct="0">
              <a:lnSpc>
                <a:spcPct val="90000"/>
              </a:lnSpc>
              <a:buClr>
                <a:srgbClr val="F36633"/>
              </a:buClr>
              <a:buSzPct val="110000"/>
            </a:pPr>
            <a:endParaRPr lang="en-US" sz="1400" kern="0" err="1">
              <a:solidFill>
                <a:prstClr val="white"/>
              </a:solidFill>
              <a:latin typeface="Arial"/>
            </a:endParaRPr>
          </a:p>
        </p:txBody>
      </p:sp>
      <p:sp>
        <p:nvSpPr>
          <p:cNvPr id="48" name="Rectangle: Rounded Corners 47">
            <a:extLst>
              <a:ext uri="{FF2B5EF4-FFF2-40B4-BE49-F238E27FC236}">
                <a16:creationId xmlns:a16="http://schemas.microsoft.com/office/drawing/2014/main" id="{D5CFD2DB-F114-8660-725D-6BD45AC12479}"/>
              </a:ext>
            </a:extLst>
          </p:cNvPr>
          <p:cNvSpPr/>
          <p:nvPr/>
        </p:nvSpPr>
        <p:spPr bwMode="auto">
          <a:xfrm>
            <a:off x="2135736" y="1054982"/>
            <a:ext cx="2391446" cy="1201851"/>
          </a:xfrm>
          <a:prstGeom prst="round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49" name="Rectangle: Rounded Corners 48">
            <a:extLst>
              <a:ext uri="{FF2B5EF4-FFF2-40B4-BE49-F238E27FC236}">
                <a16:creationId xmlns:a16="http://schemas.microsoft.com/office/drawing/2014/main" id="{7B8B8A22-388D-64C3-55D2-2B5539A343F3}"/>
              </a:ext>
            </a:extLst>
          </p:cNvPr>
          <p:cNvSpPr/>
          <p:nvPr/>
        </p:nvSpPr>
        <p:spPr bwMode="auto">
          <a:xfrm>
            <a:off x="4715407" y="1071432"/>
            <a:ext cx="2342958" cy="1197918"/>
          </a:xfrm>
          <a:prstGeom prst="roundRect">
            <a:avLst/>
          </a:prstGeom>
          <a:gradFill flip="none" rotWithShape="1">
            <a:gsLst>
              <a:gs pos="0">
                <a:srgbClr val="CC3399">
                  <a:shade val="30000"/>
                  <a:satMod val="115000"/>
                </a:srgbClr>
              </a:gs>
              <a:gs pos="50000">
                <a:srgbClr val="CC3399">
                  <a:shade val="67500"/>
                  <a:satMod val="115000"/>
                </a:srgbClr>
              </a:gs>
              <a:gs pos="100000">
                <a:srgbClr val="CC3399">
                  <a:shade val="100000"/>
                  <a:satMod val="115000"/>
                </a:srgbClr>
              </a:gs>
            </a:gsLst>
            <a:lin ang="2700000" scaled="1"/>
            <a:tileRect/>
          </a:gradFill>
          <a:ln>
            <a:noFill/>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50" name="Rectangle: Rounded Corners 49">
            <a:extLst>
              <a:ext uri="{FF2B5EF4-FFF2-40B4-BE49-F238E27FC236}">
                <a16:creationId xmlns:a16="http://schemas.microsoft.com/office/drawing/2014/main" id="{9650CB60-EC04-4BAF-BAE7-94670258886C}"/>
              </a:ext>
            </a:extLst>
          </p:cNvPr>
          <p:cNvSpPr/>
          <p:nvPr/>
        </p:nvSpPr>
        <p:spPr bwMode="auto">
          <a:xfrm>
            <a:off x="7213605" y="1054982"/>
            <a:ext cx="2309296" cy="1205170"/>
          </a:xfrm>
          <a:prstGeom prst="roundRect">
            <a:avLst/>
          </a:prstGeom>
          <a:gradFill flip="none" rotWithShape="1">
            <a:gsLst>
              <a:gs pos="0">
                <a:srgbClr val="FF9900">
                  <a:shade val="30000"/>
                  <a:satMod val="115000"/>
                </a:srgbClr>
              </a:gs>
              <a:gs pos="50000">
                <a:srgbClr val="FF9900">
                  <a:shade val="67500"/>
                  <a:satMod val="115000"/>
                </a:srgbClr>
              </a:gs>
              <a:gs pos="100000">
                <a:srgbClr val="FF9900">
                  <a:shade val="100000"/>
                  <a:satMod val="115000"/>
                </a:srgb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2124" tIns="41061" rIns="82124" bIns="41061" anchor="ctr"/>
          <a:lstStyle/>
          <a:p>
            <a:pPr algn="ctr" defTabSz="814388">
              <a:lnSpc>
                <a:spcPct val="90000"/>
              </a:lnSpc>
            </a:pPr>
            <a:endParaRPr lang="en-US" sz="2400" dirty="0">
              <a:solidFill>
                <a:schemeClr val="tx1"/>
              </a:solidFill>
              <a:latin typeface="Arial" charset="0"/>
            </a:endParaRPr>
          </a:p>
        </p:txBody>
      </p:sp>
      <p:sp>
        <p:nvSpPr>
          <p:cNvPr id="53" name="Arrow: Left 52">
            <a:extLst>
              <a:ext uri="{FF2B5EF4-FFF2-40B4-BE49-F238E27FC236}">
                <a16:creationId xmlns:a16="http://schemas.microsoft.com/office/drawing/2014/main" id="{B6F9925E-74D2-15D9-6D9E-831C0285C7C4}"/>
              </a:ext>
            </a:extLst>
          </p:cNvPr>
          <p:cNvSpPr/>
          <p:nvPr/>
        </p:nvSpPr>
        <p:spPr bwMode="auto">
          <a:xfrm flipH="1">
            <a:off x="9741918" y="1080630"/>
            <a:ext cx="2201513" cy="1188720"/>
          </a:xfrm>
          <a:prstGeom prst="leftArrow">
            <a:avLst>
              <a:gd name="adj1" fmla="val 100000"/>
              <a:gd name="adj2" fmla="val 22500"/>
            </a:avLst>
          </a:prstGeom>
          <a:gradFill flip="none" rotWithShape="1">
            <a:gsLst>
              <a:gs pos="0">
                <a:srgbClr val="D34538">
                  <a:shade val="30000"/>
                  <a:satMod val="115000"/>
                </a:srgbClr>
              </a:gs>
              <a:gs pos="50000">
                <a:srgbClr val="D34538">
                  <a:shade val="67500"/>
                  <a:satMod val="115000"/>
                </a:srgbClr>
              </a:gs>
              <a:gs pos="100000">
                <a:srgbClr val="D34538">
                  <a:shade val="100000"/>
                  <a:satMod val="115000"/>
                </a:srgbClr>
              </a:gs>
            </a:gsLst>
            <a:lin ang="8100000" scaled="1"/>
            <a:tileRect/>
          </a:gradFill>
          <a:ln>
            <a:noFill/>
          </a:ln>
          <a:effectLst>
            <a:outerShdw blurRad="50800" dist="38100" dir="2700000" algn="tl" rotWithShape="0">
              <a:prstClr val="black">
                <a:alpha val="40000"/>
              </a:prstClr>
            </a:outerShdw>
          </a:effectLst>
        </p:spPr>
        <p:txBody>
          <a:bodyPr lIns="82124" tIns="41061" rIns="82124" bIns="41061" anchor="ctr"/>
          <a:lstStyle/>
          <a:p>
            <a:endParaRPr lang="en-US" dirty="0">
              <a:solidFill>
                <a:schemeClr val="tx1"/>
              </a:solidFill>
            </a:endParaRPr>
          </a:p>
        </p:txBody>
      </p:sp>
      <p:sp>
        <p:nvSpPr>
          <p:cNvPr id="55" name="Rectangle 54">
            <a:extLst>
              <a:ext uri="{FF2B5EF4-FFF2-40B4-BE49-F238E27FC236}">
                <a16:creationId xmlns:a16="http://schemas.microsoft.com/office/drawing/2014/main" id="{0A670D98-AB5D-2C5E-4EF8-831305E84C0D}"/>
              </a:ext>
            </a:extLst>
          </p:cNvPr>
          <p:cNvSpPr/>
          <p:nvPr/>
        </p:nvSpPr>
        <p:spPr bwMode="auto">
          <a:xfrm>
            <a:off x="2019260" y="2203169"/>
            <a:ext cx="1549579" cy="4532678"/>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50" b="0" i="1" u="none" strike="noStrike" kern="0" cap="none" spc="0" normalizeH="0" baseline="0" noProof="0">
              <a:ln>
                <a:noFill/>
              </a:ln>
              <a:solidFill>
                <a:srgbClr val="000000"/>
              </a:solidFill>
              <a:effectLst/>
              <a:uLnTx/>
              <a:uFillTx/>
              <a:latin typeface="Arial"/>
              <a:ea typeface="+mn-ea"/>
              <a:cs typeface="Noto Sans"/>
            </a:endParaRPr>
          </a:p>
        </p:txBody>
      </p:sp>
      <p:sp>
        <p:nvSpPr>
          <p:cNvPr id="56" name="Rectangle 55">
            <a:extLst>
              <a:ext uri="{FF2B5EF4-FFF2-40B4-BE49-F238E27FC236}">
                <a16:creationId xmlns:a16="http://schemas.microsoft.com/office/drawing/2014/main" id="{330D921D-A1C2-B872-D602-81B25CC3A36B}"/>
              </a:ext>
            </a:extLst>
          </p:cNvPr>
          <p:cNvSpPr/>
          <p:nvPr/>
        </p:nvSpPr>
        <p:spPr bwMode="auto">
          <a:xfrm>
            <a:off x="3655839" y="2309706"/>
            <a:ext cx="1579465" cy="440111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100" b="0" i="1" u="none" strike="noStrike" kern="0" cap="none" spc="0" normalizeH="0" baseline="0" noProof="0">
              <a:ln>
                <a:noFill/>
              </a:ln>
              <a:solidFill>
                <a:srgbClr val="000000"/>
              </a:solidFill>
              <a:effectLst/>
              <a:uLnTx/>
              <a:uFillTx/>
              <a:latin typeface="Arial"/>
              <a:ea typeface="+mn-ea"/>
              <a:cs typeface="Noto Sans"/>
            </a:endParaRPr>
          </a:p>
        </p:txBody>
      </p:sp>
      <p:sp>
        <p:nvSpPr>
          <p:cNvPr id="57" name="TextBox 56">
            <a:extLst>
              <a:ext uri="{FF2B5EF4-FFF2-40B4-BE49-F238E27FC236}">
                <a16:creationId xmlns:a16="http://schemas.microsoft.com/office/drawing/2014/main" id="{E80B53ED-4392-E5E6-1F1E-94C735F54341}"/>
              </a:ext>
            </a:extLst>
          </p:cNvPr>
          <p:cNvSpPr txBox="1"/>
          <p:nvPr/>
        </p:nvSpPr>
        <p:spPr>
          <a:xfrm>
            <a:off x="333401" y="1774512"/>
            <a:ext cx="1644626"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PREPARE</a:t>
            </a:r>
          </a:p>
        </p:txBody>
      </p:sp>
      <p:sp>
        <p:nvSpPr>
          <p:cNvPr id="58" name="TextBox 57">
            <a:extLst>
              <a:ext uri="{FF2B5EF4-FFF2-40B4-BE49-F238E27FC236}">
                <a16:creationId xmlns:a16="http://schemas.microsoft.com/office/drawing/2014/main" id="{E687D2DF-07CE-28BA-A475-1789C5F2B395}"/>
              </a:ext>
            </a:extLst>
          </p:cNvPr>
          <p:cNvSpPr txBox="1"/>
          <p:nvPr/>
        </p:nvSpPr>
        <p:spPr>
          <a:xfrm>
            <a:off x="2545045" y="1806411"/>
            <a:ext cx="1644626"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ENGAGE</a:t>
            </a:r>
          </a:p>
        </p:txBody>
      </p:sp>
      <p:sp>
        <p:nvSpPr>
          <p:cNvPr id="59" name="TextBox 58">
            <a:extLst>
              <a:ext uri="{FF2B5EF4-FFF2-40B4-BE49-F238E27FC236}">
                <a16:creationId xmlns:a16="http://schemas.microsoft.com/office/drawing/2014/main" id="{04F79C33-6D4B-E45B-E64D-B41D6064699F}"/>
              </a:ext>
            </a:extLst>
          </p:cNvPr>
          <p:cNvSpPr txBox="1"/>
          <p:nvPr/>
        </p:nvSpPr>
        <p:spPr>
          <a:xfrm>
            <a:off x="4923244" y="1688901"/>
            <a:ext cx="1878793" cy="330047"/>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CREATE OPPORTUNITY</a:t>
            </a:r>
          </a:p>
        </p:txBody>
      </p:sp>
      <p:sp>
        <p:nvSpPr>
          <p:cNvPr id="60" name="TextBox 59">
            <a:extLst>
              <a:ext uri="{FF2B5EF4-FFF2-40B4-BE49-F238E27FC236}">
                <a16:creationId xmlns:a16="http://schemas.microsoft.com/office/drawing/2014/main" id="{C53435FA-944F-ACFF-B7FC-AAA94A50D963}"/>
              </a:ext>
            </a:extLst>
          </p:cNvPr>
          <p:cNvSpPr txBox="1"/>
          <p:nvPr/>
        </p:nvSpPr>
        <p:spPr>
          <a:xfrm>
            <a:off x="10081385" y="1655497"/>
            <a:ext cx="1394550" cy="546287"/>
          </a:xfrm>
          <a:prstGeom prst="rect">
            <a:avLst/>
          </a:prstGeom>
          <a:noFill/>
        </p:spPr>
        <p:txBody>
          <a:bodyPr wrap="square" lIns="180000" tIns="180000" rIns="180000" bIns="180000" rtlCol="0" anchor="ctr">
            <a:noAutofit/>
          </a:bodyPr>
          <a:lstStyle/>
          <a:p>
            <a:pPr marL="0" marR="0" lvl="0" indent="0" algn="ctr" defTabSz="914400">
              <a:lnSpc>
                <a:spcPct val="100000"/>
              </a:lnSpc>
              <a:spcBef>
                <a:spcPts val="0"/>
              </a:spcBef>
              <a:spcAft>
                <a:spcPts val="0"/>
              </a:spcAft>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a:rPr>
              <a:t>CLOSE</a:t>
            </a:r>
            <a:r>
              <a:rPr lang="en-US" sz="1200" b="1" dirty="0">
                <a:solidFill>
                  <a:schemeClr val="bg1"/>
                </a:solidFill>
                <a:latin typeface="Arial"/>
                <a:cs typeface="Arial"/>
              </a:rPr>
              <a:t> WITH IMPACT GSO</a:t>
            </a:r>
            <a:endParaRPr lang="en-US" sz="1200" dirty="0">
              <a:solidFill>
                <a:schemeClr val="bg1"/>
              </a:solidFill>
              <a:latin typeface="Arial"/>
              <a:cs typeface="Arial"/>
            </a:endParaRPr>
          </a:p>
        </p:txBody>
      </p:sp>
      <p:sp>
        <p:nvSpPr>
          <p:cNvPr id="63" name="TextBox 62">
            <a:extLst>
              <a:ext uri="{FF2B5EF4-FFF2-40B4-BE49-F238E27FC236}">
                <a16:creationId xmlns:a16="http://schemas.microsoft.com/office/drawing/2014/main" id="{1EF26074-F6D4-5F2F-F20B-000766EDEF14}"/>
              </a:ext>
            </a:extLst>
          </p:cNvPr>
          <p:cNvSpPr txBox="1"/>
          <p:nvPr/>
        </p:nvSpPr>
        <p:spPr>
          <a:xfrm>
            <a:off x="7402333" y="1742308"/>
            <a:ext cx="1878793" cy="382370"/>
          </a:xfrm>
          <a:prstGeom prst="rect">
            <a:avLst/>
          </a:prstGeom>
          <a:noFill/>
        </p:spPr>
        <p:txBody>
          <a:bodyPr wrap="square" lIns="180000" tIns="180000" rIns="180000" bIns="180000" rtlCol="0" anchor="ctr">
            <a:noAutofit/>
          </a:bodyPr>
          <a:lstStyle/>
          <a:p>
            <a:pPr marL="0" marR="0" lvl="0" indent="0" algn="ctr" defTabSz="914400" rtl="0" eaLnBrk="1" fontAlgn="auto" latinLnBrk="0" hangingPunct="1">
              <a:lnSpc>
                <a:spcPct val="100000"/>
              </a:lnSpc>
              <a:spcBef>
                <a:spcPts val="300"/>
              </a:spcBef>
              <a:spcAft>
                <a:spcPts val="300"/>
              </a:spcAft>
              <a:buClr>
                <a:srgbClr val="F36633"/>
              </a:buClr>
              <a:buSzPct val="110000"/>
              <a:buFontTx/>
              <a:buNone/>
              <a:tabLst/>
              <a:defRPr/>
            </a:pPr>
            <a:r>
              <a:rPr kumimoji="0" lang="en-US" sz="1200" b="1" i="0" u="none" strike="noStrike" kern="1200" cap="none" spc="0" normalizeH="0" baseline="0" noProof="0" dirty="0">
                <a:ln>
                  <a:noFill/>
                </a:ln>
                <a:solidFill>
                  <a:schemeClr val="bg1"/>
                </a:solidFill>
                <a:effectLst/>
                <a:uLnTx/>
                <a:uFillTx/>
                <a:latin typeface="Arial"/>
                <a:ea typeface="+mn-ea"/>
                <a:cs typeface="Noto Sans"/>
              </a:rPr>
              <a:t>INFLUENCE</a:t>
            </a:r>
          </a:p>
        </p:txBody>
      </p:sp>
      <p:sp>
        <p:nvSpPr>
          <p:cNvPr id="64" name="Rectangle 63">
            <a:extLst>
              <a:ext uri="{FF2B5EF4-FFF2-40B4-BE49-F238E27FC236}">
                <a16:creationId xmlns:a16="http://schemas.microsoft.com/office/drawing/2014/main" id="{534DF6D0-0178-C467-DBFE-54EB8128C427}"/>
              </a:ext>
            </a:extLst>
          </p:cNvPr>
          <p:cNvSpPr/>
          <p:nvPr/>
        </p:nvSpPr>
        <p:spPr bwMode="auto">
          <a:xfrm>
            <a:off x="380762" y="2296770"/>
            <a:ext cx="1560605" cy="44140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100" b="0" i="1" u="none" strike="noStrike" kern="0" cap="none" spc="0" normalizeH="0" baseline="0" noProof="0">
              <a:ln>
                <a:noFill/>
              </a:ln>
              <a:solidFill>
                <a:srgbClr val="000000"/>
              </a:solidFill>
              <a:effectLst/>
              <a:uLnTx/>
              <a:uFillTx/>
              <a:latin typeface="Arial"/>
              <a:ea typeface="+mn-ea"/>
              <a:cs typeface="Noto Sans"/>
            </a:endParaRPr>
          </a:p>
        </p:txBody>
      </p:sp>
      <p:sp>
        <p:nvSpPr>
          <p:cNvPr id="65" name="Rectangle 64">
            <a:extLst>
              <a:ext uri="{FF2B5EF4-FFF2-40B4-BE49-F238E27FC236}">
                <a16:creationId xmlns:a16="http://schemas.microsoft.com/office/drawing/2014/main" id="{3BB6B488-CACE-655E-406B-EC1392535A38}"/>
              </a:ext>
            </a:extLst>
          </p:cNvPr>
          <p:cNvSpPr/>
          <p:nvPr/>
        </p:nvSpPr>
        <p:spPr bwMode="auto">
          <a:xfrm>
            <a:off x="7070133" y="2307682"/>
            <a:ext cx="1405769" cy="4483412"/>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1000" b="0" i="1" u="none" strike="noStrike" kern="0" cap="none" spc="0" normalizeH="0" baseline="0" noProof="0">
              <a:ln>
                <a:noFill/>
              </a:ln>
              <a:solidFill>
                <a:srgbClr val="000000"/>
              </a:solidFill>
              <a:effectLst/>
              <a:uLnTx/>
              <a:uFillTx/>
              <a:latin typeface="Arial"/>
              <a:ea typeface="+mn-ea"/>
              <a:cs typeface="Noto Sans"/>
            </a:endParaRPr>
          </a:p>
        </p:txBody>
      </p:sp>
      <p:pic>
        <p:nvPicPr>
          <p:cNvPr id="68" name="Graphic 67" descr="Sling outline">
            <a:extLst>
              <a:ext uri="{FF2B5EF4-FFF2-40B4-BE49-F238E27FC236}">
                <a16:creationId xmlns:a16="http://schemas.microsoft.com/office/drawing/2014/main" id="{873E81E7-93A8-9151-6358-AD010CF7ED4F}"/>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3102467" y="1076383"/>
            <a:ext cx="632626" cy="632624"/>
          </a:xfrm>
          <a:prstGeom prst="rect">
            <a:avLst/>
          </a:prstGeom>
        </p:spPr>
      </p:pic>
      <p:pic>
        <p:nvPicPr>
          <p:cNvPr id="69" name="Graphic 68" descr="Care outline">
            <a:extLst>
              <a:ext uri="{FF2B5EF4-FFF2-40B4-BE49-F238E27FC236}">
                <a16:creationId xmlns:a16="http://schemas.microsoft.com/office/drawing/2014/main" id="{0D14531F-BB45-671A-2853-661E5389D19F}"/>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5588320" y="1054982"/>
            <a:ext cx="548640" cy="548640"/>
          </a:xfrm>
          <a:prstGeom prst="rect">
            <a:avLst/>
          </a:prstGeom>
        </p:spPr>
      </p:pic>
      <p:pic>
        <p:nvPicPr>
          <p:cNvPr id="72" name="Graphic 71" descr="Handshake outline">
            <a:extLst>
              <a:ext uri="{FF2B5EF4-FFF2-40B4-BE49-F238E27FC236}">
                <a16:creationId xmlns:a16="http://schemas.microsoft.com/office/drawing/2014/main" id="{C17F53BB-CCA1-54E4-4B81-C6322C4D48CF}"/>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10371281" y="1092361"/>
            <a:ext cx="548640" cy="548640"/>
          </a:xfrm>
          <a:prstGeom prst="rect">
            <a:avLst/>
          </a:prstGeom>
        </p:spPr>
      </p:pic>
      <p:pic>
        <p:nvPicPr>
          <p:cNvPr id="79" name="Graphic 78" descr="Head with gears outline">
            <a:extLst>
              <a:ext uri="{FF2B5EF4-FFF2-40B4-BE49-F238E27FC236}">
                <a16:creationId xmlns:a16="http://schemas.microsoft.com/office/drawing/2014/main" id="{B0189CDC-FEAC-3A74-6B4D-C3B7F9CA4957}"/>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07706" y="1054982"/>
            <a:ext cx="724564" cy="724564"/>
          </a:xfrm>
          <a:prstGeom prst="rect">
            <a:avLst/>
          </a:prstGeom>
        </p:spPr>
      </p:pic>
      <p:sp>
        <p:nvSpPr>
          <p:cNvPr id="80" name="Rectangle 79">
            <a:extLst>
              <a:ext uri="{FF2B5EF4-FFF2-40B4-BE49-F238E27FC236}">
                <a16:creationId xmlns:a16="http://schemas.microsoft.com/office/drawing/2014/main" id="{A492905B-54C6-74B5-1EF1-E1A22095BA34}"/>
              </a:ext>
            </a:extLst>
          </p:cNvPr>
          <p:cNvSpPr/>
          <p:nvPr/>
        </p:nvSpPr>
        <p:spPr bwMode="auto">
          <a:xfrm>
            <a:off x="8751167" y="2336916"/>
            <a:ext cx="1459104" cy="437390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950" b="0" i="1" u="none" strike="noStrike" kern="0" cap="none" spc="0" normalizeH="0" baseline="0" noProof="0">
              <a:ln>
                <a:noFill/>
              </a:ln>
              <a:solidFill>
                <a:srgbClr val="000000"/>
              </a:solidFill>
              <a:effectLst/>
              <a:uLnTx/>
              <a:uFillTx/>
              <a:latin typeface="Arial"/>
              <a:ea typeface="+mn-ea"/>
              <a:cs typeface="+mn-cs"/>
            </a:endParaRPr>
          </a:p>
        </p:txBody>
      </p:sp>
      <p:sp>
        <p:nvSpPr>
          <p:cNvPr id="81" name="Rectangle 80">
            <a:extLst>
              <a:ext uri="{FF2B5EF4-FFF2-40B4-BE49-F238E27FC236}">
                <a16:creationId xmlns:a16="http://schemas.microsoft.com/office/drawing/2014/main" id="{20383926-1E2C-E521-7F6B-DA587AF7AABC}"/>
              </a:ext>
            </a:extLst>
          </p:cNvPr>
          <p:cNvSpPr/>
          <p:nvPr/>
        </p:nvSpPr>
        <p:spPr bwMode="auto">
          <a:xfrm>
            <a:off x="5398330" y="2336916"/>
            <a:ext cx="1459104" cy="4373904"/>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600"/>
              </a:spcBef>
              <a:spcAft>
                <a:spcPts val="300"/>
              </a:spcAft>
              <a:buClr>
                <a:srgbClr val="F36633"/>
              </a:buClr>
              <a:buSzPct val="110000"/>
              <a:buFontTx/>
              <a:buNone/>
              <a:tabLst/>
              <a:defRPr/>
            </a:pPr>
            <a:endParaRPr kumimoji="0" lang="en-US" sz="950" b="0" i="1" u="none" strike="noStrike" kern="0" cap="none" spc="0" normalizeH="0" baseline="0" noProof="0">
              <a:ln>
                <a:noFill/>
              </a:ln>
              <a:solidFill>
                <a:srgbClr val="000000"/>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B96E8055-9E9C-26EF-1EB0-EE9C4097D4D4}"/>
              </a:ext>
            </a:extLst>
          </p:cNvPr>
          <p:cNvSpPr/>
          <p:nvPr/>
        </p:nvSpPr>
        <p:spPr bwMode="auto">
          <a:xfrm>
            <a:off x="9604702" y="951038"/>
            <a:ext cx="2383613" cy="5837682"/>
          </a:xfrm>
          <a:prstGeom prst="roundRect">
            <a:avLst/>
          </a:prstGeom>
          <a:noFill/>
          <a:ln w="19050">
            <a:solidFill>
              <a:schemeClr val="tx1"/>
            </a:solidFill>
            <a:prstDash val="dash"/>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US" sz="1600" kern="0" err="1">
              <a:solidFill>
                <a:schemeClr val="tx1"/>
              </a:solidFill>
            </a:endParaRPr>
          </a:p>
        </p:txBody>
      </p:sp>
      <p:sp>
        <p:nvSpPr>
          <p:cNvPr id="4" name="Lampada">
            <a:extLst>
              <a:ext uri="{FF2B5EF4-FFF2-40B4-BE49-F238E27FC236}">
                <a16:creationId xmlns:a16="http://schemas.microsoft.com/office/drawing/2014/main" id="{E2F5BFD2-FE99-FE97-F1E1-6C4443B99638}"/>
              </a:ext>
            </a:extLst>
          </p:cNvPr>
          <p:cNvSpPr/>
          <p:nvPr/>
        </p:nvSpPr>
        <p:spPr>
          <a:xfrm>
            <a:off x="8099459" y="1150840"/>
            <a:ext cx="537586" cy="567703"/>
          </a:xfrm>
          <a:custGeom>
            <a:avLst/>
            <a:gdLst/>
            <a:ahLst/>
            <a:cxnLst/>
            <a:rect l="l" t="t" r="r" b="b"/>
            <a:pathLst>
              <a:path w="1705013" h="1794750">
                <a:moveTo>
                  <a:pt x="0" y="0"/>
                </a:moveTo>
                <a:lnTo>
                  <a:pt x="1705013" y="0"/>
                </a:lnTo>
                <a:lnTo>
                  <a:pt x="1705013" y="1794750"/>
                </a:lnTo>
                <a:lnTo>
                  <a:pt x="0" y="1794750"/>
                </a:lnTo>
                <a:lnTo>
                  <a:pt x="0" y="0"/>
                </a:lnTo>
                <a:close/>
              </a:path>
            </a:pathLst>
          </a:custGeom>
          <a: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a:blipFill>
          <a:effectLst>
            <a:outerShdw blurRad="63500" sx="102000" sy="102000" algn="ctr" rotWithShape="0">
              <a:prstClr val="black">
                <a:alpha val="40000"/>
              </a:prstClr>
            </a:outerShdw>
          </a:effectLst>
        </p:spPr>
        <p:txBody>
          <a:bodyPr/>
          <a:lstStyle/>
          <a:p>
            <a:endParaRPr lang="en-GB"/>
          </a:p>
        </p:txBody>
      </p:sp>
    </p:spTree>
    <p:extLst>
      <p:ext uri="{BB962C8B-B14F-4D97-AF65-F5344CB8AC3E}">
        <p14:creationId xmlns:p14="http://schemas.microsoft.com/office/powerpoint/2010/main" val="4048424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BA784-B93B-277B-AEE8-5DB5051FD013}"/>
            </a:ext>
          </a:extLst>
        </p:cNvPr>
        <p:cNvGrpSpPr/>
        <p:nvPr/>
      </p:nvGrpSpPr>
      <p:grpSpPr>
        <a:xfrm>
          <a:off x="0" y="0"/>
          <a:ext cx="0" cy="0"/>
          <a:chOff x="0" y="0"/>
          <a:chExt cx="0" cy="0"/>
        </a:xfrm>
      </p:grpSpPr>
      <p:sp>
        <p:nvSpPr>
          <p:cNvPr id="56" name="Rectangle: Rounded Corners 315">
            <a:extLst>
              <a:ext uri="{FF2B5EF4-FFF2-40B4-BE49-F238E27FC236}">
                <a16:creationId xmlns:a16="http://schemas.microsoft.com/office/drawing/2014/main" id="{20E39D3A-BF08-36EA-EE54-F2D03971CA0A}"/>
              </a:ext>
            </a:extLst>
          </p:cNvPr>
          <p:cNvSpPr/>
          <p:nvPr/>
        </p:nvSpPr>
        <p:spPr bwMode="auto">
          <a:xfrm rot="5400000" flipH="1">
            <a:off x="2661747" y="-2661747"/>
            <a:ext cx="6868509" cy="12192001"/>
          </a:xfrm>
          <a:prstGeom prst="roundRect">
            <a:avLst>
              <a:gd name="adj" fmla="val 0"/>
            </a:avLst>
          </a:prstGeom>
          <a:gradFill>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gradFill>
          <a:ln w="79375">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vert" wrap="square" lIns="36000" tIns="36000" rIns="36000" bIns="36000" numCol="1" spcCol="0" rtlCol="0" fromWordArt="0" anchor="ctr" anchorCtr="0" forceAA="0" compatLnSpc="1">
            <a:prstTxWarp prst="textNoShape">
              <a:avLst/>
            </a:prstTxWarp>
            <a:noAutofit/>
          </a:bodyPr>
          <a:lstStyle/>
          <a:p>
            <a:pPr algn="ctr" defTabSz="914400" eaLnBrk="0" hangingPunct="0">
              <a:lnSpc>
                <a:spcPct val="90000"/>
              </a:lnSpc>
              <a:buClr>
                <a:srgbClr val="F36633"/>
              </a:buClr>
              <a:buSzPct val="110000"/>
            </a:pPr>
            <a:endParaRPr lang="en-GB" sz="1400" kern="0">
              <a:solidFill>
                <a:schemeClr val="bg1"/>
              </a:solidFill>
            </a:endParaRPr>
          </a:p>
        </p:txBody>
      </p:sp>
      <p:sp>
        <p:nvSpPr>
          <p:cNvPr id="107" name="TextBox 106">
            <a:extLst>
              <a:ext uri="{FF2B5EF4-FFF2-40B4-BE49-F238E27FC236}">
                <a16:creationId xmlns:a16="http://schemas.microsoft.com/office/drawing/2014/main" id="{2634CD32-7ED2-F7B5-9B38-F37981E6C37B}"/>
              </a:ext>
            </a:extLst>
          </p:cNvPr>
          <p:cNvSpPr txBox="1"/>
          <p:nvPr/>
        </p:nvSpPr>
        <p:spPr>
          <a:xfrm>
            <a:off x="721481" y="3208312"/>
            <a:ext cx="6002704" cy="515758"/>
          </a:xfrm>
          <a:prstGeom prst="rect">
            <a:avLst/>
          </a:prstGeom>
          <a:noFill/>
        </p:spPr>
        <p:txBody>
          <a:bodyPr wrap="square" lIns="180000" tIns="180000" rIns="180000" bIns="180000" rtlCol="0" anchor="ctr">
            <a:noAutofit/>
          </a:bodyPr>
          <a:lstStyle/>
          <a:p>
            <a:pPr algn="ctr">
              <a:spcBef>
                <a:spcPts val="300"/>
              </a:spcBef>
              <a:spcAft>
                <a:spcPts val="300"/>
              </a:spcAft>
              <a:buClr>
                <a:schemeClr val="tx2"/>
              </a:buClr>
              <a:buSzPct val="110000"/>
            </a:pPr>
            <a:r>
              <a:rPr lang="en-US" sz="7200" b="1" dirty="0">
                <a:solidFill>
                  <a:schemeClr val="bg1"/>
                </a:solidFill>
              </a:rPr>
              <a:t>ROLE PLAYS</a:t>
            </a:r>
          </a:p>
        </p:txBody>
      </p:sp>
      <p:pic>
        <p:nvPicPr>
          <p:cNvPr id="108" name="Graphic 107">
            <a:extLst>
              <a:ext uri="{FF2B5EF4-FFF2-40B4-BE49-F238E27FC236}">
                <a16:creationId xmlns:a16="http://schemas.microsoft.com/office/drawing/2014/main" id="{30FE0036-A18C-DD26-51A5-FBDE5DFDA7CD}"/>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72" t="25173" r="16016" b="28870"/>
          <a:stretch/>
        </p:blipFill>
        <p:spPr>
          <a:xfrm>
            <a:off x="322824" y="5861243"/>
            <a:ext cx="1586940" cy="585704"/>
          </a:xfrm>
          <a:prstGeom prst="rect">
            <a:avLst/>
          </a:prstGeom>
        </p:spPr>
      </p:pic>
      <p:pic>
        <p:nvPicPr>
          <p:cNvPr id="2" name="Picture 6" descr="Discounted Trelegy Online - Insulin Outlet">
            <a:extLst>
              <a:ext uri="{FF2B5EF4-FFF2-40B4-BE49-F238E27FC236}">
                <a16:creationId xmlns:a16="http://schemas.microsoft.com/office/drawing/2014/main" id="{765A60AD-A062-D387-8C13-9117B3688F4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2877" b="17814"/>
          <a:stretch/>
        </p:blipFill>
        <p:spPr bwMode="auto">
          <a:xfrm>
            <a:off x="9459604" y="165679"/>
            <a:ext cx="2202305" cy="704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04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83249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ATHENA.MIXSHAPE" val="|embedded=true|audioOnly=true|recordStart=0|recordEnd=32473|recordLength=32473|start=0|end=32473|audioFormat={00000055-0000-0010-8000-00AA00389B71}|audioRate=44100|muted=false|volume=0.8|fadeIn=0|fadeOut=0"/>
</p:tagLst>
</file>

<file path=ppt/tags/tag5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_GSK ">
  <a:themeElements>
    <a:clrScheme name="GSK_Template_2022">
      <a:dk1>
        <a:srgbClr val="000000"/>
      </a:dk1>
      <a:lt1>
        <a:srgbClr val="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959595"/>
      </a:folHlink>
    </a:clrScheme>
    <a:fontScheme name="GSK Custom Font">
      <a:majorFont>
        <a:latin typeface="GSK Precision Light"/>
        <a:ea typeface=""/>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SK Precision Light"/>
        <a:ea typeface=""/>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l" eaLnBrk="0" fontAlgn="auto" hangingPunct="0">
          <a:spcBef>
            <a:spcPts val="300"/>
          </a:spcBef>
          <a:spcAft>
            <a:spcPts val="300"/>
          </a:spcAft>
          <a:buClr>
            <a:schemeClr val="tx2"/>
          </a:buClr>
          <a:buSzPct val="110000"/>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36000" tIns="36000" rIns="36000" bIns="36000" rtlCol="0">
        <a:noAutofit/>
      </a:bodyPr>
      <a:lstStyle>
        <a:defPPr algn="l">
          <a:spcBef>
            <a:spcPts val="300"/>
          </a:spcBef>
          <a:spcAft>
            <a:spcPts val="300"/>
          </a:spcAft>
          <a:buClr>
            <a:schemeClr val="tx2"/>
          </a:buClr>
          <a:buSzPct val="110000"/>
          <a:defRPr sz="1600" dirty="0" err="1" smtClean="0"/>
        </a:defPPr>
      </a:lstStyle>
    </a:txDef>
  </a:objectDefaults>
  <a:extraClrSchemeLst/>
  <a:custClrLst>
    <a:custClr name="Custom Color 1">
      <a:srgbClr val="6658A6"/>
    </a:custClr>
    <a:custClr name="Custom Color 2">
      <a:srgbClr val="E21860"/>
    </a:custClr>
    <a:custClr name="Custom Color 3">
      <a:srgbClr val="69B445"/>
    </a:custClr>
    <a:custClr name="Custom Color 4">
      <a:srgbClr val="244EA2"/>
    </a:custClr>
    <a:custClr name="Custom Color 5">
      <a:srgbClr val="FFC709"/>
    </a:custClr>
    <a:custClr name="Custom Color 6">
      <a:srgbClr val="DC4133"/>
    </a:custClr>
    <a:custClr name="Custom Color 7">
      <a:srgbClr val="00B8AD"/>
    </a:custClr>
    <a:custClr name="BLANK">
      <a:srgbClr val="FFFFFF"/>
    </a:custClr>
    <a:custClr name="BLANK">
      <a:srgbClr val="FFFFFF"/>
    </a:custClr>
    <a:custClr name="BLANK">
      <a:srgbClr val="FFFFFF"/>
    </a:custClr>
    <a:custClr name="Custom Color 11">
      <a:srgbClr val="522E91"/>
    </a:custClr>
    <a:custClr name="Custom Color 12">
      <a:srgbClr val="862045"/>
    </a:custClr>
    <a:custClr name="Custom Color 13">
      <a:srgbClr val="436632"/>
    </a:custClr>
    <a:custClr name="Custom Color 14">
      <a:srgbClr val="263970"/>
    </a:custClr>
    <a:custClr name="Custom Color 15">
      <a:srgbClr val="C1A42B"/>
    </a:custClr>
    <a:custClr name="Custom Color 16">
      <a:srgbClr val="983728"/>
    </a:custClr>
    <a:custClr name="Custom Color 17">
      <a:srgbClr val="02736E"/>
    </a:custClr>
    <a:custClr name="BLANK">
      <a:srgbClr val="FFFFFF"/>
    </a:custClr>
    <a:custClr name="BLANK">
      <a:srgbClr val="FFFFFF"/>
    </a:custClr>
    <a:custClr name="BLANK">
      <a:srgbClr val="FFFFFF"/>
    </a:custClr>
    <a:custClr name="Custom Color 21">
      <a:srgbClr val="AB95C7"/>
    </a:custClr>
    <a:custClr name="Custom Color 22">
      <a:srgbClr val="CA8E9E"/>
    </a:custClr>
    <a:custClr name="Custom Color 23">
      <a:srgbClr val="85A977"/>
    </a:custClr>
    <a:custClr name="Custom Color 24">
      <a:srgbClr val="6F8CC7"/>
    </a:custClr>
    <a:custClr name="Custom Color 25">
      <a:srgbClr val="E2CC8F"/>
    </a:custClr>
    <a:custClr name="Custom Color 26">
      <a:srgbClr val="D6A197"/>
    </a:custClr>
    <a:custClr name="Custom Color 27">
      <a:srgbClr val="72ABA3"/>
    </a:custClr>
  </a:custClrLst>
  <a:extLst>
    <a:ext uri="{05A4C25C-085E-4340-85A3-A5531E510DB2}">
      <thm15:themeFamily xmlns:thm15="http://schemas.microsoft.com/office/thememl/2012/main" name="Presentation2" id="{C946F13D-37B2-43F7-B4AC-C5BD3D6E8C99}" vid="{36550E97-DA57-46C6-824F-CB48B55CC396}"/>
    </a:ext>
  </a:extLst>
</a:theme>
</file>

<file path=ppt/theme/theme2.xml><?xml version="1.0" encoding="utf-8"?>
<a:theme xmlns:a="http://schemas.openxmlformats.org/drawingml/2006/main" name="GSK ">
  <a:themeElements>
    <a:clrScheme name="GSK 2017 4">
      <a:dk1>
        <a:srgbClr val="544F40"/>
      </a:dk1>
      <a:lt1>
        <a:srgbClr val="FFFFFF"/>
      </a:lt1>
      <a:dk2>
        <a:srgbClr val="15717D"/>
      </a:dk2>
      <a:lt2>
        <a:srgbClr val="F36633"/>
      </a:lt2>
      <a:accent1>
        <a:srgbClr val="F36633"/>
      </a:accent1>
      <a:accent2>
        <a:srgbClr val="544F40"/>
      </a:accent2>
      <a:accent3>
        <a:srgbClr val="008A00"/>
      </a:accent3>
      <a:accent4>
        <a:srgbClr val="BC1077"/>
      </a:accent4>
      <a:accent5>
        <a:srgbClr val="40488D"/>
      </a:accent5>
      <a:accent6>
        <a:srgbClr val="ED003C"/>
      </a:accent6>
      <a:hlink>
        <a:srgbClr val="F36633"/>
      </a:hlink>
      <a:folHlink>
        <a:srgbClr val="F36633"/>
      </a:folHlink>
    </a:clrScheme>
    <a:fontScheme name="GS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a:noFill/>
          <a:headEnd/>
          <a:tailEnd/>
        </a:ln>
        <a:effectLst/>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marL="180975" indent="-180975" eaLnBrk="0" fontAlgn="auto" hangingPunct="0">
          <a:spcBef>
            <a:spcPts val="0"/>
          </a:spcBef>
          <a:spcAft>
            <a:spcPts val="0"/>
          </a:spcAft>
          <a:buClr>
            <a:schemeClr val="bg1"/>
          </a:buClr>
          <a:buFont typeface="Arial" pitchFamily="34" charset="0"/>
          <a:buChar char="–"/>
          <a:defRPr sz="1200" b="1" kern="0" dirty="0" err="1" smtClean="0">
            <a:solidFill>
              <a:srgbClr val="FFFFFF"/>
            </a:solidFill>
            <a:latin typeface="Arial"/>
          </a:defRPr>
        </a:defPPr>
      </a:lstStyle>
      <a:style>
        <a:lnRef idx="1">
          <a:schemeClr val="accent1"/>
        </a:lnRef>
        <a:fillRef idx="3">
          <a:schemeClr val="accent1"/>
        </a:fillRef>
        <a:effectRef idx="2">
          <a:schemeClr val="accent1"/>
        </a:effectRef>
        <a:fontRef idx="minor">
          <a:schemeClr val="lt1"/>
        </a:fontRef>
      </a:style>
    </a:spDef>
    <a:txDef>
      <a:spPr>
        <a:noFill/>
      </a:spPr>
      <a:bodyPr wrap="square" rtlCol="0">
        <a:spAutoFit/>
      </a:bodyPr>
      <a:lstStyle>
        <a:defPPr marL="171450" indent="-171450">
          <a:buClr>
            <a:schemeClr val="tx1"/>
          </a:buClr>
          <a:buFont typeface="Arial" pitchFamily="34" charset="0"/>
          <a:buChar char="–"/>
          <a:defRPr sz="1200" dirty="0" err="1" smtClean="0"/>
        </a:defPPr>
      </a:lstStyle>
    </a:txDef>
  </a:objectDefaults>
  <a:extraClrSchemeLst/>
  <a:extLst>
    <a:ext uri="{05A4C25C-085E-4340-85A3-A5531E510DB2}">
      <thm15:themeFamily xmlns:thm15="http://schemas.microsoft.com/office/thememl/2012/main" name="GSK_16x9 PowerPoint_V1_20170629" id="{B8F049B3-8A91-4FD3-B156-B44F80C0BC27}" vid="{B103CDC2-14D8-4A5C-86DD-96EA2A18BF34}"/>
    </a:ext>
  </a:extLst>
</a:theme>
</file>

<file path=ppt/theme/theme3.xml><?xml version="1.0" encoding="utf-8"?>
<a:theme xmlns:a="http://schemas.openxmlformats.org/drawingml/2006/main" name="3_GSK ">
  <a:themeElements>
    <a:clrScheme name="GSK_Template_2022">
      <a:dk1>
        <a:srgbClr val="000000"/>
      </a:dk1>
      <a:lt1>
        <a:srgbClr val="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959595"/>
      </a:folHlink>
    </a:clrScheme>
    <a:fontScheme name="GSK Custom Font">
      <a:majorFont>
        <a:latin typeface="GSK Precision Light"/>
        <a:ea typeface=""/>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SK Precision Light"/>
        <a:ea typeface=""/>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l" eaLnBrk="0" fontAlgn="auto" hangingPunct="0">
          <a:spcBef>
            <a:spcPts val="300"/>
          </a:spcBef>
          <a:spcAft>
            <a:spcPts val="300"/>
          </a:spcAft>
          <a:buClr>
            <a:schemeClr val="tx2"/>
          </a:buClr>
          <a:buSzPct val="110000"/>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36000" tIns="36000" rIns="36000" bIns="36000" rtlCol="0">
        <a:noAutofit/>
      </a:bodyPr>
      <a:lstStyle>
        <a:defPPr algn="l">
          <a:spcBef>
            <a:spcPts val="300"/>
          </a:spcBef>
          <a:spcAft>
            <a:spcPts val="300"/>
          </a:spcAft>
          <a:buClr>
            <a:schemeClr val="tx2"/>
          </a:buClr>
          <a:buSzPct val="110000"/>
          <a:defRPr sz="1600" dirty="0" err="1" smtClean="0"/>
        </a:defPPr>
      </a:lstStyle>
    </a:txDef>
  </a:objectDefaults>
  <a:extraClrSchemeLst/>
  <a:custClrLst>
    <a:custClr name="Custom Color 1">
      <a:srgbClr val="6658A6"/>
    </a:custClr>
    <a:custClr name="Custom Color 2">
      <a:srgbClr val="E21860"/>
    </a:custClr>
    <a:custClr name="Custom Color 3">
      <a:srgbClr val="69B445"/>
    </a:custClr>
    <a:custClr name="Custom Color 4">
      <a:srgbClr val="244EA2"/>
    </a:custClr>
    <a:custClr name="Custom Color 5">
      <a:srgbClr val="FFC709"/>
    </a:custClr>
    <a:custClr name="Custom Color 6">
      <a:srgbClr val="DC4133"/>
    </a:custClr>
    <a:custClr name="Custom Color 7">
      <a:srgbClr val="00B8AD"/>
    </a:custClr>
    <a:custClr name="BLANK">
      <a:srgbClr val="FFFFFF"/>
    </a:custClr>
    <a:custClr name="BLANK">
      <a:srgbClr val="FFFFFF"/>
    </a:custClr>
    <a:custClr name="BLANK">
      <a:srgbClr val="FFFFFF"/>
    </a:custClr>
    <a:custClr name="Custom Color 11">
      <a:srgbClr val="522E91"/>
    </a:custClr>
    <a:custClr name="Custom Color 12">
      <a:srgbClr val="862045"/>
    </a:custClr>
    <a:custClr name="Custom Color 13">
      <a:srgbClr val="436632"/>
    </a:custClr>
    <a:custClr name="Custom Color 14">
      <a:srgbClr val="263970"/>
    </a:custClr>
    <a:custClr name="Custom Color 15">
      <a:srgbClr val="C1A42B"/>
    </a:custClr>
    <a:custClr name="Custom Color 16">
      <a:srgbClr val="983728"/>
    </a:custClr>
    <a:custClr name="Custom Color 17">
      <a:srgbClr val="02736E"/>
    </a:custClr>
    <a:custClr name="BLANK">
      <a:srgbClr val="FFFFFF"/>
    </a:custClr>
    <a:custClr name="BLANK">
      <a:srgbClr val="FFFFFF"/>
    </a:custClr>
    <a:custClr name="BLANK">
      <a:srgbClr val="FFFFFF"/>
    </a:custClr>
    <a:custClr name="Custom Color 21">
      <a:srgbClr val="AB95C7"/>
    </a:custClr>
    <a:custClr name="Custom Color 22">
      <a:srgbClr val="CA8E9E"/>
    </a:custClr>
    <a:custClr name="Custom Color 23">
      <a:srgbClr val="85A977"/>
    </a:custClr>
    <a:custClr name="Custom Color 24">
      <a:srgbClr val="6F8CC7"/>
    </a:custClr>
    <a:custClr name="Custom Color 25">
      <a:srgbClr val="E2CC8F"/>
    </a:custClr>
    <a:custClr name="Custom Color 26">
      <a:srgbClr val="D6A197"/>
    </a:custClr>
    <a:custClr name="Custom Color 27">
      <a:srgbClr val="72ABA3"/>
    </a:custClr>
  </a:custClrLst>
  <a:extLst>
    <a:ext uri="{05A4C25C-085E-4340-85A3-A5531E510DB2}">
      <thm15:themeFamily xmlns:thm15="http://schemas.microsoft.com/office/thememl/2012/main" name="Presentation2" id="{C946F13D-37B2-43F7-B4AC-C5BD3D6E8C99}" vid="{36550E97-DA57-46C6-824F-CB48B55CC39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ea66b2b-af80-48b6-873b-d341d3035cfa}" enabled="1" method="Standard" siteId="{63982aff-fb6c-4c22-973b-70e4acfb63e6}" removed="0"/>
</clbl:labelList>
</file>

<file path=docProps/app.xml><?xml version="1.0" encoding="utf-8"?>
<Properties xmlns="http://schemas.openxmlformats.org/officeDocument/2006/extended-properties" xmlns:vt="http://schemas.openxmlformats.org/officeDocument/2006/docPropsVTypes">
  <Template/>
  <TotalTime>2283</TotalTime>
  <Words>3771</Words>
  <Application>Microsoft Office PowerPoint</Application>
  <PresentationFormat>Widescreen</PresentationFormat>
  <Paragraphs>584</Paragraphs>
  <Slides>39</Slides>
  <Notes>33</Notes>
  <HiddenSlides>3</HiddenSlides>
  <MMClips>1</MMClips>
  <ScaleCrop>false</ScaleCrop>
  <HeadingPairs>
    <vt:vector size="8" baseType="variant">
      <vt:variant>
        <vt:lpstr>Fonts Used</vt:lpstr>
      </vt:variant>
      <vt:variant>
        <vt:i4>19</vt:i4>
      </vt:variant>
      <vt:variant>
        <vt:lpstr>Theme</vt:lpstr>
      </vt:variant>
      <vt:variant>
        <vt:i4>3</vt:i4>
      </vt:variant>
      <vt:variant>
        <vt:lpstr>Embedded OLE Servers</vt:lpstr>
      </vt:variant>
      <vt:variant>
        <vt:i4>1</vt:i4>
      </vt:variant>
      <vt:variant>
        <vt:lpstr>Slide Titles</vt:lpstr>
      </vt:variant>
      <vt:variant>
        <vt:i4>39</vt:i4>
      </vt:variant>
    </vt:vector>
  </HeadingPairs>
  <TitlesOfParts>
    <vt:vector size="62" baseType="lpstr">
      <vt:lpstr>Amasis MT Pro Black</vt:lpstr>
      <vt:lpstr>Aptos</vt:lpstr>
      <vt:lpstr>Arial</vt:lpstr>
      <vt:lpstr>Arial Narrow</vt:lpstr>
      <vt:lpstr>Barlow Black</vt:lpstr>
      <vt:lpstr>Barlow Bold</vt:lpstr>
      <vt:lpstr>Calibri</vt:lpstr>
      <vt:lpstr>Courier New</vt:lpstr>
      <vt:lpstr>Georgia</vt:lpstr>
      <vt:lpstr>Graphik Bold</vt:lpstr>
      <vt:lpstr>Graphik Regular</vt:lpstr>
      <vt:lpstr>GSK Precision</vt:lpstr>
      <vt:lpstr>GSK Precision Light</vt:lpstr>
      <vt:lpstr>Lato</vt:lpstr>
      <vt:lpstr>Lyon Text Bold</vt:lpstr>
      <vt:lpstr>Raleway</vt:lpstr>
      <vt:lpstr>Söhne</vt:lpstr>
      <vt:lpstr>Times New Roman</vt:lpstr>
      <vt:lpstr>Wingdings</vt:lpstr>
      <vt:lpstr>2_GSK </vt:lpstr>
      <vt:lpstr>GSK </vt:lpstr>
      <vt:lpstr>3_GSK </vt:lpstr>
      <vt:lpstr>think-cell Slide</vt:lpstr>
      <vt:lpstr>  IMPACT GSO + Challenger Rep Module</vt:lpstr>
      <vt:lpstr>PowerPoint Presentation</vt:lpstr>
      <vt:lpstr>PowerPoint Presentation</vt:lpstr>
      <vt:lpstr>How Challengers Win</vt:lpstr>
      <vt:lpstr>PowerPoint Presentation</vt:lpstr>
      <vt:lpstr>“By failing to prepare  you are preparing to fail.”</vt:lpstr>
      <vt:lpstr>PowerPoint Presentation</vt:lpstr>
      <vt:lpstr>IMPACT Model + Challenger Rep</vt:lpstr>
      <vt:lpstr>Engage</vt:lpstr>
      <vt:lpstr>Building the conversation with an outside-in perspective, starting with emotive selling for common patient profiles in mind</vt:lpstr>
      <vt:lpstr>IMPACT Model</vt:lpstr>
      <vt:lpstr>“If I had one hour to save the planet, I would spend 55 minutes defining the problem and 5 minutes resolving it.”</vt:lpstr>
      <vt:lpstr>Create Opportunity</vt:lpstr>
      <vt:lpstr>Challenge The Status Quo</vt:lpstr>
      <vt:lpstr>Challenger Rep 3-Phase Message</vt:lpstr>
      <vt:lpstr>Disrupting the Status Quo by addressing customer problem in a right way </vt:lpstr>
      <vt:lpstr>Characteristics of a Reframe</vt:lpstr>
      <vt:lpstr>Scripting Your Reframe</vt:lpstr>
      <vt:lpstr>Gathering your Inputs: Seek First to Understand </vt:lpstr>
      <vt:lpstr>Developing a Reframe</vt:lpstr>
      <vt:lpstr>Focusing On: Introduce Impact</vt:lpstr>
      <vt:lpstr>PowerPoint Presentation</vt:lpstr>
      <vt:lpstr>Introduce the Impact</vt:lpstr>
      <vt:lpstr>Emotive selling </vt:lpstr>
      <vt:lpstr>Use emotive selling in all the steps </vt:lpstr>
      <vt:lpstr>EMOTIVE SELLING TACTICS</vt:lpstr>
      <vt:lpstr>Focusing On: Reveal Value</vt:lpstr>
      <vt:lpstr>Offering a New Way Forward</vt:lpstr>
      <vt:lpstr>IMPACT Model</vt:lpstr>
      <vt:lpstr>Influence </vt:lpstr>
      <vt:lpstr>Key Messages</vt:lpstr>
      <vt:lpstr>PowerPoint Presentation</vt:lpstr>
      <vt:lpstr>PowerPoint Presentation</vt:lpstr>
      <vt:lpstr>IMPACT Model</vt:lpstr>
      <vt:lpstr>PowerPoint Presentation</vt:lpstr>
      <vt:lpstr>Secure the HCP’s commitment to implementing behavioral changes based on the compelling solutions discussed for the PT in focus </vt:lpstr>
      <vt:lpstr>IMPACT Model</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Diorella Costales</dc:creator>
  <cp:lastModifiedBy>Samer Rateb</cp:lastModifiedBy>
  <cp:revision>2</cp:revision>
  <cp:lastPrinted>2025-07-30T13:21:49Z</cp:lastPrinted>
  <dcterms:created xsi:type="dcterms:W3CDTF">2025-07-03T09:46:30Z</dcterms:created>
  <dcterms:modified xsi:type="dcterms:W3CDTF">2025-12-21T13:25:43Z</dcterms:modified>
</cp:coreProperties>
</file>